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3.xml" ContentType="application/vnd.openxmlformats-officedocument.presentationml.tags+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46"/>
  </p:notesMasterIdLst>
  <p:handoutMasterIdLst>
    <p:handoutMasterId r:id="rId47"/>
  </p:handoutMasterIdLst>
  <p:sldIdLst>
    <p:sldId id="1132" r:id="rId2"/>
    <p:sldId id="1205" r:id="rId3"/>
    <p:sldId id="1472" r:id="rId4"/>
    <p:sldId id="1473" r:id="rId5"/>
    <p:sldId id="1475" r:id="rId6"/>
    <p:sldId id="1474" r:id="rId7"/>
    <p:sldId id="1476" r:id="rId8"/>
    <p:sldId id="1477" r:id="rId9"/>
    <p:sldId id="1478" r:id="rId10"/>
    <p:sldId id="1479" r:id="rId11"/>
    <p:sldId id="1433" r:id="rId12"/>
    <p:sldId id="1480" r:id="rId13"/>
    <p:sldId id="1481" r:id="rId14"/>
    <p:sldId id="1482" r:id="rId15"/>
    <p:sldId id="1483" r:id="rId16"/>
    <p:sldId id="1484" r:id="rId17"/>
    <p:sldId id="1485" r:id="rId18"/>
    <p:sldId id="1486" r:id="rId19"/>
    <p:sldId id="1487" r:id="rId20"/>
    <p:sldId id="1488" r:id="rId21"/>
    <p:sldId id="1489" r:id="rId22"/>
    <p:sldId id="1490" r:id="rId23"/>
    <p:sldId id="1491" r:id="rId24"/>
    <p:sldId id="1492" r:id="rId25"/>
    <p:sldId id="1493" r:id="rId26"/>
    <p:sldId id="1494" r:id="rId27"/>
    <p:sldId id="1495" r:id="rId28"/>
    <p:sldId id="1496" r:id="rId29"/>
    <p:sldId id="1497" r:id="rId30"/>
    <p:sldId id="1457" r:id="rId31"/>
    <p:sldId id="1498" r:id="rId32"/>
    <p:sldId id="1499" r:id="rId33"/>
    <p:sldId id="1500" r:id="rId34"/>
    <p:sldId id="1501" r:id="rId35"/>
    <p:sldId id="1502" r:id="rId36"/>
    <p:sldId id="1503" r:id="rId37"/>
    <p:sldId id="1504" r:id="rId38"/>
    <p:sldId id="1505" r:id="rId39"/>
    <p:sldId id="1506" r:id="rId40"/>
    <p:sldId id="1507" r:id="rId41"/>
    <p:sldId id="1508" r:id="rId42"/>
    <p:sldId id="1509" r:id="rId43"/>
    <p:sldId id="1510" r:id="rId44"/>
    <p:sldId id="1154" r:id="rId45"/>
  </p:sldIdLst>
  <p:sldSz cx="13681075" cy="9001125"/>
  <p:notesSz cx="6834188" cy="9979025"/>
  <p:defaultTextStyle>
    <a:defPPr>
      <a:defRPr lang="en-US"/>
    </a:defPPr>
    <a:lvl1pPr algn="l" rtl="0" eaLnBrk="0" fontAlgn="base" hangingPunct="0">
      <a:spcBef>
        <a:spcPct val="0"/>
      </a:spcBef>
      <a:spcAft>
        <a:spcPct val="0"/>
      </a:spcAft>
      <a:defRPr sz="900" kern="1200">
        <a:solidFill>
          <a:schemeClr val="tx1"/>
        </a:solidFill>
        <a:latin typeface="Tahoma" pitchFamily="34" charset="0"/>
        <a:ea typeface="+mn-ea"/>
        <a:cs typeface="+mn-cs"/>
      </a:defRPr>
    </a:lvl1pPr>
    <a:lvl2pPr marL="523875" indent="-66675" algn="l" rtl="0" eaLnBrk="0" fontAlgn="base" hangingPunct="0">
      <a:spcBef>
        <a:spcPct val="0"/>
      </a:spcBef>
      <a:spcAft>
        <a:spcPct val="0"/>
      </a:spcAft>
      <a:defRPr sz="900" kern="1200">
        <a:solidFill>
          <a:schemeClr val="tx1"/>
        </a:solidFill>
        <a:latin typeface="Tahoma" pitchFamily="34" charset="0"/>
        <a:ea typeface="+mn-ea"/>
        <a:cs typeface="+mn-cs"/>
      </a:defRPr>
    </a:lvl2pPr>
    <a:lvl3pPr marL="1047750" indent="-133350" algn="l" rtl="0" eaLnBrk="0" fontAlgn="base" hangingPunct="0">
      <a:spcBef>
        <a:spcPct val="0"/>
      </a:spcBef>
      <a:spcAft>
        <a:spcPct val="0"/>
      </a:spcAft>
      <a:defRPr sz="900" kern="1200">
        <a:solidFill>
          <a:schemeClr val="tx1"/>
        </a:solidFill>
        <a:latin typeface="Tahoma" pitchFamily="34" charset="0"/>
        <a:ea typeface="+mn-ea"/>
        <a:cs typeface="+mn-cs"/>
      </a:defRPr>
    </a:lvl3pPr>
    <a:lvl4pPr marL="1573213" indent="-201613" algn="l" rtl="0" eaLnBrk="0" fontAlgn="base" hangingPunct="0">
      <a:spcBef>
        <a:spcPct val="0"/>
      </a:spcBef>
      <a:spcAft>
        <a:spcPct val="0"/>
      </a:spcAft>
      <a:defRPr sz="900" kern="1200">
        <a:solidFill>
          <a:schemeClr val="tx1"/>
        </a:solidFill>
        <a:latin typeface="Tahoma" pitchFamily="34" charset="0"/>
        <a:ea typeface="+mn-ea"/>
        <a:cs typeface="+mn-cs"/>
      </a:defRPr>
    </a:lvl4pPr>
    <a:lvl5pPr marL="2097088" indent="-268288" algn="l" rtl="0" eaLnBrk="0" fontAlgn="base" hangingPunct="0">
      <a:spcBef>
        <a:spcPct val="0"/>
      </a:spcBef>
      <a:spcAft>
        <a:spcPct val="0"/>
      </a:spcAft>
      <a:defRPr sz="900" kern="1200">
        <a:solidFill>
          <a:schemeClr val="tx1"/>
        </a:solidFill>
        <a:latin typeface="Tahoma" pitchFamily="34" charset="0"/>
        <a:ea typeface="+mn-ea"/>
        <a:cs typeface="+mn-cs"/>
      </a:defRPr>
    </a:lvl5pPr>
    <a:lvl6pPr marL="2286000" algn="l" defTabSz="914400" rtl="0" eaLnBrk="1" latinLnBrk="0" hangingPunct="1">
      <a:defRPr sz="900" kern="1200">
        <a:solidFill>
          <a:schemeClr val="tx1"/>
        </a:solidFill>
        <a:latin typeface="Tahoma" pitchFamily="34" charset="0"/>
        <a:ea typeface="+mn-ea"/>
        <a:cs typeface="+mn-cs"/>
      </a:defRPr>
    </a:lvl6pPr>
    <a:lvl7pPr marL="2743200" algn="l" defTabSz="914400" rtl="0" eaLnBrk="1" latinLnBrk="0" hangingPunct="1">
      <a:defRPr sz="900" kern="1200">
        <a:solidFill>
          <a:schemeClr val="tx1"/>
        </a:solidFill>
        <a:latin typeface="Tahoma" pitchFamily="34" charset="0"/>
        <a:ea typeface="+mn-ea"/>
        <a:cs typeface="+mn-cs"/>
      </a:defRPr>
    </a:lvl7pPr>
    <a:lvl8pPr marL="3200400" algn="l" defTabSz="914400" rtl="0" eaLnBrk="1" latinLnBrk="0" hangingPunct="1">
      <a:defRPr sz="900" kern="1200">
        <a:solidFill>
          <a:schemeClr val="tx1"/>
        </a:solidFill>
        <a:latin typeface="Tahoma" pitchFamily="34" charset="0"/>
        <a:ea typeface="+mn-ea"/>
        <a:cs typeface="+mn-cs"/>
      </a:defRPr>
    </a:lvl8pPr>
    <a:lvl9pPr marL="3657600" algn="l" defTabSz="914400" rtl="0" eaLnBrk="1" latinLnBrk="0" hangingPunct="1">
      <a:defRPr sz="900" kern="1200">
        <a:solidFill>
          <a:schemeClr val="tx1"/>
        </a:solidFill>
        <a:latin typeface="Tahoma" pitchFamily="34" charset="0"/>
        <a:ea typeface="+mn-ea"/>
        <a:cs typeface="+mn-cs"/>
      </a:defRPr>
    </a:lvl9pPr>
  </p:defaultTextStyle>
  <p:extLst>
    <p:ext uri="{EFAFB233-063F-42B5-8137-9DF3F51BA10A}">
      <p15:sldGuideLst xmlns:p15="http://schemas.microsoft.com/office/powerpoint/2012/main">
        <p15:guide id="1" orient="horz" pos="2835">
          <p15:clr>
            <a:srgbClr val="A4A3A4"/>
          </p15:clr>
        </p15:guide>
        <p15:guide id="2" pos="4310">
          <p15:clr>
            <a:srgbClr val="A4A3A4"/>
          </p15:clr>
        </p15:guide>
      </p15:sldGuideLst>
    </p:ext>
    <p:ext uri="{2D200454-40CA-4A62-9FC3-DE9A4176ACB9}">
      <p15:notesGuideLst xmlns:p15="http://schemas.microsoft.com/office/powerpoint/2012/main">
        <p15:guide id="1" orient="horz" pos="3143">
          <p15:clr>
            <a:srgbClr val="A4A3A4"/>
          </p15:clr>
        </p15:guide>
        <p15:guide id="2" pos="2153">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3366FF"/>
    <a:srgbClr val="FFFF00"/>
    <a:srgbClr val="00CC00"/>
    <a:srgbClr val="FF0000"/>
    <a:srgbClr val="969696"/>
    <a:srgbClr val="777777"/>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22446" autoAdjust="0"/>
    <p:restoredTop sz="94396" autoAdjust="0"/>
  </p:normalViewPr>
  <p:slideViewPr>
    <p:cSldViewPr snapToGrid="0">
      <p:cViewPr varScale="1">
        <p:scale>
          <a:sx n="82" d="100"/>
          <a:sy n="82" d="100"/>
        </p:scale>
        <p:origin x="1836" y="96"/>
      </p:cViewPr>
      <p:guideLst>
        <p:guide orient="horz" pos="2835"/>
        <p:guide pos="431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58" d="100"/>
        <a:sy n="58" d="100"/>
      </p:scale>
      <p:origin x="0" y="0"/>
    </p:cViewPr>
  </p:sorterViewPr>
  <p:notesViewPr>
    <p:cSldViewPr snapToGrid="0">
      <p:cViewPr varScale="1">
        <p:scale>
          <a:sx n="44" d="100"/>
          <a:sy n="44" d="100"/>
        </p:scale>
        <p:origin x="-1542" y="-114"/>
      </p:cViewPr>
      <p:guideLst>
        <p:guide orient="horz" pos="3143"/>
        <p:guide pos="2153"/>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60688" cy="498475"/>
          </a:xfrm>
          <a:prstGeom prst="rect">
            <a:avLst/>
          </a:prstGeom>
        </p:spPr>
        <p:txBody>
          <a:bodyPr vert="horz" lIns="91440" tIns="45720" rIns="91440" bIns="45720" rtlCol="0"/>
          <a:lstStyle>
            <a:lvl1pPr algn="l">
              <a:defRPr sz="1200">
                <a:latin typeface="Tahoma" pitchFamily="34" charset="0"/>
              </a:defRPr>
            </a:lvl1pPr>
          </a:lstStyle>
          <a:p>
            <a:pPr>
              <a:defRPr/>
            </a:pPr>
            <a:endParaRPr lang="en-GB"/>
          </a:p>
        </p:txBody>
      </p:sp>
      <p:sp>
        <p:nvSpPr>
          <p:cNvPr id="3" name="Date Placeholder 2"/>
          <p:cNvSpPr>
            <a:spLocks noGrp="1"/>
          </p:cNvSpPr>
          <p:nvPr>
            <p:ph type="dt" sz="quarter" idx="1"/>
          </p:nvPr>
        </p:nvSpPr>
        <p:spPr>
          <a:xfrm>
            <a:off x="3871913" y="0"/>
            <a:ext cx="2960687" cy="498475"/>
          </a:xfrm>
          <a:prstGeom prst="rect">
            <a:avLst/>
          </a:prstGeom>
        </p:spPr>
        <p:txBody>
          <a:bodyPr vert="horz" lIns="91440" tIns="45720" rIns="91440" bIns="45720" rtlCol="0"/>
          <a:lstStyle>
            <a:lvl1pPr algn="r">
              <a:defRPr sz="1200">
                <a:latin typeface="Tahoma" pitchFamily="34" charset="0"/>
              </a:defRPr>
            </a:lvl1pPr>
          </a:lstStyle>
          <a:p>
            <a:pPr>
              <a:defRPr/>
            </a:pPr>
            <a:fld id="{1795414F-D476-4DD2-856E-DFC31EE8148D}" type="datetimeFigureOut">
              <a:rPr lang="en-US"/>
              <a:pPr>
                <a:defRPr/>
              </a:pPr>
              <a:t>5/20/2025</a:t>
            </a:fld>
            <a:endParaRPr lang="en-GB"/>
          </a:p>
        </p:txBody>
      </p:sp>
      <p:sp>
        <p:nvSpPr>
          <p:cNvPr id="4" name="Footer Placeholder 3"/>
          <p:cNvSpPr>
            <a:spLocks noGrp="1"/>
          </p:cNvSpPr>
          <p:nvPr>
            <p:ph type="ftr" sz="quarter" idx="2"/>
          </p:nvPr>
        </p:nvSpPr>
        <p:spPr>
          <a:xfrm>
            <a:off x="0" y="9478963"/>
            <a:ext cx="2960688" cy="498475"/>
          </a:xfrm>
          <a:prstGeom prst="rect">
            <a:avLst/>
          </a:prstGeom>
        </p:spPr>
        <p:txBody>
          <a:bodyPr vert="horz" lIns="91440" tIns="45720" rIns="91440" bIns="45720" rtlCol="0" anchor="b"/>
          <a:lstStyle>
            <a:lvl1pPr algn="l">
              <a:defRPr sz="1200">
                <a:latin typeface="Tahoma" pitchFamily="34" charset="0"/>
              </a:defRPr>
            </a:lvl1pPr>
          </a:lstStyle>
          <a:p>
            <a:pPr>
              <a:defRPr/>
            </a:pPr>
            <a:endParaRPr lang="en-GB"/>
          </a:p>
        </p:txBody>
      </p:sp>
      <p:sp>
        <p:nvSpPr>
          <p:cNvPr id="5" name="Slide Number Placeholder 4"/>
          <p:cNvSpPr>
            <a:spLocks noGrp="1"/>
          </p:cNvSpPr>
          <p:nvPr>
            <p:ph type="sldNum" sz="quarter" idx="3"/>
          </p:nvPr>
        </p:nvSpPr>
        <p:spPr>
          <a:xfrm>
            <a:off x="3871913" y="9478963"/>
            <a:ext cx="2960687" cy="498475"/>
          </a:xfrm>
          <a:prstGeom prst="rect">
            <a:avLst/>
          </a:prstGeom>
        </p:spPr>
        <p:txBody>
          <a:bodyPr vert="horz" lIns="91440" tIns="45720" rIns="91440" bIns="45720" rtlCol="0" anchor="b"/>
          <a:lstStyle>
            <a:lvl1pPr algn="r">
              <a:defRPr sz="1200">
                <a:latin typeface="Tahoma" pitchFamily="34" charset="0"/>
              </a:defRPr>
            </a:lvl1pPr>
          </a:lstStyle>
          <a:p>
            <a:pPr>
              <a:defRPr/>
            </a:pPr>
            <a:fld id="{E9D598F7-2133-4013-82D1-4B3B491A4AC3}" type="slidenum">
              <a:rPr lang="en-GB"/>
              <a:pPr>
                <a:defRPr/>
              </a:pPr>
              <a:t>‹#›</a:t>
            </a:fld>
            <a:endParaRPr lang="en-GB"/>
          </a:p>
        </p:txBody>
      </p:sp>
    </p:spTree>
    <p:extLst>
      <p:ext uri="{BB962C8B-B14F-4D97-AF65-F5344CB8AC3E}">
        <p14:creationId xmlns:p14="http://schemas.microsoft.com/office/powerpoint/2010/main" val="252791028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698" name="Rectangle 2"/>
          <p:cNvSpPr>
            <a:spLocks noGrp="1" noChangeArrowheads="1"/>
          </p:cNvSpPr>
          <p:nvPr>
            <p:ph type="hdr" sz="quarter"/>
          </p:nvPr>
        </p:nvSpPr>
        <p:spPr bwMode="auto">
          <a:xfrm>
            <a:off x="0" y="0"/>
            <a:ext cx="2960688" cy="498475"/>
          </a:xfrm>
          <a:prstGeom prst="rect">
            <a:avLst/>
          </a:prstGeom>
          <a:noFill/>
          <a:ln w="9525">
            <a:noFill/>
            <a:miter lim="800000"/>
            <a:headEnd/>
            <a:tailEnd/>
          </a:ln>
          <a:effectLst/>
        </p:spPr>
        <p:txBody>
          <a:bodyPr vert="horz" wrap="square" lIns="93031" tIns="46516" rIns="93031" bIns="46516" numCol="1" anchor="t" anchorCtr="0" compatLnSpc="1">
            <a:prstTxWarp prst="textNoShape">
              <a:avLst/>
            </a:prstTxWarp>
          </a:bodyPr>
          <a:lstStyle>
            <a:lvl1pPr defTabSz="930275" eaLnBrk="1" hangingPunct="1">
              <a:defRPr sz="1200">
                <a:latin typeface="Times New Roman" pitchFamily="18" charset="0"/>
              </a:defRPr>
            </a:lvl1pPr>
          </a:lstStyle>
          <a:p>
            <a:pPr>
              <a:defRPr/>
            </a:pPr>
            <a:endParaRPr lang="en-US"/>
          </a:p>
        </p:txBody>
      </p:sp>
      <p:sp>
        <p:nvSpPr>
          <p:cNvPr id="29699" name="Rectangle 3"/>
          <p:cNvSpPr>
            <a:spLocks noGrp="1" noChangeArrowheads="1"/>
          </p:cNvSpPr>
          <p:nvPr>
            <p:ph type="dt" idx="1"/>
          </p:nvPr>
        </p:nvSpPr>
        <p:spPr bwMode="auto">
          <a:xfrm>
            <a:off x="3873500" y="0"/>
            <a:ext cx="2960688" cy="498475"/>
          </a:xfrm>
          <a:prstGeom prst="rect">
            <a:avLst/>
          </a:prstGeom>
          <a:noFill/>
          <a:ln w="9525">
            <a:noFill/>
            <a:miter lim="800000"/>
            <a:headEnd/>
            <a:tailEnd/>
          </a:ln>
          <a:effectLst/>
        </p:spPr>
        <p:txBody>
          <a:bodyPr vert="horz" wrap="square" lIns="93031" tIns="46516" rIns="93031" bIns="46516" numCol="1" anchor="t" anchorCtr="0" compatLnSpc="1">
            <a:prstTxWarp prst="textNoShape">
              <a:avLst/>
            </a:prstTxWarp>
          </a:bodyPr>
          <a:lstStyle>
            <a:lvl1pPr algn="r" defTabSz="930275" eaLnBrk="1" hangingPunct="1">
              <a:defRPr sz="1200">
                <a:latin typeface="Times New Roman" pitchFamily="18" charset="0"/>
              </a:defRPr>
            </a:lvl1pPr>
          </a:lstStyle>
          <a:p>
            <a:pPr>
              <a:defRPr/>
            </a:pPr>
            <a:endParaRPr lang="en-US"/>
          </a:p>
        </p:txBody>
      </p:sp>
      <p:sp>
        <p:nvSpPr>
          <p:cNvPr id="72708" name="Rectangle 4"/>
          <p:cNvSpPr>
            <a:spLocks noGrp="1" noRot="1" noChangeAspect="1" noChangeArrowheads="1" noTextEdit="1"/>
          </p:cNvSpPr>
          <p:nvPr>
            <p:ph type="sldImg" idx="2"/>
          </p:nvPr>
        </p:nvSpPr>
        <p:spPr bwMode="auto">
          <a:xfrm>
            <a:off x="574675" y="749300"/>
            <a:ext cx="5684838" cy="3741738"/>
          </a:xfrm>
          <a:prstGeom prst="rect">
            <a:avLst/>
          </a:prstGeom>
          <a:noFill/>
          <a:ln w="9525">
            <a:solidFill>
              <a:srgbClr val="000000"/>
            </a:solidFill>
            <a:miter lim="800000"/>
            <a:headEnd/>
            <a:tailEnd/>
          </a:ln>
        </p:spPr>
      </p:sp>
      <p:sp>
        <p:nvSpPr>
          <p:cNvPr id="29701" name="Rectangle 5"/>
          <p:cNvSpPr>
            <a:spLocks noGrp="1" noChangeArrowheads="1"/>
          </p:cNvSpPr>
          <p:nvPr>
            <p:ph type="body" sz="quarter" idx="3"/>
          </p:nvPr>
        </p:nvSpPr>
        <p:spPr bwMode="auto">
          <a:xfrm>
            <a:off x="911225" y="4740275"/>
            <a:ext cx="5011738" cy="4489450"/>
          </a:xfrm>
          <a:prstGeom prst="rect">
            <a:avLst/>
          </a:prstGeom>
          <a:noFill/>
          <a:ln w="9525">
            <a:noFill/>
            <a:miter lim="800000"/>
            <a:headEnd/>
            <a:tailEnd/>
          </a:ln>
          <a:effectLst/>
        </p:spPr>
        <p:txBody>
          <a:bodyPr vert="horz" wrap="square" lIns="93031" tIns="46516" rIns="93031" bIns="46516"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9702" name="Rectangle 6"/>
          <p:cNvSpPr>
            <a:spLocks noGrp="1" noChangeArrowheads="1"/>
          </p:cNvSpPr>
          <p:nvPr>
            <p:ph type="ftr" sz="quarter" idx="4"/>
          </p:nvPr>
        </p:nvSpPr>
        <p:spPr bwMode="auto">
          <a:xfrm>
            <a:off x="0" y="9480550"/>
            <a:ext cx="2960688" cy="498475"/>
          </a:xfrm>
          <a:prstGeom prst="rect">
            <a:avLst/>
          </a:prstGeom>
          <a:noFill/>
          <a:ln w="9525">
            <a:noFill/>
            <a:miter lim="800000"/>
            <a:headEnd/>
            <a:tailEnd/>
          </a:ln>
          <a:effectLst/>
        </p:spPr>
        <p:txBody>
          <a:bodyPr vert="horz" wrap="square" lIns="93031" tIns="46516" rIns="93031" bIns="46516" numCol="1" anchor="b" anchorCtr="0" compatLnSpc="1">
            <a:prstTxWarp prst="textNoShape">
              <a:avLst/>
            </a:prstTxWarp>
          </a:bodyPr>
          <a:lstStyle>
            <a:lvl1pPr defTabSz="930275" eaLnBrk="1" hangingPunct="1">
              <a:defRPr sz="1200">
                <a:latin typeface="Times New Roman" pitchFamily="18" charset="0"/>
              </a:defRPr>
            </a:lvl1pPr>
          </a:lstStyle>
          <a:p>
            <a:pPr>
              <a:defRPr/>
            </a:pPr>
            <a:endParaRPr lang="en-US"/>
          </a:p>
        </p:txBody>
      </p:sp>
      <p:sp>
        <p:nvSpPr>
          <p:cNvPr id="29703" name="Rectangle 7"/>
          <p:cNvSpPr>
            <a:spLocks noGrp="1" noChangeArrowheads="1"/>
          </p:cNvSpPr>
          <p:nvPr>
            <p:ph type="sldNum" sz="quarter" idx="5"/>
          </p:nvPr>
        </p:nvSpPr>
        <p:spPr bwMode="auto">
          <a:xfrm>
            <a:off x="3873500" y="9480550"/>
            <a:ext cx="2960688" cy="498475"/>
          </a:xfrm>
          <a:prstGeom prst="rect">
            <a:avLst/>
          </a:prstGeom>
          <a:noFill/>
          <a:ln w="9525">
            <a:noFill/>
            <a:miter lim="800000"/>
            <a:headEnd/>
            <a:tailEnd/>
          </a:ln>
          <a:effectLst/>
        </p:spPr>
        <p:txBody>
          <a:bodyPr vert="horz" wrap="square" lIns="93031" tIns="46516" rIns="93031" bIns="46516" numCol="1" anchor="b" anchorCtr="0" compatLnSpc="1">
            <a:prstTxWarp prst="textNoShape">
              <a:avLst/>
            </a:prstTxWarp>
          </a:bodyPr>
          <a:lstStyle>
            <a:lvl1pPr algn="r" defTabSz="930275" eaLnBrk="1" hangingPunct="1">
              <a:defRPr sz="1200">
                <a:latin typeface="Times New Roman" pitchFamily="18" charset="0"/>
              </a:defRPr>
            </a:lvl1pPr>
          </a:lstStyle>
          <a:p>
            <a:pPr>
              <a:defRPr/>
            </a:pPr>
            <a:fld id="{5872934B-F198-4075-B02D-4E5D2B891C00}" type="slidenum">
              <a:rPr lang="en-US"/>
              <a:pPr>
                <a:defRPr/>
              </a:pPr>
              <a:t>‹#›</a:t>
            </a:fld>
            <a:endParaRPr lang="en-US"/>
          </a:p>
        </p:txBody>
      </p:sp>
    </p:spTree>
    <p:extLst>
      <p:ext uri="{BB962C8B-B14F-4D97-AF65-F5344CB8AC3E}">
        <p14:creationId xmlns:p14="http://schemas.microsoft.com/office/powerpoint/2010/main" val="264416553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400" kern="1200">
        <a:solidFill>
          <a:schemeClr val="tx1"/>
        </a:solidFill>
        <a:latin typeface="Times New Roman" pitchFamily="18" charset="0"/>
        <a:ea typeface="+mn-ea"/>
        <a:cs typeface="+mn-cs"/>
      </a:defRPr>
    </a:lvl1pPr>
    <a:lvl2pPr marL="523875" algn="l" rtl="0" eaLnBrk="0" fontAlgn="base" hangingPunct="0">
      <a:spcBef>
        <a:spcPct val="30000"/>
      </a:spcBef>
      <a:spcAft>
        <a:spcPct val="0"/>
      </a:spcAft>
      <a:defRPr sz="1400" kern="1200">
        <a:solidFill>
          <a:schemeClr val="tx1"/>
        </a:solidFill>
        <a:latin typeface="Times New Roman" pitchFamily="18" charset="0"/>
        <a:ea typeface="+mn-ea"/>
        <a:cs typeface="+mn-cs"/>
      </a:defRPr>
    </a:lvl2pPr>
    <a:lvl3pPr marL="1047750" algn="l" rtl="0" eaLnBrk="0" fontAlgn="base" hangingPunct="0">
      <a:spcBef>
        <a:spcPct val="30000"/>
      </a:spcBef>
      <a:spcAft>
        <a:spcPct val="0"/>
      </a:spcAft>
      <a:defRPr sz="1400" kern="1200">
        <a:solidFill>
          <a:schemeClr val="tx1"/>
        </a:solidFill>
        <a:latin typeface="Times New Roman" pitchFamily="18" charset="0"/>
        <a:ea typeface="+mn-ea"/>
        <a:cs typeface="+mn-cs"/>
      </a:defRPr>
    </a:lvl3pPr>
    <a:lvl4pPr marL="1573213" algn="l" rtl="0" eaLnBrk="0" fontAlgn="base" hangingPunct="0">
      <a:spcBef>
        <a:spcPct val="30000"/>
      </a:spcBef>
      <a:spcAft>
        <a:spcPct val="0"/>
      </a:spcAft>
      <a:defRPr sz="1400" kern="1200">
        <a:solidFill>
          <a:schemeClr val="tx1"/>
        </a:solidFill>
        <a:latin typeface="Times New Roman" pitchFamily="18" charset="0"/>
        <a:ea typeface="+mn-ea"/>
        <a:cs typeface="+mn-cs"/>
      </a:defRPr>
    </a:lvl4pPr>
    <a:lvl5pPr marL="2097088" algn="l" rtl="0" eaLnBrk="0" fontAlgn="base" hangingPunct="0">
      <a:spcBef>
        <a:spcPct val="30000"/>
      </a:spcBef>
      <a:spcAft>
        <a:spcPct val="0"/>
      </a:spcAft>
      <a:defRPr sz="1400" kern="1200">
        <a:solidFill>
          <a:schemeClr val="tx1"/>
        </a:solidFill>
        <a:latin typeface="Times New Roman" pitchFamily="18" charset="0"/>
        <a:ea typeface="+mn-ea"/>
        <a:cs typeface="+mn-cs"/>
      </a:defRPr>
    </a:lvl5pPr>
    <a:lvl6pPr marL="2623185" algn="l" defTabSz="1049274" rtl="0" eaLnBrk="1" latinLnBrk="0" hangingPunct="1">
      <a:defRPr sz="1400" kern="1200">
        <a:solidFill>
          <a:schemeClr val="tx1"/>
        </a:solidFill>
        <a:latin typeface="+mn-lt"/>
        <a:ea typeface="+mn-ea"/>
        <a:cs typeface="+mn-cs"/>
      </a:defRPr>
    </a:lvl6pPr>
    <a:lvl7pPr marL="3147822" algn="l" defTabSz="1049274" rtl="0" eaLnBrk="1" latinLnBrk="0" hangingPunct="1">
      <a:defRPr sz="1400" kern="1200">
        <a:solidFill>
          <a:schemeClr val="tx1"/>
        </a:solidFill>
        <a:latin typeface="+mn-lt"/>
        <a:ea typeface="+mn-ea"/>
        <a:cs typeface="+mn-cs"/>
      </a:defRPr>
    </a:lvl7pPr>
    <a:lvl8pPr marL="3672459" algn="l" defTabSz="1049274" rtl="0" eaLnBrk="1" latinLnBrk="0" hangingPunct="1">
      <a:defRPr sz="1400" kern="1200">
        <a:solidFill>
          <a:schemeClr val="tx1"/>
        </a:solidFill>
        <a:latin typeface="+mn-lt"/>
        <a:ea typeface="+mn-ea"/>
        <a:cs typeface="+mn-cs"/>
      </a:defRPr>
    </a:lvl8pPr>
    <a:lvl9pPr marL="4197096" algn="l" defTabSz="1049274"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C06FD5A2-23F0-49C0-ADD6-9D6095AD17FB}" type="slidenum">
              <a:rPr lang="en-US" smtClean="0"/>
              <a:pPr/>
              <a:t>1</a:t>
            </a:fld>
            <a:endParaRPr lang="en-US"/>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p>
            <a:fld id="{42E2159F-B7BA-494B-8339-B5CEB89A0CF4}" type="slidenum">
              <a:rPr lang="en-US" smtClean="0"/>
              <a:pPr/>
              <a:t>2</a:t>
            </a:fld>
            <a:endParaRPr lang="en-US"/>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p:cNvSpPr>
            <a:spLocks noGrp="1" noRot="1" noChangeAspect="1" noTextEdit="1"/>
          </p:cNvSpPr>
          <p:nvPr>
            <p:ph type="sldImg"/>
          </p:nvPr>
        </p:nvSpPr>
        <p:spPr>
          <a:ln/>
        </p:spPr>
      </p:sp>
      <p:sp>
        <p:nvSpPr>
          <p:cNvPr id="83971" name="Notes Placeholder 2"/>
          <p:cNvSpPr>
            <a:spLocks noGrp="1"/>
          </p:cNvSpPr>
          <p:nvPr>
            <p:ph type="body" idx="1"/>
          </p:nvPr>
        </p:nvSpPr>
        <p:spPr>
          <a:noFill/>
          <a:ln/>
        </p:spPr>
        <p:txBody>
          <a:bodyPr/>
          <a:lstStyle/>
          <a:p>
            <a:endParaRPr lang="en-GB">
              <a:latin typeface="Times New Roman" charset="0"/>
            </a:endParaRPr>
          </a:p>
        </p:txBody>
      </p:sp>
      <p:sp>
        <p:nvSpPr>
          <p:cNvPr id="83972" name="Slide Number Placeholder 3"/>
          <p:cNvSpPr>
            <a:spLocks noGrp="1"/>
          </p:cNvSpPr>
          <p:nvPr>
            <p:ph type="sldNum" sz="quarter" idx="5"/>
          </p:nvPr>
        </p:nvSpPr>
        <p:spPr>
          <a:noFill/>
        </p:spPr>
        <p:txBody>
          <a:bodyPr/>
          <a:lstStyle/>
          <a:p>
            <a:fld id="{C9268960-9EF5-4D75-854F-0A298182DBA5}" type="slidenum">
              <a:rPr lang="en-US" smtClean="0">
                <a:latin typeface="Times New Roman" charset="0"/>
              </a:rPr>
              <a:pPr/>
              <a:t>11</a:t>
            </a:fld>
            <a:endParaRPr lang="en-US">
              <a:latin typeface="Times New Roman"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txBox="1">
            <a:spLocks noGrp="1" noChangeArrowheads="1"/>
          </p:cNvSpPr>
          <p:nvPr/>
        </p:nvSpPr>
        <p:spPr bwMode="auto">
          <a:xfrm>
            <a:off x="3872707" y="9480074"/>
            <a:ext cx="2961481" cy="498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9050" tIns="0" rIns="19050" bIns="0" anchor="b"/>
          <a:lstStyle>
            <a:lvl1pPr>
              <a:defRPr sz="2400">
                <a:solidFill>
                  <a:schemeClr val="tx1"/>
                </a:solidFill>
                <a:latin typeface="Times New Roman" pitchFamily="18" charset="0"/>
                <a:cs typeface="Arial" pitchFamily="34" charset="0"/>
              </a:defRPr>
            </a:lvl1pPr>
            <a:lvl2pPr marL="742950" indent="-285750">
              <a:defRPr sz="2400">
                <a:solidFill>
                  <a:schemeClr val="tx1"/>
                </a:solidFill>
                <a:latin typeface="Times New Roman" pitchFamily="18" charset="0"/>
                <a:cs typeface="Arial" pitchFamily="34" charset="0"/>
              </a:defRPr>
            </a:lvl2pPr>
            <a:lvl3pPr marL="1143000" indent="-228600">
              <a:defRPr sz="2400">
                <a:solidFill>
                  <a:schemeClr val="tx1"/>
                </a:solidFill>
                <a:latin typeface="Times New Roman" pitchFamily="18" charset="0"/>
                <a:cs typeface="Arial" pitchFamily="34" charset="0"/>
              </a:defRPr>
            </a:lvl3pPr>
            <a:lvl4pPr marL="1600200" indent="-228600">
              <a:defRPr sz="2400">
                <a:solidFill>
                  <a:schemeClr val="tx1"/>
                </a:solidFill>
                <a:latin typeface="Times New Roman" pitchFamily="18" charset="0"/>
                <a:cs typeface="Arial" pitchFamily="34" charset="0"/>
              </a:defRPr>
            </a:lvl4pPr>
            <a:lvl5pPr marL="2057400" indent="-228600">
              <a:defRPr sz="2400">
                <a:solidFill>
                  <a:schemeClr val="tx1"/>
                </a:solidFill>
                <a:latin typeface="Times New Roman" pitchFamily="18" charset="0"/>
                <a:cs typeface="Arial" pitchFamily="34" charset="0"/>
              </a:defRPr>
            </a:lvl5pPr>
            <a:lvl6pPr marL="2514600" indent="-228600" eaLnBrk="0" fontAlgn="base" hangingPunct="0">
              <a:spcBef>
                <a:spcPct val="0"/>
              </a:spcBef>
              <a:spcAft>
                <a:spcPct val="0"/>
              </a:spcAft>
              <a:defRPr sz="2400">
                <a:solidFill>
                  <a:schemeClr val="tx1"/>
                </a:solidFill>
                <a:latin typeface="Times New Roman" pitchFamily="18" charset="0"/>
                <a:cs typeface="Arial" pitchFamily="34" charset="0"/>
              </a:defRPr>
            </a:lvl6pPr>
            <a:lvl7pPr marL="2971800" indent="-228600" eaLnBrk="0" fontAlgn="base" hangingPunct="0">
              <a:spcBef>
                <a:spcPct val="0"/>
              </a:spcBef>
              <a:spcAft>
                <a:spcPct val="0"/>
              </a:spcAft>
              <a:defRPr sz="2400">
                <a:solidFill>
                  <a:schemeClr val="tx1"/>
                </a:solidFill>
                <a:latin typeface="Times New Roman" pitchFamily="18" charset="0"/>
                <a:cs typeface="Arial" pitchFamily="34" charset="0"/>
              </a:defRPr>
            </a:lvl7pPr>
            <a:lvl8pPr marL="3429000" indent="-228600" eaLnBrk="0" fontAlgn="base" hangingPunct="0">
              <a:spcBef>
                <a:spcPct val="0"/>
              </a:spcBef>
              <a:spcAft>
                <a:spcPct val="0"/>
              </a:spcAft>
              <a:defRPr sz="2400">
                <a:solidFill>
                  <a:schemeClr val="tx1"/>
                </a:solidFill>
                <a:latin typeface="Times New Roman" pitchFamily="18" charset="0"/>
                <a:cs typeface="Arial" pitchFamily="34" charset="0"/>
              </a:defRPr>
            </a:lvl8pPr>
            <a:lvl9pPr marL="3886200" indent="-228600" eaLnBrk="0" fontAlgn="base" hangingPunct="0">
              <a:spcBef>
                <a:spcPct val="0"/>
              </a:spcBef>
              <a:spcAft>
                <a:spcPct val="0"/>
              </a:spcAft>
              <a:defRPr sz="2400">
                <a:solidFill>
                  <a:schemeClr val="tx1"/>
                </a:solidFill>
                <a:latin typeface="Times New Roman" pitchFamily="18" charset="0"/>
                <a:cs typeface="Arial" pitchFamily="34" charset="0"/>
              </a:defRPr>
            </a:lvl9pPr>
          </a:lstStyle>
          <a:p>
            <a:pPr algn="r"/>
            <a:fld id="{1D0F7F05-51BF-46A0-B4BB-914D0E614BB4}" type="slidenum">
              <a:rPr lang="en-US" altLang="en-US" sz="1000" i="1"/>
              <a:pPr algn="r"/>
              <a:t>29</a:t>
            </a:fld>
            <a:endParaRPr lang="en-US" altLang="en-US" sz="1000" i="1"/>
          </a:p>
        </p:txBody>
      </p:sp>
      <p:sp>
        <p:nvSpPr>
          <p:cNvPr id="33795" name="Rectangle 2"/>
          <p:cNvSpPr>
            <a:spLocks noGrp="1" noRot="1" noChangeAspect="1" noChangeArrowheads="1" noTextEdit="1"/>
          </p:cNvSpPr>
          <p:nvPr>
            <p:ph type="sldImg"/>
          </p:nvPr>
        </p:nvSpPr>
        <p:spPr bwMode="auto">
          <a:xfrm>
            <a:off x="585788" y="755650"/>
            <a:ext cx="5662612" cy="3727450"/>
          </a:xfrm>
          <a:prstGeom prst="rect">
            <a:avLst/>
          </a:prstGeom>
          <a:solidFill>
            <a:srgbClr val="FFFFFF"/>
          </a:solidFill>
          <a:ln>
            <a:solidFill>
              <a:srgbClr val="000000"/>
            </a:solidFill>
            <a:miter lim="800000"/>
            <a:headEnd/>
            <a:tailEnd/>
          </a:ln>
        </p:spPr>
      </p:sp>
      <p:sp>
        <p:nvSpPr>
          <p:cNvPr id="33796" name="Rectangle 3"/>
          <p:cNvSpPr>
            <a:spLocks noGrp="1" noChangeArrowheads="1"/>
          </p:cNvSpPr>
          <p:nvPr>
            <p:ph type="body" idx="1"/>
          </p:nvPr>
        </p:nvSpPr>
        <p:spPr bwMode="auto">
          <a:xfrm>
            <a:off x="911225" y="4740037"/>
            <a:ext cx="5011738" cy="4490561"/>
          </a:xfrm>
          <a:prstGeom prst="rect">
            <a:avLst/>
          </a:prstGeom>
          <a:solidFill>
            <a:srgbClr val="FFFFFF"/>
          </a:solidFill>
          <a:ln>
            <a:solidFill>
              <a:srgbClr val="000000"/>
            </a:solidFill>
            <a:miter lim="800000"/>
            <a:headEnd/>
            <a:tailEnd/>
          </a:ln>
        </p:spPr>
        <p:txBody>
          <a:bodyPr lIns="92075" tIns="46038" rIns="92075" bIns="46038"/>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p:cNvSpPr>
            <a:spLocks noGrp="1" noRot="1" noChangeAspect="1" noTextEdit="1"/>
          </p:cNvSpPr>
          <p:nvPr>
            <p:ph type="sldImg"/>
          </p:nvPr>
        </p:nvSpPr>
        <p:spPr>
          <a:ln/>
        </p:spPr>
      </p:sp>
      <p:sp>
        <p:nvSpPr>
          <p:cNvPr id="112643" name="Notes Placeholder 2"/>
          <p:cNvSpPr>
            <a:spLocks noGrp="1"/>
          </p:cNvSpPr>
          <p:nvPr>
            <p:ph type="body" idx="1"/>
          </p:nvPr>
        </p:nvSpPr>
        <p:spPr>
          <a:noFill/>
          <a:ln/>
        </p:spPr>
        <p:txBody>
          <a:bodyPr/>
          <a:lstStyle/>
          <a:p>
            <a:endParaRPr lang="en-GB">
              <a:latin typeface="Times New Roman" charset="0"/>
            </a:endParaRPr>
          </a:p>
        </p:txBody>
      </p:sp>
      <p:sp>
        <p:nvSpPr>
          <p:cNvPr id="112644" name="Slide Number Placeholder 3"/>
          <p:cNvSpPr>
            <a:spLocks noGrp="1"/>
          </p:cNvSpPr>
          <p:nvPr>
            <p:ph type="sldNum" sz="quarter" idx="5"/>
          </p:nvPr>
        </p:nvSpPr>
        <p:spPr>
          <a:noFill/>
        </p:spPr>
        <p:txBody>
          <a:bodyPr/>
          <a:lstStyle/>
          <a:p>
            <a:fld id="{C571D28F-5BA1-40AC-81A6-41DD840C6CB2}" type="slidenum">
              <a:rPr lang="en-US" smtClean="0">
                <a:latin typeface="Times New Roman" charset="0"/>
              </a:rPr>
              <a:pPr/>
              <a:t>30</a:t>
            </a:fld>
            <a:endParaRPr lang="en-US">
              <a:latin typeface="Times New Roman"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85788" y="755650"/>
            <a:ext cx="5662612" cy="3727450"/>
          </a:xfrm>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pPr>
              <a:defRPr/>
            </a:pPr>
            <a:fld id="{02BFE9CC-D952-411B-9EBD-7EF48EA6F8F4}" type="slidenum">
              <a:rPr lang="en-US" smtClean="0"/>
              <a:pPr>
                <a:defRPr/>
              </a:pPr>
              <a:t>43</a:t>
            </a:fld>
            <a:endParaRPr lang="en-US"/>
          </a:p>
        </p:txBody>
      </p:sp>
    </p:spTree>
    <p:extLst>
      <p:ext uri="{BB962C8B-B14F-4D97-AF65-F5344CB8AC3E}">
        <p14:creationId xmlns:p14="http://schemas.microsoft.com/office/powerpoint/2010/main" val="4489802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p:spPr>
        <p:txBody>
          <a:bodyPr/>
          <a:lstStyle/>
          <a:p>
            <a:fld id="{AC48F005-04AC-4296-99F6-03AB785B97CF}" type="slidenum">
              <a:rPr lang="en-US" smtClean="0"/>
              <a:pPr/>
              <a:t>44</a:t>
            </a:fld>
            <a:endParaRPr lang="en-US"/>
          </a:p>
        </p:txBody>
      </p:sp>
      <p:sp>
        <p:nvSpPr>
          <p:cNvPr id="141315" name="Rectangle 2"/>
          <p:cNvSpPr>
            <a:spLocks noGrp="1" noRot="1" noChangeAspect="1" noChangeArrowheads="1" noTextEdit="1"/>
          </p:cNvSpPr>
          <p:nvPr>
            <p:ph type="sldImg"/>
          </p:nvPr>
        </p:nvSpPr>
        <p:spPr>
          <a:ln/>
        </p:spPr>
      </p:sp>
      <p:sp>
        <p:nvSpPr>
          <p:cNvPr id="141316"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18"/>
          <p:cNvGrpSpPr>
            <a:grpSpLocks/>
          </p:cNvGrpSpPr>
          <p:nvPr userDrawn="1"/>
        </p:nvGrpSpPr>
        <p:grpSpPr bwMode="auto">
          <a:xfrm>
            <a:off x="201613" y="3200400"/>
            <a:ext cx="13479462" cy="1381125"/>
            <a:chOff x="0" y="1536"/>
            <a:chExt cx="5675" cy="663"/>
          </a:xfrm>
        </p:grpSpPr>
        <p:grpSp>
          <p:nvGrpSpPr>
            <p:cNvPr id="5" name="Group 19"/>
            <p:cNvGrpSpPr>
              <a:grpSpLocks/>
            </p:cNvGrpSpPr>
            <p:nvPr/>
          </p:nvGrpSpPr>
          <p:grpSpPr bwMode="auto">
            <a:xfrm>
              <a:off x="185" y="1604"/>
              <a:ext cx="449" cy="300"/>
              <a:chOff x="720" y="336"/>
              <a:chExt cx="624" cy="433"/>
            </a:xfrm>
          </p:grpSpPr>
          <p:sp>
            <p:nvSpPr>
              <p:cNvPr id="12" name="Rectangle 20"/>
              <p:cNvSpPr>
                <a:spLocks noChangeArrowheads="1"/>
              </p:cNvSpPr>
              <p:nvPr/>
            </p:nvSpPr>
            <p:spPr bwMode="auto">
              <a:xfrm>
                <a:off x="720" y="336"/>
                <a:ext cx="385" cy="433"/>
              </a:xfrm>
              <a:prstGeom prst="rect">
                <a:avLst/>
              </a:prstGeom>
              <a:solidFill>
                <a:schemeClr val="folHlink"/>
              </a:solidFill>
              <a:ln w="9525">
                <a:noFill/>
                <a:miter lim="800000"/>
                <a:headEnd/>
                <a:tailEnd/>
              </a:ln>
              <a:effectLst/>
            </p:spPr>
            <p:txBody>
              <a:bodyPr wrap="none" anchor="ctr"/>
              <a:lstStyle/>
              <a:p>
                <a:pPr>
                  <a:defRPr/>
                </a:pPr>
                <a:endParaRPr lang="en-GB"/>
              </a:p>
            </p:txBody>
          </p:sp>
          <p:sp>
            <p:nvSpPr>
              <p:cNvPr id="13" name="Rectangle 21"/>
              <p:cNvSpPr>
                <a:spLocks noChangeArrowheads="1"/>
              </p:cNvSpPr>
              <p:nvPr/>
            </p:nvSpPr>
            <p:spPr bwMode="auto">
              <a:xfrm>
                <a:off x="1056" y="336"/>
                <a:ext cx="288" cy="43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defRPr/>
                </a:pPr>
                <a:endParaRPr lang="en-GB"/>
              </a:p>
            </p:txBody>
          </p:sp>
        </p:grpSp>
        <p:grpSp>
          <p:nvGrpSpPr>
            <p:cNvPr id="6" name="Group 22"/>
            <p:cNvGrpSpPr>
              <a:grpSpLocks/>
            </p:cNvGrpSpPr>
            <p:nvPr/>
          </p:nvGrpSpPr>
          <p:grpSpPr bwMode="auto">
            <a:xfrm>
              <a:off x="262" y="1872"/>
              <a:ext cx="466" cy="300"/>
              <a:chOff x="912" y="2640"/>
              <a:chExt cx="673" cy="433"/>
            </a:xfrm>
          </p:grpSpPr>
          <p:sp>
            <p:nvSpPr>
              <p:cNvPr id="10" name="Rectangle 23"/>
              <p:cNvSpPr>
                <a:spLocks noChangeArrowheads="1"/>
              </p:cNvSpPr>
              <p:nvPr/>
            </p:nvSpPr>
            <p:spPr bwMode="auto">
              <a:xfrm>
                <a:off x="912" y="2640"/>
                <a:ext cx="384" cy="433"/>
              </a:xfrm>
              <a:prstGeom prst="rect">
                <a:avLst/>
              </a:prstGeom>
              <a:solidFill>
                <a:schemeClr val="accent2"/>
              </a:solidFill>
              <a:ln w="9525">
                <a:noFill/>
                <a:miter lim="800000"/>
                <a:headEnd/>
                <a:tailEnd/>
              </a:ln>
              <a:effectLst/>
            </p:spPr>
            <p:txBody>
              <a:bodyPr wrap="none" anchor="ctr"/>
              <a:lstStyle/>
              <a:p>
                <a:pPr>
                  <a:defRPr/>
                </a:pPr>
                <a:endParaRPr lang="en-GB"/>
              </a:p>
            </p:txBody>
          </p:sp>
          <p:sp>
            <p:nvSpPr>
              <p:cNvPr id="11" name="Rectangle 24"/>
              <p:cNvSpPr>
                <a:spLocks noChangeArrowheads="1"/>
              </p:cNvSpPr>
              <p:nvPr/>
            </p:nvSpPr>
            <p:spPr bwMode="auto">
              <a:xfrm>
                <a:off x="1252" y="2640"/>
                <a:ext cx="333" cy="43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defRPr/>
                </a:pPr>
                <a:endParaRPr lang="en-GB"/>
              </a:p>
            </p:txBody>
          </p:sp>
        </p:grpSp>
        <p:sp>
          <p:nvSpPr>
            <p:cNvPr id="7" name="Rectangle 25"/>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defRPr/>
              </a:pPr>
              <a:endParaRPr lang="en-GB"/>
            </a:p>
          </p:txBody>
        </p:sp>
        <p:sp>
          <p:nvSpPr>
            <p:cNvPr id="8" name="Rectangle 26"/>
            <p:cNvSpPr>
              <a:spLocks noChangeArrowheads="1"/>
            </p:cNvSpPr>
            <p:nvPr/>
          </p:nvSpPr>
          <p:spPr bwMode="auto">
            <a:xfrm>
              <a:off x="400" y="1536"/>
              <a:ext cx="20" cy="663"/>
            </a:xfrm>
            <a:prstGeom prst="rect">
              <a:avLst/>
            </a:prstGeom>
            <a:solidFill>
              <a:schemeClr val="bg2"/>
            </a:solidFill>
            <a:ln w="9525">
              <a:noFill/>
              <a:miter lim="800000"/>
              <a:headEnd/>
              <a:tailEnd/>
            </a:ln>
            <a:effectLst/>
          </p:spPr>
          <p:txBody>
            <a:bodyPr wrap="none" anchor="ctr"/>
            <a:lstStyle/>
            <a:p>
              <a:pPr>
                <a:defRPr/>
              </a:pPr>
              <a:endParaRPr lang="en-GB"/>
            </a:p>
          </p:txBody>
        </p:sp>
        <p:sp>
          <p:nvSpPr>
            <p:cNvPr id="9" name="Rectangle 27"/>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defRPr/>
              </a:pPr>
              <a:endParaRPr lang="en-GB"/>
            </a:p>
          </p:txBody>
        </p:sp>
      </p:grpSp>
      <p:sp>
        <p:nvSpPr>
          <p:cNvPr id="230412" name="Rectangle 12"/>
          <p:cNvSpPr>
            <a:spLocks noGrp="1" noChangeArrowheads="1"/>
          </p:cNvSpPr>
          <p:nvPr>
            <p:ph type="ctrTitle"/>
          </p:nvPr>
        </p:nvSpPr>
        <p:spPr bwMode="auto">
          <a:xfrm>
            <a:off x="1710135" y="2200278"/>
            <a:ext cx="11628914" cy="1700213"/>
          </a:xfrm>
          <a:prstGeom prst="rect">
            <a:avLst/>
          </a:prstGeom>
          <a:noFill/>
          <a:ln>
            <a:miter lim="800000"/>
            <a:headEnd/>
            <a:tailEnd/>
          </a:ln>
        </p:spPr>
        <p:txBody>
          <a:bodyPr vert="horz" wrap="square" lIns="104927" tIns="52464" rIns="104927" bIns="52464" numCol="1" anchor="b" anchorCtr="0" compatLnSpc="1">
            <a:prstTxWarp prst="textNoShape">
              <a:avLst/>
            </a:prstTxWarp>
          </a:bodyPr>
          <a:lstStyle>
            <a:lvl1pPr>
              <a:defRPr/>
            </a:lvl1pPr>
          </a:lstStyle>
          <a:p>
            <a:r>
              <a:rPr lang="en-US"/>
              <a:t>Click to edit Master title style</a:t>
            </a:r>
          </a:p>
        </p:txBody>
      </p:sp>
      <p:sp>
        <p:nvSpPr>
          <p:cNvPr id="230413" name="Rectangle 13"/>
          <p:cNvSpPr>
            <a:spLocks noGrp="1" noChangeArrowheads="1"/>
          </p:cNvSpPr>
          <p:nvPr>
            <p:ph type="subTitle" idx="1"/>
          </p:nvPr>
        </p:nvSpPr>
        <p:spPr>
          <a:xfrm>
            <a:off x="912072" y="4581525"/>
            <a:ext cx="12769003" cy="4100513"/>
          </a:xfrm>
        </p:spPr>
        <p:txBody>
          <a:bodyPr/>
          <a:lstStyle>
            <a:lvl1pPr marL="0" indent="0" algn="ctr">
              <a:buFont typeface="Wingdings" pitchFamily="2" charset="2"/>
              <a:buNone/>
              <a:defRPr/>
            </a:lvl1pPr>
          </a:lstStyle>
          <a:p>
            <a:r>
              <a:rPr lang="en-US"/>
              <a:t>Click to edit Master subtitle style</a:t>
            </a:r>
          </a:p>
        </p:txBody>
      </p:sp>
    </p:spTree>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80713" y="5784060"/>
            <a:ext cx="11628914" cy="1787723"/>
          </a:xfrm>
          <a:prstGeom prst="rect">
            <a:avLst/>
          </a:prstGeom>
        </p:spPr>
        <p:txBody>
          <a:bodyPr lIns="104927" tIns="52464" rIns="104927" bIns="52464" anchor="t"/>
          <a:lstStyle>
            <a:lvl1pPr algn="l">
              <a:defRPr sz="4600" b="1" cap="all"/>
            </a:lvl1pPr>
          </a:lstStyle>
          <a:p>
            <a:r>
              <a:rPr lang="en-US"/>
              <a:t>Click to edit Master title style</a:t>
            </a:r>
            <a:endParaRPr lang="en-GB"/>
          </a:p>
        </p:txBody>
      </p:sp>
      <p:sp>
        <p:nvSpPr>
          <p:cNvPr id="3" name="Text Placeholder 2"/>
          <p:cNvSpPr>
            <a:spLocks noGrp="1"/>
          </p:cNvSpPr>
          <p:nvPr>
            <p:ph type="body" idx="1"/>
          </p:nvPr>
        </p:nvSpPr>
        <p:spPr>
          <a:xfrm>
            <a:off x="1080713" y="3815065"/>
            <a:ext cx="11628914" cy="1968995"/>
          </a:xfrm>
        </p:spPr>
        <p:txBody>
          <a:bodyPr anchor="b"/>
          <a:lstStyle>
            <a:lvl1pPr marL="0" indent="0">
              <a:buNone/>
              <a:defRPr sz="2300"/>
            </a:lvl1pPr>
            <a:lvl2pPr marL="524637" indent="0">
              <a:buNone/>
              <a:defRPr sz="2100"/>
            </a:lvl2pPr>
            <a:lvl3pPr marL="1049274" indent="0">
              <a:buNone/>
              <a:defRPr sz="1800"/>
            </a:lvl3pPr>
            <a:lvl4pPr marL="1573911" indent="0">
              <a:buNone/>
              <a:defRPr sz="1600"/>
            </a:lvl4pPr>
            <a:lvl5pPr marL="2098548" indent="0">
              <a:buNone/>
              <a:defRPr sz="1600"/>
            </a:lvl5pPr>
            <a:lvl6pPr marL="2623185" indent="0">
              <a:buNone/>
              <a:defRPr sz="1600"/>
            </a:lvl6pPr>
            <a:lvl7pPr marL="3147822" indent="0">
              <a:buNone/>
              <a:defRPr sz="1600"/>
            </a:lvl7pPr>
            <a:lvl8pPr marL="3672459" indent="0">
              <a:buNone/>
              <a:defRPr sz="1600"/>
            </a:lvl8pPr>
            <a:lvl9pPr marL="4197096" indent="0">
              <a:buNone/>
              <a:defRPr sz="1600"/>
            </a:lvl9pPr>
          </a:lstStyle>
          <a:p>
            <a:pPr lvl="0"/>
            <a:r>
              <a:rPr lang="en-US"/>
              <a:t>Click to edit Master text styles</a:t>
            </a:r>
          </a:p>
        </p:txBody>
      </p:sp>
    </p:spTree>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84056" y="360462"/>
            <a:ext cx="12312968" cy="1500188"/>
          </a:xfrm>
          <a:prstGeom prst="rect">
            <a:avLst/>
          </a:prstGeom>
        </p:spPr>
        <p:txBody>
          <a:bodyPr lIns="104927" tIns="52464" rIns="104927" bIns="52464"/>
          <a:lstStyle/>
          <a:p>
            <a:r>
              <a:rPr lang="en-US"/>
              <a:t>Click to edit Master title style</a:t>
            </a:r>
            <a:endParaRPr lang="en-GB"/>
          </a:p>
        </p:txBody>
      </p:sp>
      <p:sp>
        <p:nvSpPr>
          <p:cNvPr id="3" name="Content Placeholder 2"/>
          <p:cNvSpPr>
            <a:spLocks noGrp="1"/>
          </p:cNvSpPr>
          <p:nvPr>
            <p:ph sz="half" idx="1"/>
          </p:nvPr>
        </p:nvSpPr>
        <p:spPr>
          <a:xfrm>
            <a:off x="546296" y="0"/>
            <a:ext cx="6151733" cy="8569822"/>
          </a:xfrm>
        </p:spPr>
        <p:txBody>
          <a:bodyPr/>
          <a:lstStyle>
            <a:lvl1pPr>
              <a:defRPr sz="3200"/>
            </a:lvl1pPr>
            <a:lvl2pPr>
              <a:defRPr sz="2800"/>
            </a:lvl2pPr>
            <a:lvl3pPr>
              <a:defRPr sz="23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926047" y="0"/>
            <a:ext cx="6154110" cy="8569822"/>
          </a:xfrm>
        </p:spPr>
        <p:txBody>
          <a:bodyPr/>
          <a:lstStyle>
            <a:lvl1pPr>
              <a:defRPr sz="3200"/>
            </a:lvl1pPr>
            <a:lvl2pPr>
              <a:defRPr sz="2800"/>
            </a:lvl2pPr>
            <a:lvl3pPr>
              <a:defRPr sz="23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4056" y="360462"/>
            <a:ext cx="12312968" cy="1500188"/>
          </a:xfrm>
          <a:prstGeom prst="rect">
            <a:avLst/>
          </a:prstGeom>
        </p:spPr>
        <p:txBody>
          <a:bodyPr lIns="104927" tIns="52464" rIns="104927" bIns="52464"/>
          <a:lstStyle>
            <a:lvl1pPr>
              <a:defRPr/>
            </a:lvl1pPr>
          </a:lstStyle>
          <a:p>
            <a:r>
              <a:rPr lang="en-US"/>
              <a:t>Click to edit Master title style</a:t>
            </a:r>
            <a:endParaRPr lang="en-GB"/>
          </a:p>
        </p:txBody>
      </p:sp>
      <p:sp>
        <p:nvSpPr>
          <p:cNvPr id="3" name="Text Placeholder 2"/>
          <p:cNvSpPr>
            <a:spLocks noGrp="1"/>
          </p:cNvSpPr>
          <p:nvPr>
            <p:ph type="body" idx="1"/>
          </p:nvPr>
        </p:nvSpPr>
        <p:spPr>
          <a:xfrm>
            <a:off x="684054" y="2014836"/>
            <a:ext cx="6044851" cy="839688"/>
          </a:xfrm>
        </p:spPr>
        <p:txBody>
          <a:bodyPr anchor="b"/>
          <a:lstStyle>
            <a:lvl1pPr marL="0" indent="0">
              <a:buNone/>
              <a:defRPr sz="2800" b="1"/>
            </a:lvl1pPr>
            <a:lvl2pPr marL="524637" indent="0">
              <a:buNone/>
              <a:defRPr sz="2300" b="1"/>
            </a:lvl2pPr>
            <a:lvl3pPr marL="1049274" indent="0">
              <a:buNone/>
              <a:defRPr sz="2100" b="1"/>
            </a:lvl3pPr>
            <a:lvl4pPr marL="1573911" indent="0">
              <a:buNone/>
              <a:defRPr sz="1800" b="1"/>
            </a:lvl4pPr>
            <a:lvl5pPr marL="2098548" indent="0">
              <a:buNone/>
              <a:defRPr sz="1800" b="1"/>
            </a:lvl5pPr>
            <a:lvl6pPr marL="2623185" indent="0">
              <a:buNone/>
              <a:defRPr sz="1800" b="1"/>
            </a:lvl6pPr>
            <a:lvl7pPr marL="3147822" indent="0">
              <a:buNone/>
              <a:defRPr sz="1800" b="1"/>
            </a:lvl7pPr>
            <a:lvl8pPr marL="3672459" indent="0">
              <a:buNone/>
              <a:defRPr sz="1800" b="1"/>
            </a:lvl8pPr>
            <a:lvl9pPr marL="4197096" indent="0">
              <a:buNone/>
              <a:defRPr sz="1800" b="1"/>
            </a:lvl9pPr>
          </a:lstStyle>
          <a:p>
            <a:pPr lvl="0"/>
            <a:r>
              <a:rPr lang="en-US"/>
              <a:t>Click to edit Master text styles</a:t>
            </a:r>
          </a:p>
        </p:txBody>
      </p:sp>
      <p:sp>
        <p:nvSpPr>
          <p:cNvPr id="4" name="Content Placeholder 3"/>
          <p:cNvSpPr>
            <a:spLocks noGrp="1"/>
          </p:cNvSpPr>
          <p:nvPr>
            <p:ph sz="half" idx="2"/>
          </p:nvPr>
        </p:nvSpPr>
        <p:spPr>
          <a:xfrm>
            <a:off x="684054" y="2854523"/>
            <a:ext cx="6044851" cy="5186066"/>
          </a:xfrm>
        </p:spPr>
        <p:txBody>
          <a:bodyPr/>
          <a:lstStyle>
            <a:lvl1pPr>
              <a:defRPr sz="2800"/>
            </a:lvl1pPr>
            <a:lvl2pPr>
              <a:defRPr sz="23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949797" y="2014836"/>
            <a:ext cx="6047226" cy="839688"/>
          </a:xfrm>
        </p:spPr>
        <p:txBody>
          <a:bodyPr anchor="b"/>
          <a:lstStyle>
            <a:lvl1pPr marL="0" indent="0">
              <a:buNone/>
              <a:defRPr sz="2800" b="1"/>
            </a:lvl1pPr>
            <a:lvl2pPr marL="524637" indent="0">
              <a:buNone/>
              <a:defRPr sz="2300" b="1"/>
            </a:lvl2pPr>
            <a:lvl3pPr marL="1049274" indent="0">
              <a:buNone/>
              <a:defRPr sz="2100" b="1"/>
            </a:lvl3pPr>
            <a:lvl4pPr marL="1573911" indent="0">
              <a:buNone/>
              <a:defRPr sz="1800" b="1"/>
            </a:lvl4pPr>
            <a:lvl5pPr marL="2098548" indent="0">
              <a:buNone/>
              <a:defRPr sz="1800" b="1"/>
            </a:lvl5pPr>
            <a:lvl6pPr marL="2623185" indent="0">
              <a:buNone/>
              <a:defRPr sz="1800" b="1"/>
            </a:lvl6pPr>
            <a:lvl7pPr marL="3147822" indent="0">
              <a:buNone/>
              <a:defRPr sz="1800" b="1"/>
            </a:lvl7pPr>
            <a:lvl8pPr marL="3672459" indent="0">
              <a:buNone/>
              <a:defRPr sz="1800" b="1"/>
            </a:lvl8pPr>
            <a:lvl9pPr marL="4197096" indent="0">
              <a:buNone/>
              <a:defRPr sz="1800" b="1"/>
            </a:lvl9pPr>
          </a:lstStyle>
          <a:p>
            <a:pPr lvl="0"/>
            <a:r>
              <a:rPr lang="en-US"/>
              <a:t>Click to edit Master text styles</a:t>
            </a:r>
          </a:p>
        </p:txBody>
      </p:sp>
      <p:sp>
        <p:nvSpPr>
          <p:cNvPr id="6" name="Content Placeholder 5"/>
          <p:cNvSpPr>
            <a:spLocks noGrp="1"/>
          </p:cNvSpPr>
          <p:nvPr>
            <p:ph sz="quarter" idx="4"/>
          </p:nvPr>
        </p:nvSpPr>
        <p:spPr>
          <a:xfrm>
            <a:off x="6949797" y="2854523"/>
            <a:ext cx="6047226" cy="5186066"/>
          </a:xfrm>
        </p:spPr>
        <p:txBody>
          <a:bodyPr/>
          <a:lstStyle>
            <a:lvl1pPr>
              <a:defRPr sz="2800"/>
            </a:lvl1pPr>
            <a:lvl2pPr>
              <a:defRPr sz="2300"/>
            </a:lvl2pPr>
            <a:lvl3pPr>
              <a:defRPr sz="21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84056" y="360462"/>
            <a:ext cx="12312968" cy="1500188"/>
          </a:xfrm>
          <a:prstGeom prst="rect">
            <a:avLst/>
          </a:prstGeom>
        </p:spPr>
        <p:txBody>
          <a:bodyPr lIns="104927" tIns="52464" rIns="104927" bIns="52464"/>
          <a:lstStyle/>
          <a:p>
            <a:r>
              <a:rPr lang="en-US"/>
              <a:t>Click to edit Master title style</a:t>
            </a:r>
            <a:endParaRPr lang="en-GB"/>
          </a:p>
        </p:txBody>
      </p:sp>
    </p:spTree>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4055" y="358381"/>
            <a:ext cx="4500980" cy="1525191"/>
          </a:xfrm>
          <a:prstGeom prst="rect">
            <a:avLst/>
          </a:prstGeom>
        </p:spPr>
        <p:txBody>
          <a:bodyPr lIns="104927" tIns="52464" rIns="104927" bIns="52464" anchor="b"/>
          <a:lstStyle>
            <a:lvl1pPr algn="l">
              <a:defRPr sz="2300" b="1"/>
            </a:lvl1pPr>
          </a:lstStyle>
          <a:p>
            <a:r>
              <a:rPr lang="en-US"/>
              <a:t>Click to edit Master title style</a:t>
            </a:r>
            <a:endParaRPr lang="en-GB"/>
          </a:p>
        </p:txBody>
      </p:sp>
      <p:sp>
        <p:nvSpPr>
          <p:cNvPr id="3" name="Content Placeholder 2"/>
          <p:cNvSpPr>
            <a:spLocks noGrp="1"/>
          </p:cNvSpPr>
          <p:nvPr>
            <p:ph idx="1"/>
          </p:nvPr>
        </p:nvSpPr>
        <p:spPr>
          <a:xfrm>
            <a:off x="5348922" y="358382"/>
            <a:ext cx="7648102" cy="7682211"/>
          </a:xfrm>
        </p:spPr>
        <p:txBody>
          <a:bodyPr/>
          <a:lstStyle>
            <a:lvl1pPr>
              <a:defRPr sz="3700"/>
            </a:lvl1pPr>
            <a:lvl2pPr>
              <a:defRPr sz="3200"/>
            </a:lvl2pPr>
            <a:lvl3pPr>
              <a:defRPr sz="2800"/>
            </a:lvl3pPr>
            <a:lvl4pPr>
              <a:defRPr sz="2300"/>
            </a:lvl4pPr>
            <a:lvl5pPr>
              <a:defRPr sz="2300"/>
            </a:lvl5pPr>
            <a:lvl6pPr>
              <a:defRPr sz="2300"/>
            </a:lvl6pPr>
            <a:lvl7pPr>
              <a:defRPr sz="2300"/>
            </a:lvl7pPr>
            <a:lvl8pPr>
              <a:defRPr sz="2300"/>
            </a:lvl8pPr>
            <a:lvl9pPr>
              <a:defRPr sz="2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84055" y="1883570"/>
            <a:ext cx="4500980" cy="6157020"/>
          </a:xfrm>
        </p:spPr>
        <p:txBody>
          <a:bodyPr/>
          <a:lstStyle>
            <a:lvl1pPr marL="0" indent="0">
              <a:buNone/>
              <a:defRPr sz="1600"/>
            </a:lvl1pPr>
            <a:lvl2pPr marL="524637" indent="0">
              <a:buNone/>
              <a:defRPr sz="1400"/>
            </a:lvl2pPr>
            <a:lvl3pPr marL="1049274" indent="0">
              <a:buNone/>
              <a:defRPr sz="1100"/>
            </a:lvl3pPr>
            <a:lvl4pPr marL="1573911" indent="0">
              <a:buNone/>
              <a:defRPr sz="1000"/>
            </a:lvl4pPr>
            <a:lvl5pPr marL="2098548" indent="0">
              <a:buNone/>
              <a:defRPr sz="1000"/>
            </a:lvl5pPr>
            <a:lvl6pPr marL="2623185" indent="0">
              <a:buNone/>
              <a:defRPr sz="1000"/>
            </a:lvl6pPr>
            <a:lvl7pPr marL="3147822" indent="0">
              <a:buNone/>
              <a:defRPr sz="1000"/>
            </a:lvl7pPr>
            <a:lvl8pPr marL="3672459" indent="0">
              <a:buNone/>
              <a:defRPr sz="1000"/>
            </a:lvl8pPr>
            <a:lvl9pPr marL="4197096" indent="0">
              <a:buNone/>
              <a:defRPr sz="1000"/>
            </a:lvl9pPr>
          </a:lstStyle>
          <a:p>
            <a:pPr lvl="0"/>
            <a:r>
              <a:rPr lang="en-US"/>
              <a:t>Click to edit Master text styles</a:t>
            </a:r>
          </a:p>
        </p:txBody>
      </p:sp>
    </p:spTree>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1588" y="6300787"/>
            <a:ext cx="8208645" cy="743844"/>
          </a:xfrm>
          <a:prstGeom prst="rect">
            <a:avLst/>
          </a:prstGeom>
        </p:spPr>
        <p:txBody>
          <a:bodyPr lIns="104927" tIns="52464" rIns="104927" bIns="52464" anchor="b"/>
          <a:lstStyle>
            <a:lvl1pPr algn="l">
              <a:defRPr sz="2300" b="1"/>
            </a:lvl1pPr>
          </a:lstStyle>
          <a:p>
            <a:r>
              <a:rPr lang="en-US"/>
              <a:t>Click to edit Master title style</a:t>
            </a:r>
            <a:endParaRPr lang="en-GB"/>
          </a:p>
        </p:txBody>
      </p:sp>
      <p:sp>
        <p:nvSpPr>
          <p:cNvPr id="3" name="Picture Placeholder 2"/>
          <p:cNvSpPr>
            <a:spLocks noGrp="1"/>
          </p:cNvSpPr>
          <p:nvPr>
            <p:ph type="pic" idx="1"/>
          </p:nvPr>
        </p:nvSpPr>
        <p:spPr>
          <a:xfrm>
            <a:off x="2681588" y="804270"/>
            <a:ext cx="8208645" cy="5400675"/>
          </a:xfrm>
        </p:spPr>
        <p:txBody>
          <a:bodyPr/>
          <a:lstStyle>
            <a:lvl1pPr marL="0" indent="0">
              <a:buNone/>
              <a:defRPr sz="3700"/>
            </a:lvl1pPr>
            <a:lvl2pPr marL="524637" indent="0">
              <a:buNone/>
              <a:defRPr sz="3200"/>
            </a:lvl2pPr>
            <a:lvl3pPr marL="1049274" indent="0">
              <a:buNone/>
              <a:defRPr sz="2800"/>
            </a:lvl3pPr>
            <a:lvl4pPr marL="1573911" indent="0">
              <a:buNone/>
              <a:defRPr sz="2300"/>
            </a:lvl4pPr>
            <a:lvl5pPr marL="2098548" indent="0">
              <a:buNone/>
              <a:defRPr sz="2300"/>
            </a:lvl5pPr>
            <a:lvl6pPr marL="2623185" indent="0">
              <a:buNone/>
              <a:defRPr sz="2300"/>
            </a:lvl6pPr>
            <a:lvl7pPr marL="3147822" indent="0">
              <a:buNone/>
              <a:defRPr sz="2300"/>
            </a:lvl7pPr>
            <a:lvl8pPr marL="3672459" indent="0">
              <a:buNone/>
              <a:defRPr sz="2300"/>
            </a:lvl8pPr>
            <a:lvl9pPr marL="4197096" indent="0">
              <a:buNone/>
              <a:defRPr sz="2300"/>
            </a:lvl9pPr>
          </a:lstStyle>
          <a:p>
            <a:pPr lvl="0"/>
            <a:endParaRPr lang="en-GB" noProof="0"/>
          </a:p>
        </p:txBody>
      </p:sp>
      <p:sp>
        <p:nvSpPr>
          <p:cNvPr id="4" name="Text Placeholder 3"/>
          <p:cNvSpPr>
            <a:spLocks noGrp="1"/>
          </p:cNvSpPr>
          <p:nvPr>
            <p:ph type="body" sz="half" idx="2"/>
          </p:nvPr>
        </p:nvSpPr>
        <p:spPr>
          <a:xfrm>
            <a:off x="2681588" y="7044634"/>
            <a:ext cx="8208645" cy="1056381"/>
          </a:xfrm>
        </p:spPr>
        <p:txBody>
          <a:bodyPr/>
          <a:lstStyle>
            <a:lvl1pPr marL="0" indent="0">
              <a:buNone/>
              <a:defRPr sz="1600"/>
            </a:lvl1pPr>
            <a:lvl2pPr marL="524637" indent="0">
              <a:buNone/>
              <a:defRPr sz="1400"/>
            </a:lvl2pPr>
            <a:lvl3pPr marL="1049274" indent="0">
              <a:buNone/>
              <a:defRPr sz="1100"/>
            </a:lvl3pPr>
            <a:lvl4pPr marL="1573911" indent="0">
              <a:buNone/>
              <a:defRPr sz="1000"/>
            </a:lvl4pPr>
            <a:lvl5pPr marL="2098548" indent="0">
              <a:buNone/>
              <a:defRPr sz="1000"/>
            </a:lvl5pPr>
            <a:lvl6pPr marL="2623185" indent="0">
              <a:buNone/>
              <a:defRPr sz="1000"/>
            </a:lvl6pPr>
            <a:lvl7pPr marL="3147822" indent="0">
              <a:buNone/>
              <a:defRPr sz="1000"/>
            </a:lvl7pPr>
            <a:lvl8pPr marL="3672459" indent="0">
              <a:buNone/>
              <a:defRPr sz="1000"/>
            </a:lvl8pPr>
            <a:lvl9pPr marL="4197096" indent="0">
              <a:buNone/>
              <a:defRPr sz="1000"/>
            </a:lvl9pPr>
          </a:lstStyle>
          <a:p>
            <a:pPr lvl="0"/>
            <a:r>
              <a:rPr lang="en-US"/>
              <a:t>Click to edit Master text styles</a:t>
            </a:r>
          </a:p>
        </p:txBody>
      </p:sp>
    </p:spTree>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84056" y="360462"/>
            <a:ext cx="12312968" cy="1500188"/>
          </a:xfrm>
          <a:prstGeom prst="rect">
            <a:avLst/>
          </a:prstGeom>
        </p:spPr>
        <p:txBody>
          <a:bodyPr lIns="104927" tIns="52464" rIns="104927" bIns="52464"/>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947284" y="0"/>
            <a:ext cx="3132871" cy="8569822"/>
          </a:xfrm>
          <a:prstGeom prst="rect">
            <a:avLst/>
          </a:prstGeom>
        </p:spPr>
        <p:txBody>
          <a:bodyPr vert="eaVert" lIns="104927" tIns="52464" rIns="104927" bIns="52464"/>
          <a:lstStyle/>
          <a:p>
            <a:r>
              <a:rPr lang="en-US"/>
              <a:t>Click to edit Master title style</a:t>
            </a:r>
            <a:endParaRPr lang="en-GB"/>
          </a:p>
        </p:txBody>
      </p:sp>
      <p:sp>
        <p:nvSpPr>
          <p:cNvPr id="3" name="Vertical Text Placeholder 2"/>
          <p:cNvSpPr>
            <a:spLocks noGrp="1"/>
          </p:cNvSpPr>
          <p:nvPr>
            <p:ph type="body" orient="vert" idx="1"/>
          </p:nvPr>
        </p:nvSpPr>
        <p:spPr>
          <a:xfrm>
            <a:off x="546293" y="0"/>
            <a:ext cx="9172972" cy="85698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cSld>
  <p:clrMapOvr>
    <a:masterClrMapping/>
  </p:clrMapOvr>
  <p:transition>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25525" y="374650"/>
            <a:ext cx="11630025" cy="1500188"/>
          </a:xfrm>
          <a:prstGeom prst="rect">
            <a:avLst/>
          </a:prstGeom>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32"/>
          <p:cNvSpPr>
            <a:spLocks noGrp="1" noChangeArrowheads="1"/>
          </p:cNvSpPr>
          <p:nvPr>
            <p:ph type="dt" sz="half" idx="10"/>
          </p:nvPr>
        </p:nvSpPr>
        <p:spPr>
          <a:xfrm>
            <a:off x="1025525" y="8401050"/>
            <a:ext cx="2851150" cy="600075"/>
          </a:xfrm>
          <a:prstGeom prst="rect">
            <a:avLst/>
          </a:prstGeom>
          <a:ln/>
        </p:spPr>
        <p:txBody>
          <a:bodyPr/>
          <a:lstStyle>
            <a:lvl1pPr>
              <a:defRPr/>
            </a:lvl1pPr>
          </a:lstStyle>
          <a:p>
            <a:pPr>
              <a:defRPr/>
            </a:pPr>
            <a:endParaRPr lang="en-US"/>
          </a:p>
        </p:txBody>
      </p:sp>
      <p:sp>
        <p:nvSpPr>
          <p:cNvPr id="5" name="Rectangle 34"/>
          <p:cNvSpPr>
            <a:spLocks noGrp="1" noChangeArrowheads="1"/>
          </p:cNvSpPr>
          <p:nvPr>
            <p:ph type="sldNum" sz="quarter" idx="11"/>
          </p:nvPr>
        </p:nvSpPr>
        <p:spPr>
          <a:xfrm>
            <a:off x="9804400" y="8399463"/>
            <a:ext cx="2851150" cy="600075"/>
          </a:xfrm>
          <a:prstGeom prst="rect">
            <a:avLst/>
          </a:prstGeom>
          <a:ln/>
        </p:spPr>
        <p:txBody>
          <a:bodyPr/>
          <a:lstStyle>
            <a:lvl1pPr>
              <a:defRPr/>
            </a:lvl1pPr>
          </a:lstStyle>
          <a:p>
            <a:pPr>
              <a:defRPr/>
            </a:pPr>
            <a:fld id="{C7CEB0B8-E327-4A51-B1B2-05DF9D4D2C03}" type="slidenum">
              <a:rPr lang="en-US"/>
              <a:pPr>
                <a:defRPr/>
              </a:pPr>
              <a:t>‹#›</a:t>
            </a:fld>
            <a:endParaRPr lang="en-US"/>
          </a:p>
        </p:txBody>
      </p:sp>
    </p:spTree>
  </p:cSld>
  <p:clrMapOvr>
    <a:masterClrMapping/>
  </p:clrMapOvr>
  <p:transition>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0"/>
          <p:cNvSpPr>
            <a:spLocks noGrp="1" noChangeArrowheads="1"/>
          </p:cNvSpPr>
          <p:nvPr>
            <p:ph type="body" idx="1"/>
          </p:nvPr>
        </p:nvSpPr>
        <p:spPr bwMode="auto">
          <a:xfrm>
            <a:off x="588963" y="44450"/>
            <a:ext cx="12533312" cy="8569325"/>
          </a:xfrm>
          <a:prstGeom prst="rect">
            <a:avLst/>
          </a:prstGeom>
          <a:noFill/>
          <a:ln w="9525">
            <a:noFill/>
            <a:miter lim="800000"/>
            <a:headEnd/>
            <a:tailEnd/>
          </a:ln>
        </p:spPr>
        <p:txBody>
          <a:bodyPr vert="horz" wrap="square" lIns="104927" tIns="52464" rIns="104927" bIns="52464"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9393" name="Rectangle 17"/>
          <p:cNvSpPr>
            <a:spLocks noChangeArrowheads="1"/>
          </p:cNvSpPr>
          <p:nvPr/>
        </p:nvSpPr>
        <p:spPr bwMode="auto">
          <a:xfrm>
            <a:off x="0" y="8401050"/>
            <a:ext cx="2849563" cy="600075"/>
          </a:xfrm>
          <a:prstGeom prst="rect">
            <a:avLst/>
          </a:prstGeom>
          <a:noFill/>
          <a:ln w="12700" cap="sq">
            <a:noFill/>
            <a:miter lim="800000"/>
            <a:headEnd type="none" w="sm" len="sm"/>
            <a:tailEnd type="none" w="sm" len="sm"/>
          </a:ln>
          <a:effectLst/>
        </p:spPr>
        <p:txBody>
          <a:bodyPr lIns="104927" tIns="52464" rIns="104927" bIns="52464" anchor="b"/>
          <a:lstStyle/>
          <a:p>
            <a:pPr eaLnBrk="1" hangingPunct="1">
              <a:defRPr/>
            </a:pPr>
            <a:fld id="{A489F54B-69BB-4115-9FC9-7565FFDEE19E}" type="slidenum">
              <a:rPr lang="en-US" sz="1600">
                <a:solidFill>
                  <a:srgbClr val="080808"/>
                </a:solidFill>
                <a:latin typeface="Times New Roman" pitchFamily="18" charset="0"/>
              </a:rPr>
              <a:pPr eaLnBrk="1" hangingPunct="1">
                <a:defRPr/>
              </a:pPr>
              <a:t>‹#›</a:t>
            </a:fld>
            <a:endParaRPr lang="en-US" sz="1600" dirty="0">
              <a:solidFill>
                <a:srgbClr val="080808"/>
              </a:solidFill>
              <a:latin typeface="Times New Roman" pitchFamily="18" charset="0"/>
            </a:endParaRPr>
          </a:p>
        </p:txBody>
      </p:sp>
      <p:sp>
        <p:nvSpPr>
          <p:cNvPr id="229396" name="Rectangle 20"/>
          <p:cNvSpPr>
            <a:spLocks noChangeArrowheads="1"/>
          </p:cNvSpPr>
          <p:nvPr userDrawn="1"/>
        </p:nvSpPr>
        <p:spPr bwMode="ltGray">
          <a:xfrm>
            <a:off x="12018963" y="7761288"/>
            <a:ext cx="490537" cy="622300"/>
          </a:xfrm>
          <a:prstGeom prst="rect">
            <a:avLst/>
          </a:prstGeom>
          <a:gradFill rotWithShape="0">
            <a:gsLst>
              <a:gs pos="0">
                <a:schemeClr val="bg1"/>
              </a:gs>
              <a:gs pos="100000">
                <a:schemeClr val="accent2"/>
              </a:gs>
            </a:gsLst>
            <a:lin ang="0" scaled="1"/>
          </a:gradFill>
          <a:ln w="9525">
            <a:noFill/>
            <a:miter lim="800000"/>
            <a:headEnd/>
            <a:tailEnd/>
          </a:ln>
          <a:effectLst/>
        </p:spPr>
        <p:txBody>
          <a:bodyPr wrap="none" lIns="104927" tIns="52464" rIns="104927" bIns="52464" anchor="ctr"/>
          <a:lstStyle/>
          <a:p>
            <a:pPr algn="ctr" eaLnBrk="1" hangingPunct="1">
              <a:defRPr/>
            </a:pPr>
            <a:endParaRPr kumimoji="1" lang="en-US" sz="2800" dirty="0"/>
          </a:p>
        </p:txBody>
      </p:sp>
      <p:sp>
        <p:nvSpPr>
          <p:cNvPr id="229400" name="Rectangle 24"/>
          <p:cNvSpPr>
            <a:spLocks noChangeArrowheads="1"/>
          </p:cNvSpPr>
          <p:nvPr userDrawn="1"/>
        </p:nvSpPr>
        <p:spPr bwMode="ltGray">
          <a:xfrm flipH="1">
            <a:off x="11790363" y="8315325"/>
            <a:ext cx="550862" cy="623888"/>
          </a:xfrm>
          <a:prstGeom prst="rect">
            <a:avLst/>
          </a:prstGeom>
          <a:gradFill rotWithShape="0">
            <a:gsLst>
              <a:gs pos="0">
                <a:schemeClr val="bg1"/>
              </a:gs>
              <a:gs pos="100000">
                <a:schemeClr val="folHlink"/>
              </a:gs>
            </a:gsLst>
            <a:lin ang="0" scaled="1"/>
          </a:gradFill>
          <a:ln w="9525">
            <a:noFill/>
            <a:miter lim="800000"/>
            <a:headEnd/>
            <a:tailEnd/>
          </a:ln>
          <a:effectLst/>
        </p:spPr>
        <p:txBody>
          <a:bodyPr wrap="none" lIns="104927" tIns="52464" rIns="104927" bIns="52464" anchor="ctr"/>
          <a:lstStyle/>
          <a:p>
            <a:pPr algn="ctr" eaLnBrk="1" hangingPunct="1">
              <a:defRPr/>
            </a:pPr>
            <a:endParaRPr kumimoji="1" lang="en-US" sz="2800" dirty="0"/>
          </a:p>
        </p:txBody>
      </p:sp>
      <p:sp>
        <p:nvSpPr>
          <p:cNvPr id="229398" name="Rectangle 22"/>
          <p:cNvSpPr>
            <a:spLocks noChangeArrowheads="1"/>
          </p:cNvSpPr>
          <p:nvPr userDrawn="1"/>
        </p:nvSpPr>
        <p:spPr bwMode="ltGray">
          <a:xfrm>
            <a:off x="12498388" y="7761288"/>
            <a:ext cx="655637" cy="622300"/>
          </a:xfrm>
          <a:prstGeom prst="rect">
            <a:avLst/>
          </a:prstGeom>
          <a:solidFill>
            <a:schemeClr val="accent2"/>
          </a:solidFill>
          <a:ln w="9525">
            <a:noFill/>
            <a:miter lim="800000"/>
            <a:headEnd/>
            <a:tailEnd/>
          </a:ln>
          <a:effectLst/>
        </p:spPr>
        <p:txBody>
          <a:bodyPr wrap="none" lIns="104927" tIns="52464" rIns="104927" bIns="52464" anchor="ctr"/>
          <a:lstStyle/>
          <a:p>
            <a:pPr algn="ctr" eaLnBrk="1" hangingPunct="1">
              <a:defRPr/>
            </a:pPr>
            <a:endParaRPr kumimoji="1" lang="en-US" sz="2800" dirty="0"/>
          </a:p>
        </p:txBody>
      </p:sp>
      <p:sp>
        <p:nvSpPr>
          <p:cNvPr id="229399" name="Rectangle 23"/>
          <p:cNvSpPr>
            <a:spLocks noChangeArrowheads="1"/>
          </p:cNvSpPr>
          <p:nvPr userDrawn="1"/>
        </p:nvSpPr>
        <p:spPr bwMode="ltGray">
          <a:xfrm flipH="1">
            <a:off x="12336463" y="8315325"/>
            <a:ext cx="631825" cy="623888"/>
          </a:xfrm>
          <a:prstGeom prst="rect">
            <a:avLst/>
          </a:prstGeom>
          <a:solidFill>
            <a:schemeClr val="folHlink"/>
          </a:solidFill>
          <a:ln w="9525">
            <a:noFill/>
            <a:miter lim="800000"/>
            <a:headEnd/>
            <a:tailEnd/>
          </a:ln>
          <a:effectLst/>
        </p:spPr>
        <p:txBody>
          <a:bodyPr wrap="none" lIns="104927" tIns="52464" rIns="104927" bIns="52464" anchor="ctr"/>
          <a:lstStyle/>
          <a:p>
            <a:pPr algn="ctr" eaLnBrk="1" hangingPunct="1">
              <a:defRPr/>
            </a:pPr>
            <a:endParaRPr kumimoji="1" lang="en-US" sz="2800" dirty="0"/>
          </a:p>
        </p:txBody>
      </p:sp>
      <p:sp>
        <p:nvSpPr>
          <p:cNvPr id="229401" name="Rectangle 25"/>
          <p:cNvSpPr>
            <a:spLocks noChangeArrowheads="1"/>
          </p:cNvSpPr>
          <p:nvPr userDrawn="1"/>
        </p:nvSpPr>
        <p:spPr bwMode="ltGray">
          <a:xfrm flipH="1">
            <a:off x="12749213" y="8220075"/>
            <a:ext cx="839787" cy="554038"/>
          </a:xfrm>
          <a:prstGeom prst="rect">
            <a:avLst/>
          </a:prstGeom>
          <a:gradFill rotWithShape="0">
            <a:gsLst>
              <a:gs pos="0">
                <a:schemeClr val="hlink"/>
              </a:gs>
              <a:gs pos="100000">
                <a:schemeClr val="bg1"/>
              </a:gs>
            </a:gsLst>
            <a:lin ang="2700000" scaled="1"/>
          </a:gradFill>
          <a:ln w="9525">
            <a:noFill/>
            <a:miter lim="800000"/>
            <a:headEnd/>
            <a:tailEnd/>
          </a:ln>
          <a:effectLst/>
        </p:spPr>
        <p:txBody>
          <a:bodyPr wrap="none" lIns="104927" tIns="52464" rIns="104927" bIns="52464" anchor="ctr"/>
          <a:lstStyle/>
          <a:p>
            <a:pPr algn="ctr" eaLnBrk="1" hangingPunct="1">
              <a:defRPr/>
            </a:pPr>
            <a:endParaRPr kumimoji="1" lang="en-US" sz="2800" dirty="0"/>
          </a:p>
        </p:txBody>
      </p:sp>
      <p:sp>
        <p:nvSpPr>
          <p:cNvPr id="229384" name="Rectangle 8"/>
          <p:cNvSpPr>
            <a:spLocks noChangeArrowheads="1"/>
          </p:cNvSpPr>
          <p:nvPr userDrawn="1"/>
        </p:nvSpPr>
        <p:spPr bwMode="gray">
          <a:xfrm>
            <a:off x="822325" y="8656638"/>
            <a:ext cx="12307888" cy="42862"/>
          </a:xfrm>
          <a:prstGeom prst="rect">
            <a:avLst/>
          </a:prstGeom>
          <a:gradFill rotWithShape="0">
            <a:gsLst>
              <a:gs pos="0">
                <a:schemeClr val="bg1"/>
              </a:gs>
              <a:gs pos="100000">
                <a:schemeClr val="tx1"/>
              </a:gs>
            </a:gsLst>
            <a:lin ang="0" scaled="1"/>
          </a:gradFill>
          <a:ln w="9525">
            <a:noFill/>
            <a:miter lim="800000"/>
            <a:headEnd/>
            <a:tailEnd/>
          </a:ln>
          <a:effectLst/>
        </p:spPr>
        <p:txBody>
          <a:bodyPr wrap="none" lIns="104927" tIns="52464" rIns="104927" bIns="52464" anchor="ctr"/>
          <a:lstStyle/>
          <a:p>
            <a:pPr algn="ctr" eaLnBrk="1" hangingPunct="1">
              <a:defRPr/>
            </a:pPr>
            <a:endParaRPr kumimoji="1" lang="en-US" sz="2800" dirty="0"/>
          </a:p>
        </p:txBody>
      </p:sp>
      <p:sp>
        <p:nvSpPr>
          <p:cNvPr id="229416" name="Text Box 40"/>
          <p:cNvSpPr txBox="1">
            <a:spLocks noChangeArrowheads="1"/>
          </p:cNvSpPr>
          <p:nvPr userDrawn="1"/>
        </p:nvSpPr>
        <p:spPr bwMode="auto">
          <a:xfrm>
            <a:off x="565150" y="8639175"/>
            <a:ext cx="12558713" cy="321396"/>
          </a:xfrm>
          <a:prstGeom prst="rect">
            <a:avLst/>
          </a:prstGeom>
          <a:noFill/>
          <a:ln w="12700" cap="sq">
            <a:noFill/>
            <a:miter lim="800000"/>
            <a:headEnd type="none" w="sm" len="sm"/>
            <a:tailEnd type="none" w="sm" len="sm"/>
          </a:ln>
          <a:effectLst/>
        </p:spPr>
        <p:txBody>
          <a:bodyPr lIns="104927" tIns="52464" rIns="104927" bIns="52464">
            <a:spAutoFit/>
          </a:bodyPr>
          <a:lstStyle/>
          <a:p>
            <a:pPr>
              <a:spcBef>
                <a:spcPct val="50000"/>
              </a:spcBef>
              <a:defRPr/>
            </a:pPr>
            <a:r>
              <a:rPr lang="en-US" sz="1400" dirty="0"/>
              <a:t>Topic</a:t>
            </a:r>
            <a:r>
              <a:rPr lang="en-US" sz="1400" baseline="0" dirty="0"/>
              <a:t> 7 Abstract Classes and Interfaces</a:t>
            </a:r>
            <a:r>
              <a:rPr lang="en-US" sz="1400" dirty="0"/>
              <a:t>                                                                                                               CCS3101 Object-oriented Programming</a:t>
            </a:r>
          </a:p>
        </p:txBody>
      </p:sp>
    </p:spTree>
  </p:cSld>
  <p:clrMap bg1="lt1" tx1="dk1" bg2="lt2" tx2="dk2" accent1="accent1" accent2="accent2" accent3="accent3" accent4="accent4" accent5="accent5" accent6="accent6" hlink="hlink" folHlink="folHlink"/>
  <p:sldLayoutIdLst>
    <p:sldLayoutId id="2147484208" r:id="rId1"/>
    <p:sldLayoutId id="2147484198" r:id="rId2"/>
    <p:sldLayoutId id="2147484199" r:id="rId3"/>
    <p:sldLayoutId id="2147484200" r:id="rId4"/>
    <p:sldLayoutId id="2147484201" r:id="rId5"/>
    <p:sldLayoutId id="2147484202" r:id="rId6"/>
    <p:sldLayoutId id="2147484203" r:id="rId7"/>
    <p:sldLayoutId id="2147484204" r:id="rId8"/>
    <p:sldLayoutId id="2147484205" r:id="rId9"/>
    <p:sldLayoutId id="2147484206" r:id="rId10"/>
    <p:sldLayoutId id="2147484207" r:id="rId11"/>
    <p:sldLayoutId id="2147484209" r:id="rId12"/>
  </p:sldLayoutIdLst>
  <p:transition>
    <p:random/>
  </p:transition>
  <p:txStyles>
    <p:titleStyle>
      <a:lvl1pPr algn="l" rtl="0" eaLnBrk="0" fontAlgn="base" hangingPunct="0">
        <a:spcBef>
          <a:spcPct val="0"/>
        </a:spcBef>
        <a:spcAft>
          <a:spcPct val="0"/>
        </a:spcAft>
        <a:defRPr sz="5000">
          <a:solidFill>
            <a:schemeClr val="tx2"/>
          </a:solidFill>
          <a:latin typeface="+mj-lt"/>
          <a:ea typeface="+mj-ea"/>
          <a:cs typeface="+mj-cs"/>
        </a:defRPr>
      </a:lvl1pPr>
      <a:lvl2pPr algn="l" rtl="0" eaLnBrk="0" fontAlgn="base" hangingPunct="0">
        <a:spcBef>
          <a:spcPct val="0"/>
        </a:spcBef>
        <a:spcAft>
          <a:spcPct val="0"/>
        </a:spcAft>
        <a:defRPr sz="5000">
          <a:solidFill>
            <a:schemeClr val="tx2"/>
          </a:solidFill>
          <a:latin typeface="Tahoma" pitchFamily="34" charset="0"/>
        </a:defRPr>
      </a:lvl2pPr>
      <a:lvl3pPr algn="l" rtl="0" eaLnBrk="0" fontAlgn="base" hangingPunct="0">
        <a:spcBef>
          <a:spcPct val="0"/>
        </a:spcBef>
        <a:spcAft>
          <a:spcPct val="0"/>
        </a:spcAft>
        <a:defRPr sz="5000">
          <a:solidFill>
            <a:schemeClr val="tx2"/>
          </a:solidFill>
          <a:latin typeface="Tahoma" pitchFamily="34" charset="0"/>
        </a:defRPr>
      </a:lvl3pPr>
      <a:lvl4pPr algn="l" rtl="0" eaLnBrk="0" fontAlgn="base" hangingPunct="0">
        <a:spcBef>
          <a:spcPct val="0"/>
        </a:spcBef>
        <a:spcAft>
          <a:spcPct val="0"/>
        </a:spcAft>
        <a:defRPr sz="5000">
          <a:solidFill>
            <a:schemeClr val="tx2"/>
          </a:solidFill>
          <a:latin typeface="Tahoma" pitchFamily="34" charset="0"/>
        </a:defRPr>
      </a:lvl4pPr>
      <a:lvl5pPr algn="l" rtl="0" eaLnBrk="0" fontAlgn="base" hangingPunct="0">
        <a:spcBef>
          <a:spcPct val="0"/>
        </a:spcBef>
        <a:spcAft>
          <a:spcPct val="0"/>
        </a:spcAft>
        <a:defRPr sz="5000">
          <a:solidFill>
            <a:schemeClr val="tx2"/>
          </a:solidFill>
          <a:latin typeface="Tahoma" pitchFamily="34" charset="0"/>
        </a:defRPr>
      </a:lvl5pPr>
      <a:lvl6pPr marL="524637" algn="l" rtl="0" fontAlgn="base">
        <a:spcBef>
          <a:spcPct val="0"/>
        </a:spcBef>
        <a:spcAft>
          <a:spcPct val="0"/>
        </a:spcAft>
        <a:defRPr sz="5000">
          <a:solidFill>
            <a:schemeClr val="tx2"/>
          </a:solidFill>
          <a:latin typeface="Tahoma" pitchFamily="34" charset="0"/>
        </a:defRPr>
      </a:lvl6pPr>
      <a:lvl7pPr marL="1049274" algn="l" rtl="0" fontAlgn="base">
        <a:spcBef>
          <a:spcPct val="0"/>
        </a:spcBef>
        <a:spcAft>
          <a:spcPct val="0"/>
        </a:spcAft>
        <a:defRPr sz="5000">
          <a:solidFill>
            <a:schemeClr val="tx2"/>
          </a:solidFill>
          <a:latin typeface="Tahoma" pitchFamily="34" charset="0"/>
        </a:defRPr>
      </a:lvl7pPr>
      <a:lvl8pPr marL="1573911" algn="l" rtl="0" fontAlgn="base">
        <a:spcBef>
          <a:spcPct val="0"/>
        </a:spcBef>
        <a:spcAft>
          <a:spcPct val="0"/>
        </a:spcAft>
        <a:defRPr sz="5000">
          <a:solidFill>
            <a:schemeClr val="tx2"/>
          </a:solidFill>
          <a:latin typeface="Tahoma" pitchFamily="34" charset="0"/>
        </a:defRPr>
      </a:lvl8pPr>
      <a:lvl9pPr marL="2098548" algn="l" rtl="0" fontAlgn="base">
        <a:spcBef>
          <a:spcPct val="0"/>
        </a:spcBef>
        <a:spcAft>
          <a:spcPct val="0"/>
        </a:spcAft>
        <a:defRPr sz="5000">
          <a:solidFill>
            <a:schemeClr val="tx2"/>
          </a:solidFill>
          <a:latin typeface="Tahoma" pitchFamily="34" charset="0"/>
        </a:defRPr>
      </a:lvl9pPr>
    </p:titleStyle>
    <p:bodyStyle>
      <a:lvl1pPr marL="392113" indent="-392113" algn="l" rtl="0" eaLnBrk="0" fontAlgn="base" hangingPunct="0">
        <a:spcBef>
          <a:spcPct val="20000"/>
        </a:spcBef>
        <a:spcAft>
          <a:spcPct val="0"/>
        </a:spcAft>
        <a:buClr>
          <a:schemeClr val="folHlink"/>
        </a:buClr>
        <a:buSzPct val="60000"/>
        <a:buFont typeface="Wingdings" pitchFamily="2" charset="2"/>
        <a:buChar char="n"/>
        <a:defRPr sz="3700">
          <a:solidFill>
            <a:schemeClr val="tx1"/>
          </a:solidFill>
          <a:latin typeface="+mn-lt"/>
          <a:ea typeface="+mn-ea"/>
          <a:cs typeface="+mn-cs"/>
        </a:defRPr>
      </a:lvl1pPr>
      <a:lvl2pPr marL="852488" indent="-327025" algn="l" rtl="0" eaLnBrk="0" fontAlgn="base" hangingPunct="0">
        <a:spcBef>
          <a:spcPct val="20000"/>
        </a:spcBef>
        <a:spcAft>
          <a:spcPct val="0"/>
        </a:spcAft>
        <a:buClr>
          <a:schemeClr val="hlink"/>
        </a:buClr>
        <a:buSzPct val="55000"/>
        <a:buFont typeface="Wingdings" pitchFamily="2" charset="2"/>
        <a:buChar char="n"/>
        <a:defRPr sz="3200">
          <a:solidFill>
            <a:schemeClr val="tx1"/>
          </a:solidFill>
          <a:latin typeface="+mn-lt"/>
        </a:defRPr>
      </a:lvl2pPr>
      <a:lvl3pPr marL="1311275" indent="-261938" algn="l" rtl="0" eaLnBrk="0" fontAlgn="base" hangingPunct="0">
        <a:spcBef>
          <a:spcPct val="20000"/>
        </a:spcBef>
        <a:spcAft>
          <a:spcPct val="0"/>
        </a:spcAft>
        <a:buClr>
          <a:schemeClr val="folHlink"/>
        </a:buClr>
        <a:buSzPct val="50000"/>
        <a:buFont typeface="Wingdings" pitchFamily="2" charset="2"/>
        <a:buChar char="n"/>
        <a:defRPr sz="2800">
          <a:solidFill>
            <a:schemeClr val="tx1"/>
          </a:solidFill>
          <a:latin typeface="+mn-lt"/>
        </a:defRPr>
      </a:lvl3pPr>
      <a:lvl4pPr marL="1835150" indent="-261938" algn="l" rtl="0" eaLnBrk="0" fontAlgn="base" hangingPunct="0">
        <a:spcBef>
          <a:spcPct val="20000"/>
        </a:spcBef>
        <a:spcAft>
          <a:spcPct val="0"/>
        </a:spcAft>
        <a:buClr>
          <a:schemeClr val="accent2"/>
        </a:buClr>
        <a:buSzPct val="55000"/>
        <a:buFont typeface="Wingdings" pitchFamily="2" charset="2"/>
        <a:buChar char="n"/>
        <a:defRPr sz="2300">
          <a:solidFill>
            <a:schemeClr val="tx1"/>
          </a:solidFill>
          <a:latin typeface="+mn-lt"/>
        </a:defRPr>
      </a:lvl4pPr>
      <a:lvl5pPr marL="2360613" indent="-261938" algn="l" rtl="0" eaLnBrk="0" fontAlgn="base" hangingPunct="0">
        <a:spcBef>
          <a:spcPct val="20000"/>
        </a:spcBef>
        <a:spcAft>
          <a:spcPct val="0"/>
        </a:spcAft>
        <a:buClr>
          <a:schemeClr val="accent1"/>
        </a:buClr>
        <a:buSzPct val="50000"/>
        <a:buFont typeface="Wingdings" pitchFamily="2" charset="2"/>
        <a:buChar char="n"/>
        <a:defRPr sz="2300">
          <a:solidFill>
            <a:schemeClr val="tx1"/>
          </a:solidFill>
          <a:latin typeface="+mn-lt"/>
        </a:defRPr>
      </a:lvl5pPr>
      <a:lvl6pPr marL="2885504" indent="-262319" algn="l" rtl="0" fontAlgn="base">
        <a:spcBef>
          <a:spcPct val="20000"/>
        </a:spcBef>
        <a:spcAft>
          <a:spcPct val="0"/>
        </a:spcAft>
        <a:buClr>
          <a:schemeClr val="accent1"/>
        </a:buClr>
        <a:buSzPct val="50000"/>
        <a:buFont typeface="Wingdings" pitchFamily="2" charset="2"/>
        <a:buChar char="n"/>
        <a:defRPr sz="2300">
          <a:solidFill>
            <a:schemeClr val="tx1"/>
          </a:solidFill>
          <a:latin typeface="+mn-lt"/>
        </a:defRPr>
      </a:lvl6pPr>
      <a:lvl7pPr marL="3410141" indent="-262319" algn="l" rtl="0" fontAlgn="base">
        <a:spcBef>
          <a:spcPct val="20000"/>
        </a:spcBef>
        <a:spcAft>
          <a:spcPct val="0"/>
        </a:spcAft>
        <a:buClr>
          <a:schemeClr val="accent1"/>
        </a:buClr>
        <a:buSzPct val="50000"/>
        <a:buFont typeface="Wingdings" pitchFamily="2" charset="2"/>
        <a:buChar char="n"/>
        <a:defRPr sz="2300">
          <a:solidFill>
            <a:schemeClr val="tx1"/>
          </a:solidFill>
          <a:latin typeface="+mn-lt"/>
        </a:defRPr>
      </a:lvl7pPr>
      <a:lvl8pPr marL="3934778" indent="-262319" algn="l" rtl="0" fontAlgn="base">
        <a:spcBef>
          <a:spcPct val="20000"/>
        </a:spcBef>
        <a:spcAft>
          <a:spcPct val="0"/>
        </a:spcAft>
        <a:buClr>
          <a:schemeClr val="accent1"/>
        </a:buClr>
        <a:buSzPct val="50000"/>
        <a:buFont typeface="Wingdings" pitchFamily="2" charset="2"/>
        <a:buChar char="n"/>
        <a:defRPr sz="2300">
          <a:solidFill>
            <a:schemeClr val="tx1"/>
          </a:solidFill>
          <a:latin typeface="+mn-lt"/>
        </a:defRPr>
      </a:lvl8pPr>
      <a:lvl9pPr marL="4459415" indent="-262319" algn="l" rtl="0" fontAlgn="base">
        <a:spcBef>
          <a:spcPct val="20000"/>
        </a:spcBef>
        <a:spcAft>
          <a:spcPct val="0"/>
        </a:spcAft>
        <a:buClr>
          <a:schemeClr val="accent1"/>
        </a:buClr>
        <a:buSzPct val="50000"/>
        <a:buFont typeface="Wingdings" pitchFamily="2" charset="2"/>
        <a:buChar char="n"/>
        <a:defRPr sz="2300">
          <a:solidFill>
            <a:schemeClr val="tx1"/>
          </a:solidFill>
          <a:latin typeface="+mn-lt"/>
        </a:defRPr>
      </a:lvl9pPr>
    </p:bodyStyle>
    <p:otherStyle>
      <a:defPPr>
        <a:defRPr lang="en-US"/>
      </a:defPPr>
      <a:lvl1pPr marL="0" algn="l" defTabSz="1049274" rtl="0" eaLnBrk="1" latinLnBrk="0" hangingPunct="1">
        <a:defRPr sz="2100" kern="1200">
          <a:solidFill>
            <a:schemeClr val="tx1"/>
          </a:solidFill>
          <a:latin typeface="+mn-lt"/>
          <a:ea typeface="+mn-ea"/>
          <a:cs typeface="+mn-cs"/>
        </a:defRPr>
      </a:lvl1pPr>
      <a:lvl2pPr marL="524637" algn="l" defTabSz="1049274" rtl="0" eaLnBrk="1" latinLnBrk="0" hangingPunct="1">
        <a:defRPr sz="2100" kern="1200">
          <a:solidFill>
            <a:schemeClr val="tx1"/>
          </a:solidFill>
          <a:latin typeface="+mn-lt"/>
          <a:ea typeface="+mn-ea"/>
          <a:cs typeface="+mn-cs"/>
        </a:defRPr>
      </a:lvl2pPr>
      <a:lvl3pPr marL="1049274" algn="l" defTabSz="1049274" rtl="0" eaLnBrk="1" latinLnBrk="0" hangingPunct="1">
        <a:defRPr sz="2100" kern="1200">
          <a:solidFill>
            <a:schemeClr val="tx1"/>
          </a:solidFill>
          <a:latin typeface="+mn-lt"/>
          <a:ea typeface="+mn-ea"/>
          <a:cs typeface="+mn-cs"/>
        </a:defRPr>
      </a:lvl3pPr>
      <a:lvl4pPr marL="1573911" algn="l" defTabSz="1049274" rtl="0" eaLnBrk="1" latinLnBrk="0" hangingPunct="1">
        <a:defRPr sz="2100" kern="1200">
          <a:solidFill>
            <a:schemeClr val="tx1"/>
          </a:solidFill>
          <a:latin typeface="+mn-lt"/>
          <a:ea typeface="+mn-ea"/>
          <a:cs typeface="+mn-cs"/>
        </a:defRPr>
      </a:lvl4pPr>
      <a:lvl5pPr marL="2098548" algn="l" defTabSz="1049274" rtl="0" eaLnBrk="1" latinLnBrk="0" hangingPunct="1">
        <a:defRPr sz="2100" kern="1200">
          <a:solidFill>
            <a:schemeClr val="tx1"/>
          </a:solidFill>
          <a:latin typeface="+mn-lt"/>
          <a:ea typeface="+mn-ea"/>
          <a:cs typeface="+mn-cs"/>
        </a:defRPr>
      </a:lvl5pPr>
      <a:lvl6pPr marL="2623185" algn="l" defTabSz="1049274" rtl="0" eaLnBrk="1" latinLnBrk="0" hangingPunct="1">
        <a:defRPr sz="2100" kern="1200">
          <a:solidFill>
            <a:schemeClr val="tx1"/>
          </a:solidFill>
          <a:latin typeface="+mn-lt"/>
          <a:ea typeface="+mn-ea"/>
          <a:cs typeface="+mn-cs"/>
        </a:defRPr>
      </a:lvl6pPr>
      <a:lvl7pPr marL="3147822" algn="l" defTabSz="1049274" rtl="0" eaLnBrk="1" latinLnBrk="0" hangingPunct="1">
        <a:defRPr sz="2100" kern="1200">
          <a:solidFill>
            <a:schemeClr val="tx1"/>
          </a:solidFill>
          <a:latin typeface="+mn-lt"/>
          <a:ea typeface="+mn-ea"/>
          <a:cs typeface="+mn-cs"/>
        </a:defRPr>
      </a:lvl7pPr>
      <a:lvl8pPr marL="3672459" algn="l" defTabSz="1049274" rtl="0" eaLnBrk="1" latinLnBrk="0" hangingPunct="1">
        <a:defRPr sz="2100" kern="1200">
          <a:solidFill>
            <a:schemeClr val="tx1"/>
          </a:solidFill>
          <a:latin typeface="+mn-lt"/>
          <a:ea typeface="+mn-ea"/>
          <a:cs typeface="+mn-cs"/>
        </a:defRPr>
      </a:lvl8pPr>
      <a:lvl9pPr marL="4197096" algn="l" defTabSz="1049274" rtl="0" eaLnBrk="1" latinLnBrk="0" hangingPunct="1">
        <a:defRPr sz="2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html/TestGeometricObject.bat" TargetMode="External"/><Relationship Id="rId7" Type="http://schemas.openxmlformats.org/officeDocument/2006/relationships/hyperlink" Target="https://liveexample.pearsoncmg.com/html/TestGeometricObject.html" TargetMode="Externa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hyperlink" Target="https://liveexample.pearsoncmg.com/html/Rectangle.html" TargetMode="External"/><Relationship Id="rId5" Type="http://schemas.openxmlformats.org/officeDocument/2006/relationships/hyperlink" Target="https://liveexample.pearsoncmg.com/html/Circle.html" TargetMode="External"/><Relationship Id="rId4" Type="http://schemas.openxmlformats.org/officeDocument/2006/relationships/hyperlink" Target="https://liveexample.pearsoncmg.com/html/GeometricObject.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hyperlink" Target="html/LargestNumbers.bat" TargetMode="External"/><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hyperlink" Target="https://liveexample.pearsoncmg.com/html/LargestNumbers.html" TargetMode="Externa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hyperlink" Target="https://liveexample.pearsoncmg.com/html/TestCalendar.html" TargetMode="External"/><Relationship Id="rId2" Type="http://schemas.openxmlformats.org/officeDocument/2006/relationships/hyperlink" Target="html/TestCalendar.bat" TargetMode="Externa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hyperlink" Target="html/TestEdible.bat" TargetMode="External"/><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hyperlink" Target="https://liveexample.pearsoncmg.com/html/Edible.html" TargetMode="External"/><Relationship Id="rId4" Type="http://schemas.openxmlformats.org/officeDocument/2006/relationships/hyperlink" Target="https://liveexample.pearsoncmg.com/html/TestEdible.html"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2.bin"/><Relationship Id="rId1" Type="http://schemas.openxmlformats.org/officeDocument/2006/relationships/slideLayout" Target="../slideLayouts/slideLayout7.xml"/><Relationship Id="rId5" Type="http://schemas.openxmlformats.org/officeDocument/2006/relationships/image" Target="../media/image9.wmf"/><Relationship Id="rId4" Type="http://schemas.openxmlformats.org/officeDocument/2006/relationships/oleObject" Target="../embeddings/oleObject3.bin"/></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4.bin"/><Relationship Id="rId1" Type="http://schemas.openxmlformats.org/officeDocument/2006/relationships/slideLayout" Target="../slideLayouts/slideLayout7.xml"/><Relationship Id="rId5" Type="http://schemas.openxmlformats.org/officeDocument/2006/relationships/hyperlink" Target="https://liveexample.pearsoncmg.com/html/SortComparableObjects.html" TargetMode="External"/><Relationship Id="rId4" Type="http://schemas.openxmlformats.org/officeDocument/2006/relationships/hyperlink" Target="html/SortComparableObjects.bat"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hyperlink" Target="https://liveexample.pearsoncmg.com/html/SortRectangles.html" TargetMode="External"/><Relationship Id="rId5" Type="http://schemas.openxmlformats.org/officeDocument/2006/relationships/hyperlink" Target="html/SortRectangles.bat" TargetMode="External"/><Relationship Id="rId4" Type="http://schemas.openxmlformats.org/officeDocument/2006/relationships/hyperlink" Target="https://liveexample.pearsoncmg.com/html/ComparableRectangle.html" TargetMode="Externa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hyperlink" Target="html/TestRationalClass.bat" TargetMode="External"/><Relationship Id="rId2" Type="http://schemas.openxmlformats.org/officeDocument/2006/relationships/image" Target="../media/image13.png"/><Relationship Id="rId1" Type="http://schemas.openxmlformats.org/officeDocument/2006/relationships/slideLayout" Target="../slideLayouts/slideLayout7.xml"/><Relationship Id="rId5" Type="http://schemas.openxmlformats.org/officeDocument/2006/relationships/hyperlink" Target="https://liveexample.pearsoncmg.com/html/TestRationalClass.html" TargetMode="External"/><Relationship Id="rId4" Type="http://schemas.openxmlformats.org/officeDocument/2006/relationships/hyperlink" Target="https://liveexample.pearsoncmg.com/html/Rational.html"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ChangeArrowheads="1"/>
          </p:cNvSpPr>
          <p:nvPr/>
        </p:nvSpPr>
        <p:spPr bwMode="auto">
          <a:xfrm>
            <a:off x="1539875" y="2171011"/>
            <a:ext cx="11791950" cy="1708150"/>
          </a:xfrm>
          <a:prstGeom prst="rect">
            <a:avLst/>
          </a:prstGeom>
          <a:noFill/>
          <a:ln w="12700" cap="sq">
            <a:noFill/>
            <a:miter lim="800000"/>
            <a:headEnd type="none" w="sm" len="sm"/>
            <a:tailEnd type="none" w="sm" len="sm"/>
          </a:ln>
        </p:spPr>
        <p:txBody>
          <a:bodyPr lIns="104927" tIns="52464" rIns="104927" bIns="52464" anchor="ctr"/>
          <a:lstStyle/>
          <a:p>
            <a:pPr eaLnBrk="1" hangingPunct="1"/>
            <a:r>
              <a:rPr lang="en-US" sz="5000" b="1" dirty="0">
                <a:latin typeface="Times New Roman" panose="02020603050405020304" pitchFamily="18" charset="0"/>
                <a:cs typeface="Times New Roman" panose="02020603050405020304" pitchFamily="18" charset="0"/>
              </a:rPr>
              <a:t>CCS3101 </a:t>
            </a:r>
          </a:p>
          <a:p>
            <a:pPr eaLnBrk="1" hangingPunct="1"/>
            <a:r>
              <a:rPr lang="en-US" sz="5000" b="1" dirty="0">
                <a:latin typeface="Times New Roman" panose="02020603050405020304" pitchFamily="18" charset="0"/>
                <a:cs typeface="Times New Roman" panose="02020603050405020304" pitchFamily="18" charset="0"/>
              </a:rPr>
              <a:t>OBJECT-ORIENTED PROGRAMMING</a:t>
            </a:r>
            <a:br>
              <a:rPr lang="pl-PL" sz="5000" b="1" dirty="0">
                <a:latin typeface="Times New Roman" panose="02020603050405020304" pitchFamily="18" charset="0"/>
                <a:cs typeface="Times New Roman" panose="02020603050405020304" pitchFamily="18" charset="0"/>
              </a:rPr>
            </a:br>
            <a:r>
              <a:rPr lang="en-US" sz="5000" b="1" dirty="0">
                <a:latin typeface="Times New Roman" panose="02020603050405020304" pitchFamily="18" charset="0"/>
                <a:cs typeface="Times New Roman" panose="02020603050405020304" pitchFamily="18" charset="0"/>
              </a:rPr>
              <a:t>Topic 7 Abstract Classes and Interfaces</a:t>
            </a:r>
          </a:p>
        </p:txBody>
      </p:sp>
      <p:sp>
        <p:nvSpPr>
          <p:cNvPr id="4099" name="Rectangle 3"/>
          <p:cNvSpPr>
            <a:spLocks noChangeArrowheads="1"/>
          </p:cNvSpPr>
          <p:nvPr/>
        </p:nvSpPr>
        <p:spPr bwMode="auto">
          <a:xfrm>
            <a:off x="798513" y="4900613"/>
            <a:ext cx="11399837" cy="4100512"/>
          </a:xfrm>
          <a:prstGeom prst="rect">
            <a:avLst/>
          </a:prstGeom>
          <a:noFill/>
          <a:ln w="12700" cap="sq">
            <a:noFill/>
            <a:miter lim="800000"/>
            <a:headEnd type="none" w="sm" len="sm"/>
            <a:tailEnd type="none" w="sm" len="sm"/>
          </a:ln>
        </p:spPr>
        <p:txBody>
          <a:bodyPr lIns="104927" tIns="52464" rIns="104927" bIns="52464"/>
          <a:lstStyle/>
          <a:p>
            <a:pPr algn="ctr" eaLnBrk="1" hangingPunct="1">
              <a:spcBef>
                <a:spcPct val="20000"/>
              </a:spcBef>
              <a:buClr>
                <a:schemeClr val="folHlink"/>
              </a:buClr>
              <a:buSzPct val="60000"/>
              <a:buFont typeface="Wingdings" pitchFamily="2" charset="2"/>
              <a:buNone/>
            </a:pPr>
            <a:endParaRPr lang="en-US" sz="1600" dirty="0">
              <a:latin typeface="Tw Cen MT Condensed Extra Bold" pitchFamily="34" charset="0"/>
            </a:endParaRPr>
          </a:p>
          <a:p>
            <a:pPr algn="ctr" eaLnBrk="1" hangingPunct="1">
              <a:spcBef>
                <a:spcPct val="20000"/>
              </a:spcBef>
              <a:buClr>
                <a:schemeClr val="folHlink"/>
              </a:buClr>
              <a:buSzPct val="60000"/>
              <a:buFont typeface="Wingdings" pitchFamily="2" charset="2"/>
              <a:buNone/>
            </a:pPr>
            <a:endParaRPr lang="pl-PL" sz="1600" dirty="0"/>
          </a:p>
        </p:txBody>
      </p:sp>
    </p:spTree>
    <p:custDataLst>
      <p:tags r:id="rId1"/>
    </p:custDataLst>
  </p:cSld>
  <p:clrMapOvr>
    <a:masterClrMapping/>
  </p:clrMapOvr>
  <p:transition>
    <p:rand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idx="4294967295"/>
          </p:nvPr>
        </p:nvSpPr>
        <p:spPr bwMode="auto">
          <a:xfrm>
            <a:off x="0" y="4763"/>
            <a:ext cx="13681075" cy="1033462"/>
          </a:xfrm>
          <a:prstGeom prst="rect">
            <a:avLst/>
          </a:prstGeom>
          <a:solidFill>
            <a:srgbClr val="FFFFFF"/>
          </a:solidFill>
          <a:ln>
            <a:miter lim="800000"/>
            <a:headEnd/>
            <a:tailEnd/>
          </a:ln>
        </p:spPr>
        <p:txBody>
          <a:bodyPr lIns="104927" tIns="52464" rIns="104927" bIns="52464" anchor="ctr"/>
          <a:lstStyle/>
          <a:p>
            <a:pPr algn="ctr" eaLnBrk="1" hangingPunct="1"/>
            <a:r>
              <a:rPr lang="en-US" sz="4800" b="1" dirty="0">
                <a:solidFill>
                  <a:schemeClr val="tx1"/>
                </a:solidFill>
                <a:latin typeface="Times New Roman" panose="02020603050405020304" pitchFamily="18" charset="0"/>
                <a:cs typeface="Times New Roman" panose="02020603050405020304" pitchFamily="18" charset="0"/>
              </a:rPr>
              <a:t>Learning Objectives</a:t>
            </a:r>
          </a:p>
        </p:txBody>
      </p:sp>
      <p:sp>
        <p:nvSpPr>
          <p:cNvPr id="3" name="Rectangle 2"/>
          <p:cNvSpPr txBox="1">
            <a:spLocks noChangeArrowheads="1"/>
          </p:cNvSpPr>
          <p:nvPr/>
        </p:nvSpPr>
        <p:spPr bwMode="auto">
          <a:xfrm>
            <a:off x="0" y="1147763"/>
            <a:ext cx="13681075" cy="6075362"/>
          </a:xfrm>
          <a:prstGeom prst="rect">
            <a:avLst/>
          </a:prstGeom>
          <a:solidFill>
            <a:srgbClr val="FFFFFF"/>
          </a:solidFill>
          <a:ln>
            <a:miter lim="800000"/>
            <a:headEnd/>
            <a:tailEnd/>
          </a:ln>
        </p:spPr>
        <p:txBody>
          <a:bodyPr lIns="104927" tIns="52464" rIns="104927" bIns="52464"/>
          <a:lstStyle/>
          <a:p>
            <a:pPr marL="413100" indent="-413100" eaLnBrk="1" hangingPunct="1">
              <a:buFont typeface="Arial" pitchFamily="34" charset="0"/>
              <a:buChar char="•"/>
              <a:defRPr/>
            </a:pPr>
            <a:r>
              <a:rPr lang="en-US" sz="4000" kern="0" dirty="0">
                <a:latin typeface="Times New Roman" panose="02020603050405020304" pitchFamily="18" charset="0"/>
                <a:ea typeface="+mj-ea"/>
                <a:cs typeface="Times New Roman" panose="02020603050405020304" pitchFamily="18" charset="0"/>
              </a:rPr>
              <a:t>At the end of this chapter, you will be able to:</a:t>
            </a:r>
          </a:p>
          <a:p>
            <a:pPr marL="1054100" lvl="1" indent="-530225">
              <a:buFont typeface="Arial" pitchFamily="34" charset="0"/>
              <a:buChar char="•"/>
              <a:defRPr/>
            </a:pPr>
            <a:r>
              <a:rPr lang="ms-MY" sz="4000" dirty="0">
                <a:latin typeface="Times New Roman" panose="02020603050405020304" pitchFamily="18" charset="0"/>
                <a:cs typeface="Times New Roman" panose="02020603050405020304" pitchFamily="18" charset="0"/>
              </a:rPr>
              <a:t>Construct and use </a:t>
            </a:r>
            <a:r>
              <a:rPr lang="ms-MY" sz="4000" dirty="0" err="1">
                <a:latin typeface="Times New Roman" panose="02020603050405020304" pitchFamily="18" charset="0"/>
                <a:cs typeface="Times New Roman" panose="02020603050405020304" pitchFamily="18" charset="0"/>
              </a:rPr>
              <a:t>abstract</a:t>
            </a:r>
            <a:r>
              <a:rPr lang="ms-MY" sz="4000" dirty="0">
                <a:latin typeface="Times New Roman" panose="02020603050405020304" pitchFamily="18" charset="0"/>
                <a:cs typeface="Times New Roman" panose="02020603050405020304" pitchFamily="18" charset="0"/>
              </a:rPr>
              <a:t> </a:t>
            </a:r>
            <a:r>
              <a:rPr lang="ms-MY" sz="4000" dirty="0" err="1">
                <a:latin typeface="Times New Roman" panose="02020603050405020304" pitchFamily="18" charset="0"/>
                <a:cs typeface="Times New Roman" panose="02020603050405020304" pitchFamily="18" charset="0"/>
              </a:rPr>
              <a:t>classes</a:t>
            </a:r>
            <a:r>
              <a:rPr lang="ms-MY" sz="4000" dirty="0">
                <a:latin typeface="Times New Roman" panose="02020603050405020304" pitchFamily="18" charset="0"/>
                <a:cs typeface="Times New Roman" panose="02020603050405020304" pitchFamily="18" charset="0"/>
              </a:rPr>
              <a:t> (P4)</a:t>
            </a:r>
          </a:p>
          <a:p>
            <a:pPr marL="1054100" lvl="1" indent="-530225">
              <a:buFont typeface="Arial" pitchFamily="34" charset="0"/>
              <a:buChar char="•"/>
              <a:defRPr/>
            </a:pPr>
            <a:r>
              <a:rPr lang="ms-MY" sz="4000" dirty="0">
                <a:latin typeface="Times New Roman" panose="02020603050405020304" pitchFamily="18" charset="0"/>
                <a:cs typeface="Times New Roman" panose="02020603050405020304" pitchFamily="18" charset="0"/>
              </a:rPr>
              <a:t>Specify common behavior for objects </a:t>
            </a:r>
            <a:r>
              <a:rPr lang="ms-MY" sz="4000" dirty="0" err="1">
                <a:latin typeface="Times New Roman" panose="02020603050405020304" pitchFamily="18" charset="0"/>
                <a:cs typeface="Times New Roman" panose="02020603050405020304" pitchFamily="18" charset="0"/>
              </a:rPr>
              <a:t>using</a:t>
            </a:r>
            <a:r>
              <a:rPr lang="ms-MY" sz="4000" dirty="0">
                <a:latin typeface="Times New Roman" panose="02020603050405020304" pitchFamily="18" charset="0"/>
                <a:cs typeface="Times New Roman" panose="02020603050405020304" pitchFamily="18" charset="0"/>
              </a:rPr>
              <a:t> </a:t>
            </a:r>
            <a:r>
              <a:rPr lang="ms-MY" sz="4000" dirty="0" err="1">
                <a:latin typeface="Times New Roman" panose="02020603050405020304" pitchFamily="18" charset="0"/>
                <a:cs typeface="Times New Roman" panose="02020603050405020304" pitchFamily="18" charset="0"/>
              </a:rPr>
              <a:t>interfaces</a:t>
            </a:r>
            <a:r>
              <a:rPr lang="ms-MY" sz="4000" dirty="0">
                <a:latin typeface="Times New Roman" panose="02020603050405020304" pitchFamily="18" charset="0"/>
                <a:cs typeface="Times New Roman" panose="02020603050405020304" pitchFamily="18" charset="0"/>
              </a:rPr>
              <a:t> (C4)</a:t>
            </a:r>
          </a:p>
          <a:p>
            <a:pPr marL="1054100" lvl="1" indent="-530225">
              <a:buFont typeface="Arial" pitchFamily="34" charset="0"/>
              <a:buChar char="•"/>
              <a:defRPr/>
            </a:pPr>
            <a:r>
              <a:rPr lang="ms-MY" sz="4000" dirty="0">
                <a:latin typeface="Times New Roman" panose="02020603050405020304" pitchFamily="18" charset="0"/>
                <a:cs typeface="Times New Roman" panose="02020603050405020304" pitchFamily="18" charset="0"/>
              </a:rPr>
              <a:t>Explain the similarities and differences among concrete classes, abstract classes, </a:t>
            </a:r>
            <a:r>
              <a:rPr lang="ms-MY" sz="4000" dirty="0" err="1">
                <a:latin typeface="Times New Roman" panose="02020603050405020304" pitchFamily="18" charset="0"/>
                <a:cs typeface="Times New Roman" panose="02020603050405020304" pitchFamily="18" charset="0"/>
              </a:rPr>
              <a:t>and</a:t>
            </a:r>
            <a:r>
              <a:rPr lang="ms-MY" sz="4000" dirty="0">
                <a:latin typeface="Times New Roman" panose="02020603050405020304" pitchFamily="18" charset="0"/>
                <a:cs typeface="Times New Roman" panose="02020603050405020304" pitchFamily="18" charset="0"/>
              </a:rPr>
              <a:t> </a:t>
            </a:r>
            <a:r>
              <a:rPr lang="ms-MY" sz="4000" dirty="0" err="1">
                <a:latin typeface="Times New Roman" panose="02020603050405020304" pitchFamily="18" charset="0"/>
                <a:cs typeface="Times New Roman" panose="02020603050405020304" pitchFamily="18" charset="0"/>
              </a:rPr>
              <a:t>interfaces</a:t>
            </a:r>
            <a:r>
              <a:rPr lang="ms-MY" sz="4000" dirty="0">
                <a:latin typeface="Times New Roman" panose="02020603050405020304" pitchFamily="18" charset="0"/>
                <a:cs typeface="Times New Roman" panose="02020603050405020304" pitchFamily="18" charset="0"/>
              </a:rPr>
              <a:t> (A3)</a:t>
            </a:r>
            <a:endParaRPr lang="en-GB" sz="4000" dirty="0">
              <a:latin typeface="Times New Roman" panose="02020603050405020304" pitchFamily="18" charset="0"/>
              <a:cs typeface="Times New Roman" panose="02020603050405020304" pitchFamily="18" charset="0"/>
            </a:endParaRPr>
          </a:p>
          <a:p>
            <a:pPr marL="1054100" lvl="1" indent="-530225">
              <a:buFont typeface="Arial" pitchFamily="34" charset="0"/>
              <a:buChar char="•"/>
              <a:defRPr/>
            </a:pPr>
            <a:endParaRPr lang="ms-MY" sz="4000" dirty="0">
              <a:latin typeface="Times New Roman" panose="02020603050405020304" pitchFamily="18" charset="0"/>
              <a:cs typeface="Times New Roman" panose="02020603050405020304" pitchFamily="18" charset="0"/>
            </a:endParaRPr>
          </a:p>
        </p:txBody>
      </p:sp>
    </p:spTree>
    <p:custDataLst>
      <p:tags r:id="rId1"/>
    </p:custDataLst>
  </p:cSld>
  <p:clrMapOvr>
    <a:masterClrMapping/>
  </p:clrMapOvr>
  <p:transition>
    <p:rand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2"/>
          <p:cNvSpPr>
            <a:spLocks noGrp="1" noChangeArrowheads="1"/>
          </p:cNvSpPr>
          <p:nvPr>
            <p:ph type="title" idx="4294967295"/>
          </p:nvPr>
        </p:nvSpPr>
        <p:spPr>
          <a:xfrm>
            <a:off x="228018" y="300037"/>
            <a:ext cx="13111030" cy="1100138"/>
          </a:xfrm>
          <a:prstGeom prst="rect">
            <a:avLst/>
          </a:prstGeom>
        </p:spPr>
        <p:txBody>
          <a:bodyPr lIns="129607" tIns="64804" rIns="129607" bIns="64804"/>
          <a:lstStyle/>
          <a:p>
            <a:pPr algn="ctr"/>
            <a:r>
              <a:rPr lang="en-US" altLang="en-US" sz="4800" b="1" dirty="0">
                <a:solidFill>
                  <a:schemeClr val="tx1"/>
                </a:solidFill>
                <a:latin typeface="Times New Roman" panose="02020603050405020304" pitchFamily="18" charset="0"/>
                <a:cs typeface="Times New Roman" panose="02020603050405020304" pitchFamily="18" charset="0"/>
              </a:rPr>
              <a:t>Motivation</a:t>
            </a:r>
          </a:p>
        </p:txBody>
      </p:sp>
      <p:sp>
        <p:nvSpPr>
          <p:cNvPr id="6149" name="Rectangle 3"/>
          <p:cNvSpPr>
            <a:spLocks noGrp="1" noChangeArrowheads="1"/>
          </p:cNvSpPr>
          <p:nvPr>
            <p:ph type="body" idx="4294967295"/>
          </p:nvPr>
        </p:nvSpPr>
        <p:spPr>
          <a:xfrm>
            <a:off x="342027" y="1400175"/>
            <a:ext cx="12997021" cy="6800850"/>
          </a:xfrm>
        </p:spPr>
        <p:txBody>
          <a:bodyPr/>
          <a:lstStyle/>
          <a:p>
            <a:pPr>
              <a:buFont typeface="Wingdings" pitchFamily="2" charset="2"/>
              <a:buChar char="q"/>
            </a:pPr>
            <a:r>
              <a:rPr lang="en-US" altLang="en-US" dirty="0">
                <a:latin typeface="Times New Roman" panose="02020603050405020304" pitchFamily="18" charset="0"/>
                <a:cs typeface="Times New Roman" panose="02020603050405020304" pitchFamily="18" charset="0"/>
              </a:rPr>
              <a:t>You will learn how to write simple programs to create and display GUI components. Can you find out how to write the code to respond to user actions, such as clicking a button to perform an action?</a:t>
            </a:r>
          </a:p>
          <a:p>
            <a:pPr>
              <a:buFont typeface="Wingdings" pitchFamily="2" charset="2"/>
              <a:buChar char="q"/>
            </a:pPr>
            <a:r>
              <a:rPr lang="en-US" altLang="en-US" dirty="0">
                <a:latin typeface="Times New Roman" panose="02020603050405020304" pitchFamily="18" charset="0"/>
                <a:cs typeface="Times New Roman" panose="02020603050405020304" pitchFamily="18" charset="0"/>
              </a:rPr>
              <a:t>In order to write such code, you have to know about interfaces. An </a:t>
            </a:r>
            <a:r>
              <a:rPr lang="en-US" altLang="en-US" i="1" dirty="0">
                <a:latin typeface="Times New Roman" panose="02020603050405020304" pitchFamily="18" charset="0"/>
                <a:cs typeface="Times New Roman" panose="02020603050405020304" pitchFamily="18" charset="0"/>
              </a:rPr>
              <a:t>interface</a:t>
            </a:r>
            <a:r>
              <a:rPr lang="en-US" altLang="en-US" dirty="0">
                <a:latin typeface="Times New Roman" panose="02020603050405020304" pitchFamily="18" charset="0"/>
                <a:cs typeface="Times New Roman" panose="02020603050405020304" pitchFamily="18" charset="0"/>
              </a:rPr>
              <a:t> is for defining common behavior for classes (including unrelated classes). Before discussing interfaces, we introduce a closely related subject: abstract classes.</a:t>
            </a:r>
          </a:p>
        </p:txBody>
      </p:sp>
    </p:spTree>
    <p:extLst>
      <p:ext uri="{BB962C8B-B14F-4D97-AF65-F5344CB8AC3E}">
        <p14:creationId xmlns:p14="http://schemas.microsoft.com/office/powerpoint/2010/main" val="1085353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9"/>
          <p:cNvSpPr>
            <a:spLocks noChangeArrowheads="1"/>
          </p:cNvSpPr>
          <p:nvPr/>
        </p:nvSpPr>
        <p:spPr bwMode="auto">
          <a:xfrm>
            <a:off x="0" y="1594026"/>
            <a:ext cx="261810" cy="6540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lIns="129607" tIns="64804" rIns="129607" bIns="64804" anchor="ctr">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0"/>
              </a:spcBef>
              <a:buClrTx/>
              <a:buSzTx/>
              <a:buFontTx/>
              <a:buNone/>
            </a:pPr>
            <a:endParaRPr lang="en-US" altLang="en-US" sz="3400"/>
          </a:p>
        </p:txBody>
      </p:sp>
      <p:sp>
        <p:nvSpPr>
          <p:cNvPr id="8197" name="Rectangle 11"/>
          <p:cNvSpPr>
            <a:spLocks noChangeArrowheads="1"/>
          </p:cNvSpPr>
          <p:nvPr/>
        </p:nvSpPr>
        <p:spPr bwMode="auto">
          <a:xfrm>
            <a:off x="0" y="1594026"/>
            <a:ext cx="261810" cy="6540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lIns="129607" tIns="64804" rIns="129607" bIns="64804" anchor="ctr">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0"/>
              </a:spcBef>
              <a:buClrTx/>
              <a:buSzTx/>
              <a:buFontTx/>
              <a:buNone/>
            </a:pPr>
            <a:endParaRPr lang="en-US" altLang="en-US" sz="3400"/>
          </a:p>
        </p:txBody>
      </p:sp>
      <p:sp>
        <p:nvSpPr>
          <p:cNvPr id="8198" name="Rectangle 16"/>
          <p:cNvSpPr>
            <a:spLocks noChangeArrowheads="1"/>
          </p:cNvSpPr>
          <p:nvPr/>
        </p:nvSpPr>
        <p:spPr bwMode="auto">
          <a:xfrm>
            <a:off x="0" y="1554439"/>
            <a:ext cx="261810" cy="6540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lIns="129607" tIns="64804" rIns="129607" bIns="64804" anchor="ctr">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0"/>
              </a:spcBef>
              <a:buClrTx/>
              <a:buSzTx/>
              <a:buFontTx/>
              <a:buNone/>
            </a:pPr>
            <a:endParaRPr lang="en-US" altLang="en-US" sz="3400"/>
          </a:p>
        </p:txBody>
      </p:sp>
      <p:sp>
        <p:nvSpPr>
          <p:cNvPr id="8199" name="Rectangle 18"/>
          <p:cNvSpPr>
            <a:spLocks noGrp="1" noChangeArrowheads="1"/>
          </p:cNvSpPr>
          <p:nvPr>
            <p:ph type="title" idx="4294967295"/>
          </p:nvPr>
        </p:nvSpPr>
        <p:spPr>
          <a:xfrm>
            <a:off x="456036" y="200025"/>
            <a:ext cx="12883012" cy="700088"/>
          </a:xfrm>
          <a:prstGeom prst="rect">
            <a:avLst/>
          </a:prstGeom>
        </p:spPr>
        <p:txBody>
          <a:bodyPr lIns="129607" tIns="64804" rIns="129607" bIns="64804"/>
          <a:lstStyle/>
          <a:p>
            <a:pPr algn="ctr"/>
            <a:r>
              <a:rPr lang="en-US" altLang="en-US" sz="4800" b="1" dirty="0">
                <a:solidFill>
                  <a:schemeClr val="tx1"/>
                </a:solidFill>
                <a:latin typeface="Times New Roman" panose="02020603050405020304" pitchFamily="18" charset="0"/>
                <a:cs typeface="Times New Roman" panose="02020603050405020304" pitchFamily="18" charset="0"/>
              </a:rPr>
              <a:t>Abstract Classes and Abstract Methods</a:t>
            </a:r>
          </a:p>
        </p:txBody>
      </p:sp>
      <p:sp>
        <p:nvSpPr>
          <p:cNvPr id="8200" name="Rectangle 25"/>
          <p:cNvSpPr>
            <a:spLocks noChangeArrowheads="1"/>
          </p:cNvSpPr>
          <p:nvPr/>
        </p:nvSpPr>
        <p:spPr bwMode="auto">
          <a:xfrm>
            <a:off x="0" y="1185642"/>
            <a:ext cx="261810" cy="6540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lIns="129607" tIns="64804" rIns="129607" bIns="64804" anchor="ctr">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0"/>
              </a:spcBef>
              <a:buClrTx/>
              <a:buSzTx/>
              <a:buFontTx/>
              <a:buNone/>
            </a:pPr>
            <a:endParaRPr lang="en-US" altLang="en-US" sz="3400"/>
          </a:p>
        </p:txBody>
      </p:sp>
      <p:pic>
        <p:nvPicPr>
          <p:cNvPr id="8201" name="Picture 1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131" y="1013380"/>
            <a:ext cx="10948426" cy="73855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8202" name="AutoShape 10">
            <a:hlinkClick r:id="rId3" action="ppaction://program" highlightClick="1"/>
          </p:cNvPr>
          <p:cNvSpPr>
            <a:spLocks noChangeArrowheads="1"/>
          </p:cNvSpPr>
          <p:nvPr/>
        </p:nvSpPr>
        <p:spPr bwMode="auto">
          <a:xfrm>
            <a:off x="12315343" y="4100513"/>
            <a:ext cx="1045082" cy="445889"/>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lIns="129607" tIns="64804" rIns="129607" bIns="64804" anchor="ct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2600">
                <a:latin typeface="Book Antiqua" pitchFamily="18" charset="0"/>
              </a:rPr>
              <a:t>Run</a:t>
            </a:r>
            <a:endParaRPr lang="en-US" altLang="en-US" sz="2600"/>
          </a:p>
        </p:txBody>
      </p:sp>
      <p:sp>
        <p:nvSpPr>
          <p:cNvPr id="8203" name="Rectangle 19">
            <a:hlinkClick r:id="rId4"/>
          </p:cNvPr>
          <p:cNvSpPr>
            <a:spLocks noChangeArrowheads="1"/>
          </p:cNvSpPr>
          <p:nvPr/>
        </p:nvSpPr>
        <p:spPr bwMode="auto">
          <a:xfrm>
            <a:off x="9823773" y="1306414"/>
            <a:ext cx="3548529" cy="500063"/>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lIns="129607" tIns="64804" rIns="129607" bIns="64804"/>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2800"/>
              <a:t>GeometricObject</a:t>
            </a:r>
          </a:p>
        </p:txBody>
      </p:sp>
      <p:sp>
        <p:nvSpPr>
          <p:cNvPr id="8204" name="Rectangle 20">
            <a:hlinkClick r:id="rId5"/>
          </p:cNvPr>
          <p:cNvSpPr>
            <a:spLocks noChangeArrowheads="1"/>
          </p:cNvSpPr>
          <p:nvPr/>
        </p:nvSpPr>
        <p:spPr bwMode="auto">
          <a:xfrm>
            <a:off x="9814272" y="1977331"/>
            <a:ext cx="3548529" cy="500063"/>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lIns="129607" tIns="64804" rIns="129607" bIns="64804"/>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2800"/>
              <a:t>Circle</a:t>
            </a:r>
          </a:p>
        </p:txBody>
      </p:sp>
      <p:sp>
        <p:nvSpPr>
          <p:cNvPr id="8205" name="Rectangle 22">
            <a:hlinkClick r:id="rId6"/>
          </p:cNvPr>
          <p:cNvSpPr>
            <a:spLocks noChangeArrowheads="1"/>
          </p:cNvSpPr>
          <p:nvPr/>
        </p:nvSpPr>
        <p:spPr bwMode="auto">
          <a:xfrm>
            <a:off x="9833273" y="2677418"/>
            <a:ext cx="3548529" cy="500063"/>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lIns="129607" tIns="64804" rIns="129607" bIns="64804"/>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2800"/>
              <a:t>Rectangle</a:t>
            </a:r>
          </a:p>
        </p:txBody>
      </p:sp>
      <p:sp>
        <p:nvSpPr>
          <p:cNvPr id="8206" name="Rectangle 23">
            <a:hlinkClick r:id="rId7"/>
          </p:cNvPr>
          <p:cNvSpPr>
            <a:spLocks noChangeArrowheads="1"/>
          </p:cNvSpPr>
          <p:nvPr/>
        </p:nvSpPr>
        <p:spPr bwMode="auto">
          <a:xfrm>
            <a:off x="9833273" y="3402509"/>
            <a:ext cx="3548529" cy="500063"/>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lIns="129607" tIns="64804" rIns="129607" bIns="64804"/>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2800"/>
              <a:t>TestGeometricObject</a:t>
            </a:r>
          </a:p>
        </p:txBody>
      </p:sp>
    </p:spTree>
    <p:extLst>
      <p:ext uri="{BB962C8B-B14F-4D97-AF65-F5344CB8AC3E}">
        <p14:creationId xmlns:p14="http://schemas.microsoft.com/office/powerpoint/2010/main" val="38039649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2"/>
          <p:cNvSpPr>
            <a:spLocks noGrp="1" noChangeArrowheads="1"/>
          </p:cNvSpPr>
          <p:nvPr>
            <p:ph type="title" idx="4294967295"/>
          </p:nvPr>
        </p:nvSpPr>
        <p:spPr>
          <a:xfrm>
            <a:off x="456036" y="300038"/>
            <a:ext cx="12883012" cy="1200150"/>
          </a:xfrm>
          <a:prstGeom prst="rect">
            <a:avLst/>
          </a:prstGeom>
        </p:spPr>
        <p:txBody>
          <a:bodyPr lIns="129607" tIns="64804" rIns="129607" bIns="64804"/>
          <a:lstStyle/>
          <a:p>
            <a:pPr algn="ctr"/>
            <a:r>
              <a:rPr lang="en-US" altLang="en-US" sz="4800" b="1" dirty="0">
                <a:solidFill>
                  <a:schemeClr val="tx1"/>
                </a:solidFill>
                <a:latin typeface="Times New Roman" panose="02020603050405020304" pitchFamily="18" charset="0"/>
                <a:cs typeface="Times New Roman" panose="02020603050405020304" pitchFamily="18" charset="0"/>
              </a:rPr>
              <a:t>object cannot be created from abstract class </a:t>
            </a:r>
          </a:p>
        </p:txBody>
      </p:sp>
      <p:sp>
        <p:nvSpPr>
          <p:cNvPr id="10245" name="Text Box 3"/>
          <p:cNvSpPr txBox="1">
            <a:spLocks noChangeArrowheads="1"/>
          </p:cNvSpPr>
          <p:nvPr/>
        </p:nvSpPr>
        <p:spPr bwMode="auto">
          <a:xfrm>
            <a:off x="456036" y="2100262"/>
            <a:ext cx="12769003" cy="3516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129607" tIns="64804" rIns="129607" bIns="64804">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marL="571500" indent="-571500" algn="just">
              <a:spcBef>
                <a:spcPct val="50000"/>
              </a:spcBef>
              <a:buClrTx/>
              <a:buSzTx/>
            </a:pPr>
            <a:r>
              <a:rPr lang="en-US" altLang="en-US" sz="4000" dirty="0">
                <a:cs typeface="Times New Roman" pitchFamily="18" charset="0"/>
              </a:rPr>
              <a:t>An abstract class cannot be instantiated using the new operator, but you can still define its constructors, which are invoked in the constructors of its subclasses. </a:t>
            </a:r>
          </a:p>
          <a:p>
            <a:pPr marL="571500" indent="-571500" algn="just">
              <a:spcBef>
                <a:spcPct val="50000"/>
              </a:spcBef>
              <a:buClrTx/>
              <a:buSzTx/>
            </a:pPr>
            <a:r>
              <a:rPr lang="en-US" altLang="en-US" sz="4000" dirty="0">
                <a:cs typeface="Times New Roman" pitchFamily="18" charset="0"/>
              </a:rPr>
              <a:t>For instance, the constructors of </a:t>
            </a:r>
            <a:r>
              <a:rPr lang="en-US" altLang="en-US" sz="4000" dirty="0" err="1">
                <a:cs typeface="Times New Roman" pitchFamily="18" charset="0"/>
              </a:rPr>
              <a:t>GeometricObject</a:t>
            </a:r>
            <a:r>
              <a:rPr lang="en-US" altLang="en-US" sz="4000" dirty="0">
                <a:cs typeface="Times New Roman" pitchFamily="18" charset="0"/>
              </a:rPr>
              <a:t> are invoked in the Circle class and the Rectangle class. </a:t>
            </a:r>
          </a:p>
        </p:txBody>
      </p:sp>
    </p:spTree>
    <p:extLst>
      <p:ext uri="{BB962C8B-B14F-4D97-AF65-F5344CB8AC3E}">
        <p14:creationId xmlns:p14="http://schemas.microsoft.com/office/powerpoint/2010/main" val="28371518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2"/>
          <p:cNvSpPr>
            <a:spLocks noGrp="1" noChangeArrowheads="1"/>
          </p:cNvSpPr>
          <p:nvPr>
            <p:ph type="title" idx="4294967295"/>
          </p:nvPr>
        </p:nvSpPr>
        <p:spPr>
          <a:xfrm>
            <a:off x="1026081" y="300037"/>
            <a:ext cx="11628914" cy="900113"/>
          </a:xfrm>
          <a:prstGeom prst="rect">
            <a:avLst/>
          </a:prstGeom>
        </p:spPr>
        <p:txBody>
          <a:bodyPr lIns="129607" tIns="64804" rIns="129607" bIns="64804"/>
          <a:lstStyle/>
          <a:p>
            <a:pPr algn="ctr"/>
            <a:r>
              <a:rPr lang="en-US" altLang="en-US" b="1" dirty="0">
                <a:solidFill>
                  <a:schemeClr val="tx1"/>
                </a:solidFill>
                <a:latin typeface="Times New Roman" panose="02020603050405020304" pitchFamily="18" charset="0"/>
                <a:cs typeface="Times New Roman" panose="02020603050405020304" pitchFamily="18" charset="0"/>
              </a:rPr>
              <a:t>abstract method → abstract class </a:t>
            </a:r>
          </a:p>
        </p:txBody>
      </p:sp>
      <p:sp>
        <p:nvSpPr>
          <p:cNvPr id="9221" name="Text Box 3"/>
          <p:cNvSpPr txBox="1">
            <a:spLocks noChangeArrowheads="1"/>
          </p:cNvSpPr>
          <p:nvPr/>
        </p:nvSpPr>
        <p:spPr bwMode="auto">
          <a:xfrm>
            <a:off x="456036" y="1600201"/>
            <a:ext cx="12426976" cy="56708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129607" tIns="64804" rIns="129607" bIns="64804">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marL="571500" indent="-571500" algn="just">
              <a:spcBef>
                <a:spcPct val="50000"/>
              </a:spcBef>
              <a:buClrTx/>
              <a:buSzTx/>
            </a:pPr>
            <a:r>
              <a:rPr lang="en-US" altLang="en-US" sz="4000" dirty="0">
                <a:cs typeface="Times New Roman" pitchFamily="18" charset="0"/>
              </a:rPr>
              <a:t>An abstract method cannot be contained in a </a:t>
            </a:r>
            <a:r>
              <a:rPr lang="en-US" altLang="en-US" sz="4000" dirty="0" err="1">
                <a:cs typeface="Times New Roman" pitchFamily="18" charset="0"/>
              </a:rPr>
              <a:t>nonabstract</a:t>
            </a:r>
            <a:r>
              <a:rPr lang="en-US" altLang="en-US" sz="4000" dirty="0">
                <a:cs typeface="Times New Roman" pitchFamily="18" charset="0"/>
              </a:rPr>
              <a:t> class. </a:t>
            </a:r>
          </a:p>
          <a:p>
            <a:pPr marL="571500" indent="-571500" algn="just">
              <a:spcBef>
                <a:spcPct val="50000"/>
              </a:spcBef>
              <a:buClrTx/>
              <a:buSzTx/>
            </a:pPr>
            <a:r>
              <a:rPr lang="en-US" altLang="en-US" sz="4000" dirty="0">
                <a:cs typeface="Times New Roman" pitchFamily="18" charset="0"/>
              </a:rPr>
              <a:t>If a subclass of an abstract superclass does not implement all the abstract methods, the subclass must be defined abstract. </a:t>
            </a:r>
          </a:p>
          <a:p>
            <a:pPr marL="571500" indent="-571500" algn="just">
              <a:spcBef>
                <a:spcPct val="50000"/>
              </a:spcBef>
              <a:buClrTx/>
              <a:buSzTx/>
            </a:pPr>
            <a:r>
              <a:rPr lang="en-US" altLang="en-US" sz="4000" dirty="0">
                <a:cs typeface="Times New Roman" pitchFamily="18" charset="0"/>
              </a:rPr>
              <a:t>In other words, in a </a:t>
            </a:r>
            <a:r>
              <a:rPr lang="en-US" altLang="en-US" sz="4000" dirty="0" err="1">
                <a:cs typeface="Times New Roman" pitchFamily="18" charset="0"/>
              </a:rPr>
              <a:t>nonabstract</a:t>
            </a:r>
            <a:r>
              <a:rPr lang="en-US" altLang="en-US" sz="4000" dirty="0">
                <a:cs typeface="Times New Roman" pitchFamily="18" charset="0"/>
              </a:rPr>
              <a:t> subclass extended from an abstract class, all the abstract methods must be implemented, even if they are not used in the subclass. </a:t>
            </a:r>
          </a:p>
        </p:txBody>
      </p:sp>
    </p:spTree>
    <p:extLst>
      <p:ext uri="{BB962C8B-B14F-4D97-AF65-F5344CB8AC3E}">
        <p14:creationId xmlns:p14="http://schemas.microsoft.com/office/powerpoint/2010/main" val="12396123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2"/>
          <p:cNvSpPr>
            <a:spLocks noGrp="1" noChangeArrowheads="1"/>
          </p:cNvSpPr>
          <p:nvPr>
            <p:ph type="title" idx="4294967295"/>
          </p:nvPr>
        </p:nvSpPr>
        <p:spPr>
          <a:xfrm>
            <a:off x="342027" y="300037"/>
            <a:ext cx="12883012" cy="1500188"/>
          </a:xfrm>
          <a:prstGeom prst="rect">
            <a:avLst/>
          </a:prstGeom>
        </p:spPr>
        <p:txBody>
          <a:bodyPr lIns="129607" tIns="64804" rIns="129607" bIns="64804"/>
          <a:lstStyle/>
          <a:p>
            <a:pPr algn="ctr"/>
            <a:r>
              <a:rPr lang="en-US" altLang="en-US" sz="4800" b="1" dirty="0">
                <a:solidFill>
                  <a:schemeClr val="tx1"/>
                </a:solidFill>
                <a:latin typeface="Times New Roman" panose="02020603050405020304" pitchFamily="18" charset="0"/>
                <a:cs typeface="Times New Roman" panose="02020603050405020304" pitchFamily="18" charset="0"/>
              </a:rPr>
              <a:t>abstract class without abstract method </a:t>
            </a:r>
          </a:p>
        </p:txBody>
      </p:sp>
      <p:sp>
        <p:nvSpPr>
          <p:cNvPr id="11269" name="Text Box 3"/>
          <p:cNvSpPr txBox="1">
            <a:spLocks noChangeArrowheads="1"/>
          </p:cNvSpPr>
          <p:nvPr/>
        </p:nvSpPr>
        <p:spPr bwMode="auto">
          <a:xfrm>
            <a:off x="456036" y="1863587"/>
            <a:ext cx="12769003" cy="536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129607" tIns="64804" rIns="129607" bIns="64804">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marL="571500" indent="-571500">
              <a:spcBef>
                <a:spcPct val="50000"/>
              </a:spcBef>
              <a:buClrTx/>
              <a:buSzTx/>
            </a:pPr>
            <a:r>
              <a:rPr lang="en-US" altLang="en-US" sz="4000" dirty="0">
                <a:cs typeface="Times New Roman" pitchFamily="18" charset="0"/>
              </a:rPr>
              <a:t>A class that contains abstract methods must be abstract. </a:t>
            </a:r>
          </a:p>
          <a:p>
            <a:pPr marL="571500" indent="-571500">
              <a:spcBef>
                <a:spcPct val="50000"/>
              </a:spcBef>
              <a:buClrTx/>
              <a:buSzTx/>
            </a:pPr>
            <a:r>
              <a:rPr lang="en-US" altLang="en-US" sz="4000" dirty="0">
                <a:cs typeface="Times New Roman" pitchFamily="18" charset="0"/>
              </a:rPr>
              <a:t>However, it is possible to define an abstract class that contains no abstract methods. </a:t>
            </a:r>
          </a:p>
          <a:p>
            <a:pPr marL="571500" indent="-571500">
              <a:spcBef>
                <a:spcPct val="50000"/>
              </a:spcBef>
              <a:buClrTx/>
              <a:buSzTx/>
            </a:pPr>
            <a:r>
              <a:rPr lang="en-US" altLang="en-US" sz="4000" dirty="0">
                <a:cs typeface="Times New Roman" pitchFamily="18" charset="0"/>
              </a:rPr>
              <a:t>In this case, you cannot create instances of the class using the new operator. </a:t>
            </a:r>
          </a:p>
          <a:p>
            <a:pPr marL="571500" indent="-571500">
              <a:spcBef>
                <a:spcPct val="50000"/>
              </a:spcBef>
              <a:buClrTx/>
              <a:buSzTx/>
            </a:pPr>
            <a:r>
              <a:rPr lang="en-US" altLang="en-US" sz="4000" dirty="0">
                <a:cs typeface="Times New Roman" pitchFamily="18" charset="0"/>
              </a:rPr>
              <a:t>This class is used as a base class for defining a new subclass. </a:t>
            </a:r>
          </a:p>
        </p:txBody>
      </p:sp>
    </p:spTree>
    <p:extLst>
      <p:ext uri="{BB962C8B-B14F-4D97-AF65-F5344CB8AC3E}">
        <p14:creationId xmlns:p14="http://schemas.microsoft.com/office/powerpoint/2010/main" val="15011420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2"/>
          <p:cNvSpPr>
            <a:spLocks noGrp="1" noChangeArrowheads="1"/>
          </p:cNvSpPr>
          <p:nvPr>
            <p:ph type="title" idx="4294967295"/>
          </p:nvPr>
        </p:nvSpPr>
        <p:spPr>
          <a:xfrm>
            <a:off x="342027" y="300037"/>
            <a:ext cx="12997021" cy="1500188"/>
          </a:xfrm>
          <a:prstGeom prst="rect">
            <a:avLst/>
          </a:prstGeom>
        </p:spPr>
        <p:txBody>
          <a:bodyPr lIns="129607" tIns="64804" rIns="129607" bIns="64804"/>
          <a:lstStyle/>
          <a:p>
            <a:pPr algn="ctr"/>
            <a:r>
              <a:rPr lang="en-US" altLang="en-US" sz="4800" b="1" dirty="0">
                <a:solidFill>
                  <a:schemeClr val="tx1"/>
                </a:solidFill>
                <a:latin typeface="Times New Roman" panose="02020603050405020304" pitchFamily="18" charset="0"/>
                <a:cs typeface="Times New Roman" panose="02020603050405020304" pitchFamily="18" charset="0"/>
              </a:rPr>
              <a:t>superclass of abstract class may be concrete </a:t>
            </a:r>
          </a:p>
        </p:txBody>
      </p:sp>
      <p:sp>
        <p:nvSpPr>
          <p:cNvPr id="12293" name="Text Box 3"/>
          <p:cNvSpPr txBox="1">
            <a:spLocks noChangeArrowheads="1"/>
          </p:cNvSpPr>
          <p:nvPr/>
        </p:nvSpPr>
        <p:spPr bwMode="auto">
          <a:xfrm>
            <a:off x="456036" y="2400301"/>
            <a:ext cx="12769003" cy="290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129607" tIns="64804" rIns="129607" bIns="64804">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marL="571500" indent="-571500" algn="just">
              <a:spcBef>
                <a:spcPct val="50000"/>
              </a:spcBef>
              <a:buClrTx/>
              <a:buSzTx/>
            </a:pPr>
            <a:r>
              <a:rPr lang="en-US" altLang="en-US" sz="4000" dirty="0">
                <a:cs typeface="Times New Roman" panose="02020603050405020304" pitchFamily="18" charset="0"/>
              </a:rPr>
              <a:t>A subclass can be abstract even if its superclass is concrete. </a:t>
            </a:r>
          </a:p>
          <a:p>
            <a:pPr marL="571500" indent="-571500" algn="just">
              <a:spcBef>
                <a:spcPct val="50000"/>
              </a:spcBef>
              <a:buClrTx/>
              <a:buSzTx/>
            </a:pPr>
            <a:r>
              <a:rPr lang="en-US" altLang="en-US" sz="4000" dirty="0">
                <a:cs typeface="Times New Roman" panose="02020603050405020304" pitchFamily="18" charset="0"/>
              </a:rPr>
              <a:t>For example, the Object class is concrete, but its subclasses, such as </a:t>
            </a:r>
            <a:r>
              <a:rPr lang="en-US" altLang="en-US" sz="4000" dirty="0" err="1">
                <a:cs typeface="Times New Roman" panose="02020603050405020304" pitchFamily="18" charset="0"/>
              </a:rPr>
              <a:t>GeometricObject</a:t>
            </a:r>
            <a:r>
              <a:rPr lang="en-US" altLang="en-US" sz="4000" dirty="0">
                <a:cs typeface="Times New Roman" panose="02020603050405020304" pitchFamily="18" charset="0"/>
              </a:rPr>
              <a:t>, may be abstract.</a:t>
            </a:r>
          </a:p>
        </p:txBody>
      </p:sp>
    </p:spTree>
    <p:extLst>
      <p:ext uri="{BB962C8B-B14F-4D97-AF65-F5344CB8AC3E}">
        <p14:creationId xmlns:p14="http://schemas.microsoft.com/office/powerpoint/2010/main" val="5688161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Rectangle 2"/>
          <p:cNvSpPr>
            <a:spLocks noGrp="1" noChangeArrowheads="1"/>
          </p:cNvSpPr>
          <p:nvPr>
            <p:ph type="title" idx="4294967295"/>
          </p:nvPr>
        </p:nvSpPr>
        <p:spPr>
          <a:xfrm>
            <a:off x="342027" y="300037"/>
            <a:ext cx="13111030" cy="1500188"/>
          </a:xfrm>
          <a:prstGeom prst="rect">
            <a:avLst/>
          </a:prstGeom>
        </p:spPr>
        <p:txBody>
          <a:bodyPr lIns="129607" tIns="64804" rIns="129607" bIns="64804"/>
          <a:lstStyle/>
          <a:p>
            <a:pPr algn="ctr"/>
            <a:r>
              <a:rPr lang="en-US" altLang="en-US" sz="4800" b="1" dirty="0">
                <a:solidFill>
                  <a:schemeClr val="tx1"/>
                </a:solidFill>
                <a:latin typeface="Times New Roman" panose="02020603050405020304" pitchFamily="18" charset="0"/>
                <a:cs typeface="Times New Roman" panose="02020603050405020304" pitchFamily="18" charset="0"/>
              </a:rPr>
              <a:t>concrete method overridden to be abstract </a:t>
            </a:r>
          </a:p>
        </p:txBody>
      </p:sp>
      <p:sp>
        <p:nvSpPr>
          <p:cNvPr id="13317" name="Text Box 3"/>
          <p:cNvSpPr txBox="1">
            <a:spLocks noChangeArrowheads="1"/>
          </p:cNvSpPr>
          <p:nvPr/>
        </p:nvSpPr>
        <p:spPr bwMode="auto">
          <a:xfrm>
            <a:off x="342027" y="2200276"/>
            <a:ext cx="12997021" cy="3516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129607" tIns="64804" rIns="129607" bIns="64804">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marL="571500" indent="-571500">
              <a:spcBef>
                <a:spcPct val="50000"/>
              </a:spcBef>
              <a:buClrTx/>
              <a:buSzTx/>
            </a:pPr>
            <a:r>
              <a:rPr lang="en-US" altLang="en-US" sz="4000" dirty="0">
                <a:cs typeface="Times New Roman" pitchFamily="18" charset="0"/>
              </a:rPr>
              <a:t>A subclass can override a method from its superclass to define it abstract. </a:t>
            </a:r>
          </a:p>
          <a:p>
            <a:pPr marL="571500" indent="-571500">
              <a:spcBef>
                <a:spcPct val="50000"/>
              </a:spcBef>
              <a:buClrTx/>
              <a:buSzTx/>
            </a:pPr>
            <a:r>
              <a:rPr lang="en-US" altLang="en-US" sz="4000" dirty="0">
                <a:cs typeface="Times New Roman" pitchFamily="18" charset="0"/>
              </a:rPr>
              <a:t>This is rare, but useful when the implementation of the method in the superclass becomes invalid in the subclass. In this case, the subclass must be defined abstract. </a:t>
            </a:r>
          </a:p>
        </p:txBody>
      </p:sp>
    </p:spTree>
    <p:extLst>
      <p:ext uri="{BB962C8B-B14F-4D97-AF65-F5344CB8AC3E}">
        <p14:creationId xmlns:p14="http://schemas.microsoft.com/office/powerpoint/2010/main" val="39259140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Rectangle 2"/>
          <p:cNvSpPr>
            <a:spLocks noGrp="1" noChangeArrowheads="1"/>
          </p:cNvSpPr>
          <p:nvPr>
            <p:ph type="title" idx="4294967295"/>
          </p:nvPr>
        </p:nvSpPr>
        <p:spPr>
          <a:xfrm>
            <a:off x="1026081" y="300037"/>
            <a:ext cx="11628914" cy="900113"/>
          </a:xfrm>
          <a:prstGeom prst="rect">
            <a:avLst/>
          </a:prstGeom>
        </p:spPr>
        <p:txBody>
          <a:bodyPr lIns="129607" tIns="64804" rIns="129607" bIns="64804"/>
          <a:lstStyle/>
          <a:p>
            <a:pPr algn="ctr"/>
            <a:r>
              <a:rPr lang="en-US" altLang="en-US" sz="4800" b="1" dirty="0">
                <a:solidFill>
                  <a:schemeClr val="tx1"/>
                </a:solidFill>
                <a:latin typeface="Times New Roman" panose="02020603050405020304" pitchFamily="18" charset="0"/>
                <a:cs typeface="Times New Roman" panose="02020603050405020304" pitchFamily="18" charset="0"/>
              </a:rPr>
              <a:t>abstract class as type </a:t>
            </a:r>
          </a:p>
        </p:txBody>
      </p:sp>
      <p:sp>
        <p:nvSpPr>
          <p:cNvPr id="14341" name="Text Box 3"/>
          <p:cNvSpPr txBox="1">
            <a:spLocks noChangeArrowheads="1"/>
          </p:cNvSpPr>
          <p:nvPr/>
        </p:nvSpPr>
        <p:spPr bwMode="auto">
          <a:xfrm>
            <a:off x="342027" y="1700213"/>
            <a:ext cx="12997021" cy="6409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129607" tIns="64804" rIns="129607" bIns="64804">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marL="571500" indent="-571500">
              <a:spcBef>
                <a:spcPct val="50000"/>
              </a:spcBef>
              <a:buClrTx/>
              <a:buSzTx/>
            </a:pPr>
            <a:r>
              <a:rPr lang="en-US" altLang="en-US" sz="4000" dirty="0">
                <a:cs typeface="Times New Roman" pitchFamily="18" charset="0"/>
              </a:rPr>
              <a:t>You cannot create an instance from an abstract class using the new operator, but an abstract class can be used as a data type. </a:t>
            </a:r>
          </a:p>
          <a:p>
            <a:pPr marL="571500" indent="-571500">
              <a:spcBef>
                <a:spcPct val="50000"/>
              </a:spcBef>
              <a:buClrTx/>
              <a:buSzTx/>
            </a:pPr>
            <a:r>
              <a:rPr lang="en-US" altLang="en-US" sz="4000" dirty="0">
                <a:cs typeface="Times New Roman" pitchFamily="18" charset="0"/>
              </a:rPr>
              <a:t>Therefore, the following statement, which creates an array whose elements are of </a:t>
            </a:r>
            <a:r>
              <a:rPr lang="en-US" altLang="en-US" sz="4000" dirty="0" err="1">
                <a:cs typeface="Times New Roman" pitchFamily="18" charset="0"/>
              </a:rPr>
              <a:t>GeometricObject</a:t>
            </a:r>
            <a:r>
              <a:rPr lang="en-US" altLang="en-US" sz="4000" dirty="0">
                <a:cs typeface="Times New Roman" pitchFamily="18" charset="0"/>
              </a:rPr>
              <a:t> type, is correct. </a:t>
            </a:r>
          </a:p>
          <a:p>
            <a:pPr>
              <a:spcBef>
                <a:spcPct val="50000"/>
              </a:spcBef>
              <a:buClrTx/>
              <a:buSzTx/>
              <a:buFontTx/>
              <a:buNone/>
            </a:pPr>
            <a:r>
              <a:rPr lang="en-US" altLang="en-US" dirty="0" err="1">
                <a:latin typeface="Courier New" panose="02070309020205020404" pitchFamily="49" charset="0"/>
                <a:cs typeface="Courier New" panose="02070309020205020404" pitchFamily="49" charset="0"/>
              </a:rPr>
              <a:t>GeometricObject</a:t>
            </a:r>
            <a:r>
              <a:rPr lang="en-US" altLang="en-US" dirty="0">
                <a:latin typeface="Courier New" panose="02070309020205020404" pitchFamily="49" charset="0"/>
                <a:cs typeface="Courier New" panose="02070309020205020404" pitchFamily="49" charset="0"/>
              </a:rPr>
              <a:t>[] geo = new </a:t>
            </a:r>
            <a:r>
              <a:rPr lang="en-US" altLang="en-US" dirty="0" err="1">
                <a:latin typeface="Courier New" panose="02070309020205020404" pitchFamily="49" charset="0"/>
                <a:cs typeface="Courier New" panose="02070309020205020404" pitchFamily="49" charset="0"/>
              </a:rPr>
              <a:t>GeometricObject</a:t>
            </a:r>
            <a:r>
              <a:rPr lang="en-US" altLang="en-US" dirty="0">
                <a:latin typeface="Courier New" panose="02070309020205020404" pitchFamily="49" charset="0"/>
                <a:cs typeface="Courier New" panose="02070309020205020404" pitchFamily="49" charset="0"/>
              </a:rPr>
              <a:t>[10];</a:t>
            </a:r>
          </a:p>
          <a:p>
            <a:pPr marL="571500" indent="-571500">
              <a:spcBef>
                <a:spcPct val="50000"/>
              </a:spcBef>
              <a:buClrTx/>
              <a:buSzTx/>
            </a:pPr>
            <a:r>
              <a:rPr lang="en-US" altLang="en-US" sz="4000" dirty="0">
                <a:cs typeface="Times New Roman" pitchFamily="18" charset="0"/>
              </a:rPr>
              <a:t>Elements can be added as follows for example: </a:t>
            </a:r>
          </a:p>
          <a:p>
            <a:pPr>
              <a:spcBef>
                <a:spcPct val="50000"/>
              </a:spcBef>
              <a:buClrTx/>
              <a:buSzTx/>
              <a:buNone/>
            </a:pPr>
            <a:r>
              <a:rPr lang="en-US" altLang="en-US" dirty="0">
                <a:latin typeface="Courier New" panose="02070309020205020404" pitchFamily="49" charset="0"/>
                <a:cs typeface="Courier New" panose="02070309020205020404" pitchFamily="49" charset="0"/>
              </a:rPr>
              <a:t>geo[0] = new Circle();</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geo[1] = new Rectangle();</a:t>
            </a:r>
          </a:p>
        </p:txBody>
      </p:sp>
    </p:spTree>
    <p:extLst>
      <p:ext uri="{BB962C8B-B14F-4D97-AF65-F5344CB8AC3E}">
        <p14:creationId xmlns:p14="http://schemas.microsoft.com/office/powerpoint/2010/main" val="19091968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4"/>
          <p:cNvSpPr>
            <a:spLocks noGrp="1"/>
          </p:cNvSpPr>
          <p:nvPr>
            <p:ph type="sldNum" sz="quarter" idx="11"/>
          </p:nvPr>
        </p:nvSpPr>
        <p:spPr>
          <a:noFill/>
        </p:spPr>
        <p:txBody>
          <a:bodyPr/>
          <a:lstStyle/>
          <a:p>
            <a:fld id="{D754E931-56B5-48BD-9E58-AC779368E900}" type="slidenum">
              <a:rPr lang="en-US" smtClean="0">
                <a:latin typeface="Times New Roman" charset="0"/>
              </a:rPr>
              <a:pPr/>
              <a:t>11</a:t>
            </a:fld>
            <a:endParaRPr lang="en-US">
              <a:latin typeface="Times New Roman" charset="0"/>
            </a:endParaRPr>
          </a:p>
        </p:txBody>
      </p:sp>
      <p:sp>
        <p:nvSpPr>
          <p:cNvPr id="20483" name="Rectangle 2"/>
          <p:cNvSpPr>
            <a:spLocks noGrp="1" noChangeArrowheads="1"/>
          </p:cNvSpPr>
          <p:nvPr>
            <p:ph type="title"/>
          </p:nvPr>
        </p:nvSpPr>
        <p:spPr>
          <a:xfrm>
            <a:off x="1025525" y="0"/>
            <a:ext cx="11630025" cy="1000125"/>
          </a:xfrm>
          <a:noFill/>
        </p:spPr>
        <p:txBody>
          <a:bodyPr/>
          <a:lstStyle/>
          <a:p>
            <a:pPr algn="ctr"/>
            <a:r>
              <a:rPr lang="en-US" sz="4800" b="1" dirty="0">
                <a:solidFill>
                  <a:schemeClr val="tx1"/>
                </a:solidFill>
                <a:latin typeface="Times New Roman" panose="02020603050405020304" pitchFamily="18" charset="0"/>
                <a:cs typeface="Times New Roman" panose="02020603050405020304" pitchFamily="18" charset="0"/>
              </a:rPr>
              <a:t>Example: abstract class</a:t>
            </a:r>
          </a:p>
        </p:txBody>
      </p:sp>
      <p:sp>
        <p:nvSpPr>
          <p:cNvPr id="20484" name="Rectangle 3"/>
          <p:cNvSpPr>
            <a:spLocks noGrp="1" noChangeArrowheads="1"/>
          </p:cNvSpPr>
          <p:nvPr>
            <p:ph type="body" idx="1"/>
          </p:nvPr>
        </p:nvSpPr>
        <p:spPr>
          <a:xfrm>
            <a:off x="228600" y="919163"/>
            <a:ext cx="13223875" cy="7696200"/>
          </a:xfrm>
          <a:solidFill>
            <a:schemeClr val="bg1"/>
          </a:solidFill>
        </p:spPr>
        <p:txBody>
          <a:bodyPr/>
          <a:lstStyle/>
          <a:p>
            <a:pPr>
              <a:spcBef>
                <a:spcPct val="0"/>
              </a:spcBef>
              <a:buFont typeface="Monotype Sorts" pitchFamily="2" charset="2"/>
              <a:buNone/>
            </a:pPr>
            <a:r>
              <a:rPr lang="en-US" sz="2400" dirty="0">
                <a:solidFill>
                  <a:schemeClr val="bg2"/>
                </a:solidFill>
                <a:latin typeface="Courier New" panose="02070309020205020404" pitchFamily="49" charset="0"/>
                <a:cs typeface="Courier New" panose="02070309020205020404" pitchFamily="49" charset="0"/>
              </a:rPr>
              <a:t>abstract class </a:t>
            </a:r>
            <a:r>
              <a:rPr lang="en-US" sz="2400" dirty="0" err="1">
                <a:solidFill>
                  <a:schemeClr val="bg2"/>
                </a:solidFill>
                <a:latin typeface="Courier New" panose="02070309020205020404" pitchFamily="49" charset="0"/>
                <a:cs typeface="Courier New" panose="02070309020205020404" pitchFamily="49" charset="0"/>
              </a:rPr>
              <a:t>ClassA</a:t>
            </a:r>
            <a:r>
              <a:rPr lang="en-US" sz="2400" dirty="0">
                <a:solidFill>
                  <a:schemeClr val="bg2"/>
                </a:solidFill>
                <a:latin typeface="Courier New" panose="02070309020205020404" pitchFamily="49" charset="0"/>
                <a:cs typeface="Courier New" panose="02070309020205020404" pitchFamily="49" charset="0"/>
              </a:rPr>
              <a:t> {</a:t>
            </a:r>
          </a:p>
          <a:p>
            <a:pPr>
              <a:spcBef>
                <a:spcPct val="0"/>
              </a:spcBef>
              <a:buFont typeface="Monotype Sorts" pitchFamily="2" charset="2"/>
              <a:buNone/>
            </a:pPr>
            <a:r>
              <a:rPr lang="en-US" sz="2400" dirty="0">
                <a:solidFill>
                  <a:schemeClr val="bg2"/>
                </a:solidFill>
                <a:latin typeface="Courier New" panose="02070309020205020404" pitchFamily="49" charset="0"/>
                <a:cs typeface="Courier New" panose="02070309020205020404" pitchFamily="49" charset="0"/>
              </a:rPr>
              <a:t>	abstract void </a:t>
            </a:r>
            <a:r>
              <a:rPr lang="en-US" sz="2400" dirty="0" err="1">
                <a:solidFill>
                  <a:schemeClr val="bg2"/>
                </a:solidFill>
                <a:latin typeface="Courier New" panose="02070309020205020404" pitchFamily="49" charset="0"/>
                <a:cs typeface="Courier New" panose="02070309020205020404" pitchFamily="49" charset="0"/>
              </a:rPr>
              <a:t>showme</a:t>
            </a:r>
            <a:r>
              <a:rPr lang="en-US" sz="2400" dirty="0">
                <a:solidFill>
                  <a:schemeClr val="bg2"/>
                </a:solidFill>
                <a:latin typeface="Courier New" panose="02070309020205020404" pitchFamily="49" charset="0"/>
                <a:cs typeface="Courier New" panose="02070309020205020404" pitchFamily="49" charset="0"/>
              </a:rPr>
              <a:t>();</a:t>
            </a:r>
          </a:p>
          <a:p>
            <a:pPr>
              <a:spcBef>
                <a:spcPct val="0"/>
              </a:spcBef>
              <a:buFont typeface="Monotype Sorts" pitchFamily="2" charset="2"/>
              <a:buNone/>
            </a:pPr>
            <a:r>
              <a:rPr lang="en-US" sz="2400" dirty="0">
                <a:solidFill>
                  <a:schemeClr val="bg2"/>
                </a:solidFill>
                <a:latin typeface="Courier New" panose="02070309020205020404" pitchFamily="49" charset="0"/>
                <a:cs typeface="Courier New" panose="02070309020205020404" pitchFamily="49" charset="0"/>
              </a:rPr>
              <a:t>	void </a:t>
            </a:r>
            <a:r>
              <a:rPr lang="en-US" sz="2400" dirty="0" err="1">
                <a:solidFill>
                  <a:schemeClr val="bg2"/>
                </a:solidFill>
                <a:latin typeface="Courier New" panose="02070309020205020404" pitchFamily="49" charset="0"/>
                <a:cs typeface="Courier New" panose="02070309020205020404" pitchFamily="49" charset="0"/>
              </a:rPr>
              <a:t>showmetoo</a:t>
            </a:r>
            <a:r>
              <a:rPr lang="en-US" sz="2400" dirty="0">
                <a:solidFill>
                  <a:schemeClr val="bg2"/>
                </a:solidFill>
                <a:latin typeface="Courier New" panose="02070309020205020404" pitchFamily="49" charset="0"/>
                <a:cs typeface="Courier New" panose="02070309020205020404" pitchFamily="49" charset="0"/>
              </a:rPr>
              <a:t>() {</a:t>
            </a:r>
          </a:p>
          <a:p>
            <a:pPr>
              <a:spcBef>
                <a:spcPct val="0"/>
              </a:spcBef>
              <a:buFont typeface="Monotype Sorts" pitchFamily="2" charset="2"/>
              <a:buNone/>
            </a:pPr>
            <a:r>
              <a:rPr lang="en-US" sz="2400" dirty="0">
                <a:solidFill>
                  <a:schemeClr val="bg2"/>
                </a:solidFill>
                <a:latin typeface="Courier New" panose="02070309020205020404" pitchFamily="49" charset="0"/>
                <a:cs typeface="Courier New" panose="02070309020205020404" pitchFamily="49" charset="0"/>
              </a:rPr>
              <a:t>		</a:t>
            </a:r>
            <a:r>
              <a:rPr lang="en-US" sz="2400" dirty="0" err="1">
                <a:solidFill>
                  <a:schemeClr val="bg2"/>
                </a:solidFill>
                <a:latin typeface="Courier New" panose="02070309020205020404" pitchFamily="49" charset="0"/>
                <a:cs typeface="Courier New" panose="02070309020205020404" pitchFamily="49" charset="0"/>
              </a:rPr>
              <a:t>System.out.println</a:t>
            </a:r>
            <a:r>
              <a:rPr lang="en-US" sz="2400" dirty="0">
                <a:solidFill>
                  <a:schemeClr val="bg2"/>
                </a:solidFill>
                <a:latin typeface="Courier New" panose="02070309020205020404" pitchFamily="49" charset="0"/>
                <a:cs typeface="Courier New" panose="02070309020205020404" pitchFamily="49" charset="0"/>
              </a:rPr>
              <a:t>("This is a concrete method");</a:t>
            </a:r>
          </a:p>
          <a:p>
            <a:pPr>
              <a:spcBef>
                <a:spcPct val="0"/>
              </a:spcBef>
              <a:buFont typeface="Monotype Sorts" pitchFamily="2" charset="2"/>
              <a:buNone/>
            </a:pPr>
            <a:r>
              <a:rPr lang="en-US" sz="2400" dirty="0">
                <a:solidFill>
                  <a:schemeClr val="bg2"/>
                </a:solidFill>
                <a:latin typeface="Courier New" panose="02070309020205020404" pitchFamily="49" charset="0"/>
                <a:cs typeface="Courier New" panose="02070309020205020404" pitchFamily="49" charset="0"/>
              </a:rPr>
              <a:t>	}</a:t>
            </a:r>
          </a:p>
          <a:p>
            <a:pPr>
              <a:spcBef>
                <a:spcPct val="0"/>
              </a:spcBef>
              <a:buFont typeface="Monotype Sorts" pitchFamily="2" charset="2"/>
              <a:buNone/>
            </a:pPr>
            <a:r>
              <a:rPr lang="en-US" sz="2400" dirty="0">
                <a:solidFill>
                  <a:schemeClr val="bg2"/>
                </a:solidFill>
                <a:latin typeface="Courier New" panose="02070309020205020404" pitchFamily="49" charset="0"/>
                <a:cs typeface="Courier New" panose="02070309020205020404" pitchFamily="49" charset="0"/>
              </a:rPr>
              <a:t>}</a:t>
            </a:r>
          </a:p>
          <a:p>
            <a:pPr>
              <a:spcBef>
                <a:spcPct val="0"/>
              </a:spcBef>
              <a:buFont typeface="Monotype Sorts" pitchFamily="2" charset="2"/>
              <a:buNone/>
            </a:pPr>
            <a:endParaRPr lang="en-US" sz="2400" dirty="0">
              <a:solidFill>
                <a:schemeClr val="bg2"/>
              </a:solidFill>
              <a:latin typeface="Courier New" panose="02070309020205020404" pitchFamily="49" charset="0"/>
              <a:cs typeface="Courier New" panose="02070309020205020404" pitchFamily="49" charset="0"/>
            </a:endParaRPr>
          </a:p>
          <a:p>
            <a:pPr>
              <a:spcBef>
                <a:spcPct val="0"/>
              </a:spcBef>
              <a:buFont typeface="Monotype Sorts" pitchFamily="2" charset="2"/>
              <a:buNone/>
            </a:pPr>
            <a:r>
              <a:rPr lang="en-US" sz="2400" dirty="0">
                <a:solidFill>
                  <a:schemeClr val="bg2"/>
                </a:solidFill>
                <a:latin typeface="Courier New" panose="02070309020205020404" pitchFamily="49" charset="0"/>
                <a:cs typeface="Courier New" panose="02070309020205020404" pitchFamily="49" charset="0"/>
              </a:rPr>
              <a:t>class </a:t>
            </a:r>
            <a:r>
              <a:rPr lang="en-US" sz="2400" dirty="0" err="1">
                <a:solidFill>
                  <a:schemeClr val="bg2"/>
                </a:solidFill>
                <a:latin typeface="Courier New" panose="02070309020205020404" pitchFamily="49" charset="0"/>
                <a:cs typeface="Courier New" panose="02070309020205020404" pitchFamily="49" charset="0"/>
              </a:rPr>
              <a:t>ClassB</a:t>
            </a:r>
            <a:r>
              <a:rPr lang="en-US" sz="2400" dirty="0">
                <a:solidFill>
                  <a:schemeClr val="bg2"/>
                </a:solidFill>
                <a:latin typeface="Courier New" panose="02070309020205020404" pitchFamily="49" charset="0"/>
                <a:cs typeface="Courier New" panose="02070309020205020404" pitchFamily="49" charset="0"/>
              </a:rPr>
              <a:t> extends </a:t>
            </a:r>
            <a:r>
              <a:rPr lang="en-US" sz="2400" dirty="0" err="1">
                <a:solidFill>
                  <a:schemeClr val="bg2"/>
                </a:solidFill>
                <a:latin typeface="Courier New" panose="02070309020205020404" pitchFamily="49" charset="0"/>
                <a:cs typeface="Courier New" panose="02070309020205020404" pitchFamily="49" charset="0"/>
              </a:rPr>
              <a:t>ClassA</a:t>
            </a:r>
            <a:r>
              <a:rPr lang="en-US" sz="2400" dirty="0">
                <a:solidFill>
                  <a:schemeClr val="bg2"/>
                </a:solidFill>
                <a:latin typeface="Courier New" panose="02070309020205020404" pitchFamily="49" charset="0"/>
                <a:cs typeface="Courier New" panose="02070309020205020404" pitchFamily="49" charset="0"/>
              </a:rPr>
              <a:t> {</a:t>
            </a:r>
          </a:p>
          <a:p>
            <a:pPr>
              <a:spcBef>
                <a:spcPct val="0"/>
              </a:spcBef>
              <a:buFont typeface="Monotype Sorts" pitchFamily="2" charset="2"/>
              <a:buNone/>
            </a:pPr>
            <a:r>
              <a:rPr lang="en-US" sz="2400" dirty="0">
                <a:solidFill>
                  <a:schemeClr val="bg2"/>
                </a:solidFill>
                <a:latin typeface="Courier New" panose="02070309020205020404" pitchFamily="49" charset="0"/>
                <a:cs typeface="Courier New" panose="02070309020205020404" pitchFamily="49" charset="0"/>
              </a:rPr>
              <a:t>	void </a:t>
            </a:r>
            <a:r>
              <a:rPr lang="en-US" sz="2400" dirty="0" err="1">
                <a:solidFill>
                  <a:schemeClr val="bg2"/>
                </a:solidFill>
                <a:latin typeface="Courier New" panose="02070309020205020404" pitchFamily="49" charset="0"/>
                <a:cs typeface="Courier New" panose="02070309020205020404" pitchFamily="49" charset="0"/>
              </a:rPr>
              <a:t>showme</a:t>
            </a:r>
            <a:r>
              <a:rPr lang="en-US" sz="2400" dirty="0">
                <a:solidFill>
                  <a:schemeClr val="bg2"/>
                </a:solidFill>
                <a:latin typeface="Courier New" panose="02070309020205020404" pitchFamily="49" charset="0"/>
                <a:cs typeface="Courier New" panose="02070309020205020404" pitchFamily="49" charset="0"/>
              </a:rPr>
              <a:t>() {</a:t>
            </a:r>
          </a:p>
          <a:p>
            <a:pPr>
              <a:spcBef>
                <a:spcPct val="0"/>
              </a:spcBef>
              <a:buFont typeface="Monotype Sorts" pitchFamily="2" charset="2"/>
              <a:buNone/>
            </a:pPr>
            <a:r>
              <a:rPr lang="en-US" sz="2400" dirty="0">
                <a:solidFill>
                  <a:schemeClr val="bg2"/>
                </a:solidFill>
                <a:latin typeface="Courier New" panose="02070309020205020404" pitchFamily="49" charset="0"/>
                <a:cs typeface="Courier New" panose="02070309020205020404" pitchFamily="49" charset="0"/>
              </a:rPr>
              <a:t>		</a:t>
            </a:r>
            <a:r>
              <a:rPr lang="en-US" sz="2400" dirty="0" err="1">
                <a:solidFill>
                  <a:schemeClr val="bg2"/>
                </a:solidFill>
                <a:latin typeface="Courier New" panose="02070309020205020404" pitchFamily="49" charset="0"/>
                <a:cs typeface="Courier New" panose="02070309020205020404" pitchFamily="49" charset="0"/>
              </a:rPr>
              <a:t>System.out.println</a:t>
            </a:r>
            <a:r>
              <a:rPr lang="en-US" sz="2400" dirty="0">
                <a:solidFill>
                  <a:schemeClr val="bg2"/>
                </a:solidFill>
                <a:latin typeface="Courier New" panose="02070309020205020404" pitchFamily="49" charset="0"/>
                <a:cs typeface="Courier New" panose="02070309020205020404" pitchFamily="49" charset="0"/>
              </a:rPr>
              <a:t>("B's </a:t>
            </a:r>
            <a:r>
              <a:rPr lang="en-US" sz="2400" dirty="0" err="1">
                <a:solidFill>
                  <a:schemeClr val="bg2"/>
                </a:solidFill>
                <a:latin typeface="Courier New" panose="02070309020205020404" pitchFamily="49" charset="0"/>
                <a:cs typeface="Courier New" panose="02070309020205020404" pitchFamily="49" charset="0"/>
              </a:rPr>
              <a:t>implementataion</a:t>
            </a:r>
            <a:r>
              <a:rPr lang="en-US" sz="2400" dirty="0">
                <a:solidFill>
                  <a:schemeClr val="bg2"/>
                </a:solidFill>
                <a:latin typeface="Courier New" panose="02070309020205020404" pitchFamily="49" charset="0"/>
                <a:cs typeface="Courier New" panose="02070309020205020404" pitchFamily="49" charset="0"/>
              </a:rPr>
              <a:t> of </a:t>
            </a:r>
            <a:r>
              <a:rPr lang="en-US" sz="2400" dirty="0" err="1">
                <a:solidFill>
                  <a:schemeClr val="bg2"/>
                </a:solidFill>
                <a:latin typeface="Courier New" panose="02070309020205020404" pitchFamily="49" charset="0"/>
                <a:cs typeface="Courier New" panose="02070309020205020404" pitchFamily="49" charset="0"/>
              </a:rPr>
              <a:t>showme</a:t>
            </a:r>
            <a:r>
              <a:rPr lang="en-US" sz="2400" dirty="0">
                <a:solidFill>
                  <a:schemeClr val="bg2"/>
                </a:solidFill>
                <a:latin typeface="Courier New" panose="02070309020205020404" pitchFamily="49" charset="0"/>
                <a:cs typeface="Courier New" panose="02070309020205020404" pitchFamily="49" charset="0"/>
              </a:rPr>
              <a:t>.");</a:t>
            </a:r>
          </a:p>
          <a:p>
            <a:pPr>
              <a:spcBef>
                <a:spcPct val="0"/>
              </a:spcBef>
              <a:buFont typeface="Monotype Sorts" pitchFamily="2" charset="2"/>
              <a:buNone/>
            </a:pPr>
            <a:r>
              <a:rPr lang="en-US" sz="2400" dirty="0">
                <a:solidFill>
                  <a:schemeClr val="bg2"/>
                </a:solidFill>
                <a:latin typeface="Courier New" panose="02070309020205020404" pitchFamily="49" charset="0"/>
                <a:cs typeface="Courier New" panose="02070309020205020404" pitchFamily="49" charset="0"/>
              </a:rPr>
              <a:t>	}</a:t>
            </a:r>
          </a:p>
          <a:p>
            <a:pPr>
              <a:spcBef>
                <a:spcPct val="0"/>
              </a:spcBef>
              <a:buFont typeface="Monotype Sorts" pitchFamily="2" charset="2"/>
              <a:buNone/>
            </a:pPr>
            <a:r>
              <a:rPr lang="en-US" sz="2400" dirty="0">
                <a:solidFill>
                  <a:schemeClr val="bg2"/>
                </a:solidFill>
                <a:latin typeface="Courier New" panose="02070309020205020404" pitchFamily="49" charset="0"/>
                <a:cs typeface="Courier New" panose="02070309020205020404" pitchFamily="49" charset="0"/>
              </a:rPr>
              <a:t>}</a:t>
            </a:r>
          </a:p>
          <a:p>
            <a:pPr>
              <a:spcBef>
                <a:spcPct val="0"/>
              </a:spcBef>
              <a:buFont typeface="Monotype Sorts" pitchFamily="2" charset="2"/>
              <a:buNone/>
            </a:pPr>
            <a:endParaRPr lang="en-US" sz="2400" dirty="0">
              <a:solidFill>
                <a:schemeClr val="bg2"/>
              </a:solidFill>
              <a:latin typeface="Courier New" panose="02070309020205020404" pitchFamily="49" charset="0"/>
              <a:cs typeface="Courier New" panose="02070309020205020404" pitchFamily="49" charset="0"/>
            </a:endParaRPr>
          </a:p>
          <a:p>
            <a:pPr>
              <a:spcBef>
                <a:spcPct val="0"/>
              </a:spcBef>
              <a:buFont typeface="Monotype Sorts" pitchFamily="2" charset="2"/>
              <a:buNone/>
            </a:pPr>
            <a:r>
              <a:rPr lang="en-US" sz="2400" dirty="0">
                <a:solidFill>
                  <a:schemeClr val="bg2"/>
                </a:solidFill>
                <a:latin typeface="Courier New" panose="02070309020205020404" pitchFamily="49" charset="0"/>
                <a:cs typeface="Courier New" panose="02070309020205020404" pitchFamily="49" charset="0"/>
              </a:rPr>
              <a:t>public class </a:t>
            </a:r>
            <a:r>
              <a:rPr lang="en-US" sz="2400" dirty="0" err="1">
                <a:solidFill>
                  <a:schemeClr val="bg2"/>
                </a:solidFill>
                <a:latin typeface="Courier New" panose="02070309020205020404" pitchFamily="49" charset="0"/>
                <a:cs typeface="Courier New" panose="02070309020205020404" pitchFamily="49" charset="0"/>
              </a:rPr>
              <a:t>AbstractDemo</a:t>
            </a:r>
            <a:r>
              <a:rPr lang="en-US" sz="2400" dirty="0">
                <a:solidFill>
                  <a:schemeClr val="bg2"/>
                </a:solidFill>
                <a:latin typeface="Courier New" panose="02070309020205020404" pitchFamily="49" charset="0"/>
                <a:cs typeface="Courier New" panose="02070309020205020404" pitchFamily="49" charset="0"/>
              </a:rPr>
              <a:t> {</a:t>
            </a:r>
          </a:p>
          <a:p>
            <a:pPr>
              <a:spcBef>
                <a:spcPct val="0"/>
              </a:spcBef>
              <a:buFont typeface="Monotype Sorts" pitchFamily="2" charset="2"/>
              <a:buNone/>
            </a:pPr>
            <a:r>
              <a:rPr lang="en-US" sz="2400" dirty="0">
                <a:solidFill>
                  <a:schemeClr val="bg2"/>
                </a:solidFill>
                <a:latin typeface="Courier New" panose="02070309020205020404" pitchFamily="49" charset="0"/>
                <a:cs typeface="Courier New" panose="02070309020205020404" pitchFamily="49" charset="0"/>
              </a:rPr>
              <a:t>	public static void main(String[] </a:t>
            </a:r>
            <a:r>
              <a:rPr lang="en-US" sz="2400" dirty="0" err="1">
                <a:solidFill>
                  <a:schemeClr val="bg2"/>
                </a:solidFill>
                <a:latin typeface="Courier New" panose="02070309020205020404" pitchFamily="49" charset="0"/>
                <a:cs typeface="Courier New" panose="02070309020205020404" pitchFamily="49" charset="0"/>
              </a:rPr>
              <a:t>args</a:t>
            </a:r>
            <a:r>
              <a:rPr lang="en-US" sz="2400" dirty="0">
                <a:solidFill>
                  <a:schemeClr val="bg2"/>
                </a:solidFill>
                <a:latin typeface="Courier New" panose="02070309020205020404" pitchFamily="49" charset="0"/>
                <a:cs typeface="Courier New" panose="02070309020205020404" pitchFamily="49" charset="0"/>
              </a:rPr>
              <a:t>) {</a:t>
            </a:r>
          </a:p>
          <a:p>
            <a:pPr>
              <a:spcBef>
                <a:spcPct val="0"/>
              </a:spcBef>
              <a:buFont typeface="Monotype Sorts" pitchFamily="2" charset="2"/>
              <a:buNone/>
            </a:pPr>
            <a:r>
              <a:rPr lang="en-US" sz="2400" dirty="0">
                <a:solidFill>
                  <a:schemeClr val="bg2"/>
                </a:solidFill>
                <a:latin typeface="Courier New" panose="02070309020205020404" pitchFamily="49" charset="0"/>
                <a:cs typeface="Courier New" panose="02070309020205020404" pitchFamily="49" charset="0"/>
              </a:rPr>
              <a:t>		</a:t>
            </a:r>
            <a:r>
              <a:rPr lang="en-US" sz="2400" dirty="0" err="1">
                <a:solidFill>
                  <a:schemeClr val="bg2"/>
                </a:solidFill>
                <a:latin typeface="Courier New" panose="02070309020205020404" pitchFamily="49" charset="0"/>
                <a:cs typeface="Courier New" panose="02070309020205020404" pitchFamily="49" charset="0"/>
              </a:rPr>
              <a:t>ClassB</a:t>
            </a:r>
            <a:r>
              <a:rPr lang="en-US" sz="2400" dirty="0">
                <a:solidFill>
                  <a:schemeClr val="bg2"/>
                </a:solidFill>
                <a:latin typeface="Courier New" panose="02070309020205020404" pitchFamily="49" charset="0"/>
                <a:cs typeface="Courier New" panose="02070309020205020404" pitchFamily="49" charset="0"/>
              </a:rPr>
              <a:t> b = new </a:t>
            </a:r>
            <a:r>
              <a:rPr lang="en-US" sz="2400" dirty="0" err="1">
                <a:solidFill>
                  <a:schemeClr val="bg2"/>
                </a:solidFill>
                <a:latin typeface="Courier New" panose="02070309020205020404" pitchFamily="49" charset="0"/>
                <a:cs typeface="Courier New" panose="02070309020205020404" pitchFamily="49" charset="0"/>
              </a:rPr>
              <a:t>ClassB</a:t>
            </a:r>
            <a:r>
              <a:rPr lang="en-US" sz="2400" dirty="0">
                <a:solidFill>
                  <a:schemeClr val="bg2"/>
                </a:solidFill>
                <a:latin typeface="Courier New" panose="02070309020205020404" pitchFamily="49" charset="0"/>
                <a:cs typeface="Courier New" panose="02070309020205020404" pitchFamily="49" charset="0"/>
              </a:rPr>
              <a:t>();</a:t>
            </a:r>
          </a:p>
          <a:p>
            <a:pPr>
              <a:spcBef>
                <a:spcPct val="0"/>
              </a:spcBef>
              <a:buFont typeface="Monotype Sorts" pitchFamily="2" charset="2"/>
              <a:buNone/>
            </a:pPr>
            <a:r>
              <a:rPr lang="en-US" sz="2400" dirty="0">
                <a:solidFill>
                  <a:schemeClr val="bg2"/>
                </a:solidFill>
                <a:latin typeface="Courier New" panose="02070309020205020404" pitchFamily="49" charset="0"/>
                <a:cs typeface="Courier New" panose="02070309020205020404" pitchFamily="49" charset="0"/>
              </a:rPr>
              <a:t>		</a:t>
            </a:r>
            <a:r>
              <a:rPr lang="en-US" sz="2400" dirty="0" err="1">
                <a:solidFill>
                  <a:schemeClr val="bg2"/>
                </a:solidFill>
                <a:latin typeface="Courier New" panose="02070309020205020404" pitchFamily="49" charset="0"/>
                <a:cs typeface="Courier New" panose="02070309020205020404" pitchFamily="49" charset="0"/>
              </a:rPr>
              <a:t>b.showme</a:t>
            </a:r>
            <a:r>
              <a:rPr lang="en-US" sz="2400" dirty="0">
                <a:solidFill>
                  <a:schemeClr val="bg2"/>
                </a:solidFill>
                <a:latin typeface="Courier New" panose="02070309020205020404" pitchFamily="49" charset="0"/>
                <a:cs typeface="Courier New" panose="02070309020205020404" pitchFamily="49" charset="0"/>
              </a:rPr>
              <a:t>();</a:t>
            </a:r>
          </a:p>
          <a:p>
            <a:pPr>
              <a:spcBef>
                <a:spcPct val="0"/>
              </a:spcBef>
              <a:buFont typeface="Monotype Sorts" pitchFamily="2" charset="2"/>
              <a:buNone/>
            </a:pPr>
            <a:r>
              <a:rPr lang="en-US" sz="2400" dirty="0">
                <a:solidFill>
                  <a:schemeClr val="bg2"/>
                </a:solidFill>
                <a:latin typeface="Courier New" panose="02070309020205020404" pitchFamily="49" charset="0"/>
                <a:cs typeface="Courier New" panose="02070309020205020404" pitchFamily="49" charset="0"/>
              </a:rPr>
              <a:t>		</a:t>
            </a:r>
            <a:r>
              <a:rPr lang="en-US" sz="2400" dirty="0" err="1">
                <a:solidFill>
                  <a:schemeClr val="bg2"/>
                </a:solidFill>
                <a:latin typeface="Courier New" panose="02070309020205020404" pitchFamily="49" charset="0"/>
                <a:cs typeface="Courier New" panose="02070309020205020404" pitchFamily="49" charset="0"/>
              </a:rPr>
              <a:t>b.showmetoo</a:t>
            </a:r>
            <a:r>
              <a:rPr lang="en-US" sz="2400" dirty="0">
                <a:solidFill>
                  <a:schemeClr val="bg2"/>
                </a:solidFill>
                <a:latin typeface="Courier New" panose="02070309020205020404" pitchFamily="49" charset="0"/>
                <a:cs typeface="Courier New" panose="02070309020205020404" pitchFamily="49" charset="0"/>
              </a:rPr>
              <a:t>();</a:t>
            </a:r>
          </a:p>
          <a:p>
            <a:pPr>
              <a:spcBef>
                <a:spcPct val="0"/>
              </a:spcBef>
              <a:buFont typeface="Monotype Sorts" pitchFamily="2" charset="2"/>
              <a:buNone/>
            </a:pPr>
            <a:r>
              <a:rPr lang="en-US" sz="2400" dirty="0">
                <a:solidFill>
                  <a:schemeClr val="bg2"/>
                </a:solidFill>
                <a:latin typeface="Courier New" panose="02070309020205020404" pitchFamily="49" charset="0"/>
                <a:cs typeface="Courier New" panose="02070309020205020404" pitchFamily="49" charset="0"/>
              </a:rPr>
              <a:t>	}</a:t>
            </a:r>
          </a:p>
          <a:p>
            <a:pPr>
              <a:spcBef>
                <a:spcPct val="0"/>
              </a:spcBef>
              <a:buFont typeface="Monotype Sorts" pitchFamily="2" charset="2"/>
              <a:buNone/>
            </a:pPr>
            <a:r>
              <a:rPr lang="en-US" sz="2400" dirty="0">
                <a:solidFill>
                  <a:schemeClr val="bg2"/>
                </a:solidFill>
                <a:latin typeface="Courier New" panose="02070309020205020404" pitchFamily="49" charset="0"/>
                <a:cs typeface="Courier New" panose="02070309020205020404" pitchFamily="49" charset="0"/>
              </a:rPr>
              <a:t>}</a:t>
            </a:r>
          </a:p>
        </p:txBody>
      </p:sp>
      <p:pic>
        <p:nvPicPr>
          <p:cNvPr id="20485" name="Picture 2"/>
          <p:cNvPicPr>
            <a:picLocks noChangeAspect="1" noChangeArrowheads="1"/>
          </p:cNvPicPr>
          <p:nvPr/>
        </p:nvPicPr>
        <p:blipFill>
          <a:blip r:embed="rId3" cstate="print"/>
          <a:srcRect/>
          <a:stretch>
            <a:fillRect/>
          </a:stretch>
        </p:blipFill>
        <p:spPr bwMode="auto">
          <a:xfrm>
            <a:off x="8343348" y="5949950"/>
            <a:ext cx="4632325" cy="1903413"/>
          </a:xfrm>
          <a:prstGeom prst="rect">
            <a:avLst/>
          </a:prstGeom>
          <a:noFill/>
          <a:ln w="12700">
            <a:noFill/>
            <a:miter lim="800000"/>
            <a:headEnd type="none" w="sm" len="sm"/>
            <a:tailEnd type="none" w="sm" len="sm"/>
          </a:ln>
        </p:spPr>
      </p:pic>
      <p:sp>
        <p:nvSpPr>
          <p:cNvPr id="20486" name="TextBox 5"/>
          <p:cNvSpPr txBox="1">
            <a:spLocks noChangeArrowheads="1"/>
          </p:cNvSpPr>
          <p:nvPr/>
        </p:nvSpPr>
        <p:spPr bwMode="auto">
          <a:xfrm>
            <a:off x="5399852" y="1000125"/>
            <a:ext cx="8153400" cy="1014413"/>
          </a:xfrm>
          <a:prstGeom prst="rect">
            <a:avLst/>
          </a:prstGeom>
          <a:solidFill>
            <a:schemeClr val="accent1"/>
          </a:solidFill>
          <a:ln w="9525">
            <a:solidFill>
              <a:schemeClr val="accent1"/>
            </a:solidFill>
            <a:miter lim="800000"/>
            <a:headEnd/>
            <a:tailEnd/>
          </a:ln>
        </p:spPr>
        <p:txBody>
          <a:bodyPr>
            <a:spAutoFit/>
          </a:bodyPr>
          <a:lstStyle/>
          <a:p>
            <a:r>
              <a:rPr lang="en-US" sz="3000" b="1" dirty="0">
                <a:latin typeface="Times New Roman" panose="02020603050405020304" pitchFamily="18" charset="0"/>
                <a:cs typeface="Times New Roman" panose="02020603050405020304" pitchFamily="18" charset="0"/>
              </a:rPr>
              <a:t>The </a:t>
            </a:r>
            <a:r>
              <a:rPr lang="en-US" sz="3000" b="1" dirty="0" err="1">
                <a:latin typeface="Courier New" panose="02070309020205020404" pitchFamily="49" charset="0"/>
                <a:cs typeface="Courier New" panose="02070309020205020404" pitchFamily="49" charset="0"/>
              </a:rPr>
              <a:t>showme</a:t>
            </a:r>
            <a:r>
              <a:rPr lang="en-US" sz="3000" b="1" dirty="0">
                <a:latin typeface="Times New Roman" panose="02020603050405020304" pitchFamily="18" charset="0"/>
                <a:cs typeface="Times New Roman" panose="02020603050405020304" pitchFamily="18" charset="0"/>
              </a:rPr>
              <a:t> method is declared abstract and does not  have a body.</a:t>
            </a:r>
            <a:endParaRPr lang="en-GB" sz="3000" b="1" dirty="0">
              <a:latin typeface="Times New Roman" panose="02020603050405020304" pitchFamily="18" charset="0"/>
              <a:cs typeface="Times New Roman" panose="02020603050405020304" pitchFamily="18" charset="0"/>
            </a:endParaRPr>
          </a:p>
        </p:txBody>
      </p:sp>
      <p:sp>
        <p:nvSpPr>
          <p:cNvPr id="20487" name="TextBox 6"/>
          <p:cNvSpPr txBox="1">
            <a:spLocks noChangeArrowheads="1"/>
          </p:cNvSpPr>
          <p:nvPr/>
        </p:nvSpPr>
        <p:spPr bwMode="auto">
          <a:xfrm>
            <a:off x="7333129" y="2537285"/>
            <a:ext cx="6244376" cy="1431161"/>
          </a:xfrm>
          <a:prstGeom prst="rect">
            <a:avLst/>
          </a:prstGeom>
          <a:solidFill>
            <a:schemeClr val="accent1"/>
          </a:solidFill>
          <a:ln w="9525">
            <a:solidFill>
              <a:schemeClr val="accent1"/>
            </a:solidFill>
            <a:miter lim="800000"/>
            <a:headEnd/>
            <a:tailEnd/>
          </a:ln>
        </p:spPr>
        <p:txBody>
          <a:bodyPr wrap="square">
            <a:spAutoFit/>
          </a:bodyPr>
          <a:lstStyle/>
          <a:p>
            <a:r>
              <a:rPr lang="en-US" sz="2900" b="1" dirty="0">
                <a:latin typeface="Times New Roman" panose="02020603050405020304" pitchFamily="18" charset="0"/>
                <a:cs typeface="Times New Roman" panose="02020603050405020304" pitchFamily="18" charset="0"/>
              </a:rPr>
              <a:t>The </a:t>
            </a:r>
            <a:r>
              <a:rPr lang="en-US" sz="2900" b="1" dirty="0" err="1">
                <a:latin typeface="Courier New" panose="02070309020205020404" pitchFamily="49" charset="0"/>
                <a:cs typeface="Courier New" panose="02070309020205020404" pitchFamily="49" charset="0"/>
              </a:rPr>
              <a:t>showmetoo</a:t>
            </a:r>
            <a:r>
              <a:rPr lang="en-US" sz="2900" b="1" dirty="0">
                <a:latin typeface="Courier New" panose="02070309020205020404" pitchFamily="49" charset="0"/>
                <a:cs typeface="Courier New" panose="02070309020205020404" pitchFamily="49" charset="0"/>
              </a:rPr>
              <a:t> </a:t>
            </a:r>
            <a:r>
              <a:rPr lang="en-US" sz="2900" b="1" dirty="0">
                <a:latin typeface="Times New Roman" panose="02020603050405020304" pitchFamily="18" charset="0"/>
                <a:cs typeface="Times New Roman" panose="02020603050405020304" pitchFamily="18" charset="0"/>
              </a:rPr>
              <a:t>method has an implementation, so you do not need to override this method</a:t>
            </a:r>
            <a:endParaRPr lang="en-GB" sz="2900" b="1" dirty="0">
              <a:latin typeface="Times New Roman" panose="02020603050405020304" pitchFamily="18" charset="0"/>
              <a:cs typeface="Times New Roman" panose="02020603050405020304" pitchFamily="18" charset="0"/>
            </a:endParaRPr>
          </a:p>
        </p:txBody>
      </p:sp>
    </p:spTree>
  </p:cSld>
  <p:clrMapOvr>
    <a:masterClrMapping/>
  </p:clrMapOvr>
  <p:transition>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2"/>
          <p:cNvSpPr>
            <a:spLocks noGrp="1" noChangeArrowheads="1"/>
          </p:cNvSpPr>
          <p:nvPr>
            <p:ph type="title" idx="4294967295"/>
          </p:nvPr>
        </p:nvSpPr>
        <p:spPr>
          <a:xfrm>
            <a:off x="228018" y="200025"/>
            <a:ext cx="13453057" cy="1375172"/>
          </a:xfrm>
          <a:prstGeom prst="rect">
            <a:avLst/>
          </a:prstGeom>
        </p:spPr>
        <p:txBody>
          <a:bodyPr lIns="129607" tIns="64804" rIns="129607" bIns="64804"/>
          <a:lstStyle/>
          <a:p>
            <a:pPr algn="ctr"/>
            <a:r>
              <a:rPr lang="en-US" altLang="en-US" sz="4800" b="1" dirty="0">
                <a:solidFill>
                  <a:schemeClr val="tx1"/>
                </a:solidFill>
                <a:latin typeface="Times New Roman" panose="02020603050405020304" pitchFamily="18" charset="0"/>
                <a:cs typeface="Times New Roman" panose="02020603050405020304" pitchFamily="18" charset="0"/>
              </a:rPr>
              <a:t>Case Study: the Abstract Number Class </a:t>
            </a:r>
          </a:p>
        </p:txBody>
      </p:sp>
      <p:sp>
        <p:nvSpPr>
          <p:cNvPr id="15365" name="Rectangle 6"/>
          <p:cNvSpPr>
            <a:spLocks noChangeArrowheads="1"/>
          </p:cNvSpPr>
          <p:nvPr/>
        </p:nvSpPr>
        <p:spPr bwMode="auto">
          <a:xfrm>
            <a:off x="0" y="2192019"/>
            <a:ext cx="261810" cy="6540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lIns="129607" tIns="64804" rIns="129607" bIns="64804" anchor="ctr">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0"/>
              </a:spcBef>
              <a:buClrTx/>
              <a:buSzTx/>
              <a:buFontTx/>
              <a:buNone/>
            </a:pPr>
            <a:endParaRPr lang="en-US" altLang="en-US" sz="3400"/>
          </a:p>
        </p:txBody>
      </p:sp>
      <p:sp>
        <p:nvSpPr>
          <p:cNvPr id="15366" name="Rectangle 7"/>
          <p:cNvSpPr>
            <a:spLocks noChangeArrowheads="1"/>
          </p:cNvSpPr>
          <p:nvPr/>
        </p:nvSpPr>
        <p:spPr bwMode="auto">
          <a:xfrm>
            <a:off x="0" y="2817097"/>
            <a:ext cx="261810" cy="654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9607" tIns="64804" rIns="129607" bIns="64804" anchor="ctr">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0"/>
              </a:spcBef>
              <a:buClrTx/>
              <a:buSzTx/>
              <a:buFontTx/>
              <a:buNone/>
            </a:pPr>
            <a:endParaRPr lang="en-US" altLang="en-US" sz="3400"/>
          </a:p>
        </p:txBody>
      </p:sp>
      <p:sp>
        <p:nvSpPr>
          <p:cNvPr id="15367" name="Rectangle 8"/>
          <p:cNvSpPr>
            <a:spLocks noChangeArrowheads="1"/>
          </p:cNvSpPr>
          <p:nvPr/>
        </p:nvSpPr>
        <p:spPr bwMode="auto">
          <a:xfrm>
            <a:off x="0" y="5529936"/>
            <a:ext cx="261810" cy="654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9607" tIns="64804" rIns="129607" bIns="64804" anchor="ctr">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0"/>
              </a:spcBef>
              <a:buClrTx/>
              <a:buSzTx/>
              <a:buFontTx/>
              <a:buNone/>
            </a:pPr>
            <a:endParaRPr lang="en-US" altLang="en-US" sz="3400"/>
          </a:p>
        </p:txBody>
      </p:sp>
      <p:pic>
        <p:nvPicPr>
          <p:cNvPr id="15368" name="Picture 1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751" y="2356545"/>
            <a:ext cx="13704827" cy="39567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15369" name="AutoShape 10">
            <a:hlinkClick r:id="rId3" action="ppaction://program" highlightClick="1"/>
          </p:cNvPr>
          <p:cNvSpPr>
            <a:spLocks noChangeArrowheads="1"/>
          </p:cNvSpPr>
          <p:nvPr/>
        </p:nvSpPr>
        <p:spPr bwMode="auto">
          <a:xfrm>
            <a:off x="10830851" y="7100887"/>
            <a:ext cx="1045082" cy="500063"/>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lIns="129607" tIns="64804" rIns="129607" bIns="64804" anchor="ct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2600">
                <a:latin typeface="Book Antiqua" pitchFamily="18" charset="0"/>
              </a:rPr>
              <a:t>Run</a:t>
            </a:r>
            <a:endParaRPr lang="en-US" altLang="en-US" sz="2600"/>
          </a:p>
        </p:txBody>
      </p:sp>
      <p:sp>
        <p:nvSpPr>
          <p:cNvPr id="15370" name="Rectangle 12">
            <a:hlinkClick r:id="rId4"/>
          </p:cNvPr>
          <p:cNvSpPr>
            <a:spLocks noChangeArrowheads="1"/>
          </p:cNvSpPr>
          <p:nvPr/>
        </p:nvSpPr>
        <p:spPr bwMode="auto">
          <a:xfrm>
            <a:off x="7068556" y="7100887"/>
            <a:ext cx="3548529" cy="500063"/>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lIns="129607" tIns="64804" rIns="129607" bIns="64804"/>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2800"/>
              <a:t>LargestNumbers</a:t>
            </a:r>
          </a:p>
        </p:txBody>
      </p:sp>
    </p:spTree>
    <p:extLst>
      <p:ext uri="{BB962C8B-B14F-4D97-AF65-F5344CB8AC3E}">
        <p14:creationId xmlns:p14="http://schemas.microsoft.com/office/powerpoint/2010/main" val="2286424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2"/>
          <p:cNvSpPr>
            <a:spLocks noGrp="1" noChangeArrowheads="1"/>
          </p:cNvSpPr>
          <p:nvPr>
            <p:ph type="title" idx="4294967295"/>
          </p:nvPr>
        </p:nvSpPr>
        <p:spPr>
          <a:xfrm>
            <a:off x="228018" y="200025"/>
            <a:ext cx="13453057" cy="1375172"/>
          </a:xfrm>
          <a:prstGeom prst="rect">
            <a:avLst/>
          </a:prstGeom>
        </p:spPr>
        <p:txBody>
          <a:bodyPr lIns="129607" tIns="64804" rIns="129607" bIns="64804"/>
          <a:lstStyle/>
          <a:p>
            <a:pPr algn="ctr"/>
            <a:r>
              <a:rPr lang="en-US" altLang="en-US" sz="4800" b="1" dirty="0">
                <a:solidFill>
                  <a:schemeClr val="tx1"/>
                </a:solidFill>
                <a:latin typeface="Times New Roman" panose="02020603050405020304" pitchFamily="18" charset="0"/>
                <a:cs typeface="Times New Roman" panose="02020603050405020304" pitchFamily="18" charset="0"/>
              </a:rPr>
              <a:t>The Abstract Calendar Class and Its </a:t>
            </a:r>
            <a:r>
              <a:rPr lang="en-US" altLang="en-US" sz="4800" b="1" dirty="0" err="1">
                <a:solidFill>
                  <a:schemeClr val="tx1"/>
                </a:solidFill>
                <a:latin typeface="Times New Roman" panose="02020603050405020304" pitchFamily="18" charset="0"/>
                <a:cs typeface="Times New Roman" panose="02020603050405020304" pitchFamily="18" charset="0"/>
              </a:rPr>
              <a:t>GregorianCalendar</a:t>
            </a:r>
            <a:r>
              <a:rPr lang="en-US" altLang="en-US" sz="4800" b="1" dirty="0">
                <a:solidFill>
                  <a:schemeClr val="tx1"/>
                </a:solidFill>
                <a:latin typeface="Times New Roman" panose="02020603050405020304" pitchFamily="18" charset="0"/>
                <a:cs typeface="Times New Roman" panose="02020603050405020304" pitchFamily="18" charset="0"/>
              </a:rPr>
              <a:t> subclass</a:t>
            </a:r>
          </a:p>
        </p:txBody>
      </p:sp>
      <p:sp>
        <p:nvSpPr>
          <p:cNvPr id="16389" name="Rectangle 6"/>
          <p:cNvSpPr>
            <a:spLocks noChangeArrowheads="1"/>
          </p:cNvSpPr>
          <p:nvPr/>
        </p:nvSpPr>
        <p:spPr bwMode="auto">
          <a:xfrm>
            <a:off x="0" y="2192019"/>
            <a:ext cx="261810" cy="6540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lIns="129607" tIns="64804" rIns="129607" bIns="64804" anchor="ctr">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0"/>
              </a:spcBef>
              <a:buClrTx/>
              <a:buSzTx/>
              <a:buFontTx/>
              <a:buNone/>
            </a:pPr>
            <a:endParaRPr lang="en-US" altLang="en-US" sz="3400"/>
          </a:p>
        </p:txBody>
      </p:sp>
      <p:pic>
        <p:nvPicPr>
          <p:cNvPr id="16390" name="Picture 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251" y="2100263"/>
            <a:ext cx="13652573" cy="62257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extLst>
      <p:ext uri="{BB962C8B-B14F-4D97-AF65-F5344CB8AC3E}">
        <p14:creationId xmlns:p14="http://schemas.microsoft.com/office/powerpoint/2010/main" val="34177869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Rectangle 2"/>
          <p:cNvSpPr>
            <a:spLocks noGrp="1" noChangeArrowheads="1"/>
          </p:cNvSpPr>
          <p:nvPr>
            <p:ph type="title" idx="4294967295"/>
          </p:nvPr>
        </p:nvSpPr>
        <p:spPr>
          <a:xfrm>
            <a:off x="228018" y="200025"/>
            <a:ext cx="13453057" cy="1375172"/>
          </a:xfrm>
          <a:prstGeom prst="rect">
            <a:avLst/>
          </a:prstGeom>
        </p:spPr>
        <p:txBody>
          <a:bodyPr lIns="129607" tIns="64804" rIns="129607" bIns="64804"/>
          <a:lstStyle/>
          <a:p>
            <a:pPr algn="ctr"/>
            <a:r>
              <a:rPr lang="en-US" altLang="en-US" sz="4800" b="1" dirty="0">
                <a:solidFill>
                  <a:schemeClr val="tx1"/>
                </a:solidFill>
                <a:latin typeface="Times New Roman" panose="02020603050405020304" pitchFamily="18" charset="0"/>
                <a:cs typeface="Times New Roman" panose="02020603050405020304" pitchFamily="18" charset="0"/>
              </a:rPr>
              <a:t>The Abstract Calendar Class and Its </a:t>
            </a:r>
            <a:r>
              <a:rPr lang="en-US" altLang="en-US" sz="4800" b="1" dirty="0" err="1">
                <a:solidFill>
                  <a:schemeClr val="tx1"/>
                </a:solidFill>
                <a:latin typeface="Times New Roman" panose="02020603050405020304" pitchFamily="18" charset="0"/>
                <a:cs typeface="Times New Roman" panose="02020603050405020304" pitchFamily="18" charset="0"/>
              </a:rPr>
              <a:t>GregorianCalendar</a:t>
            </a:r>
            <a:r>
              <a:rPr lang="en-US" altLang="en-US" sz="4800" b="1" dirty="0">
                <a:solidFill>
                  <a:schemeClr val="tx1"/>
                </a:solidFill>
                <a:latin typeface="Times New Roman" panose="02020603050405020304" pitchFamily="18" charset="0"/>
                <a:cs typeface="Times New Roman" panose="02020603050405020304" pitchFamily="18" charset="0"/>
              </a:rPr>
              <a:t> subclass</a:t>
            </a:r>
          </a:p>
        </p:txBody>
      </p:sp>
      <p:sp>
        <p:nvSpPr>
          <p:cNvPr id="17413" name="Rectangle 3"/>
          <p:cNvSpPr>
            <a:spLocks noGrp="1" noChangeArrowheads="1"/>
          </p:cNvSpPr>
          <p:nvPr>
            <p:ph type="body" idx="4294967295"/>
          </p:nvPr>
        </p:nvSpPr>
        <p:spPr>
          <a:xfrm>
            <a:off x="361906" y="2257425"/>
            <a:ext cx="12997021" cy="6600825"/>
          </a:xfrm>
        </p:spPr>
        <p:txBody>
          <a:bodyPr/>
          <a:lstStyle/>
          <a:p>
            <a:pPr marL="0" indent="0" algn="just">
              <a:buNone/>
            </a:pPr>
            <a:r>
              <a:rPr lang="en-US" altLang="en-US" dirty="0">
                <a:latin typeface="Times New Roman" panose="02020603050405020304" pitchFamily="18" charset="0"/>
                <a:cs typeface="Times New Roman" panose="02020603050405020304" pitchFamily="18" charset="0"/>
              </a:rPr>
              <a:t>An instance of </a:t>
            </a:r>
            <a:r>
              <a:rPr lang="en-US" altLang="en-US" dirty="0" err="1">
                <a:latin typeface="Times New Roman" panose="02020603050405020304" pitchFamily="18" charset="0"/>
                <a:cs typeface="Times New Roman" panose="02020603050405020304" pitchFamily="18" charset="0"/>
              </a:rPr>
              <a:t>java.util.Date</a:t>
            </a:r>
            <a:r>
              <a:rPr lang="en-US" altLang="en-US" dirty="0">
                <a:latin typeface="Times New Roman" panose="02020603050405020304" pitchFamily="18" charset="0"/>
                <a:cs typeface="Times New Roman" panose="02020603050405020304" pitchFamily="18" charset="0"/>
              </a:rPr>
              <a:t> represents a specific instant in time with millisecond precision. </a:t>
            </a:r>
            <a:r>
              <a:rPr lang="en-US" altLang="en-US" dirty="0" err="1">
                <a:latin typeface="Times New Roman" panose="02020603050405020304" pitchFamily="18" charset="0"/>
                <a:cs typeface="Times New Roman" panose="02020603050405020304" pitchFamily="18" charset="0"/>
              </a:rPr>
              <a:t>java.util.Calendar</a:t>
            </a:r>
            <a:r>
              <a:rPr lang="en-US" altLang="en-US" dirty="0">
                <a:latin typeface="Times New Roman" panose="02020603050405020304" pitchFamily="18" charset="0"/>
                <a:cs typeface="Times New Roman" panose="02020603050405020304" pitchFamily="18" charset="0"/>
              </a:rPr>
              <a:t> is an abstract base class for extracting detailed information such as year, month, date, hour, minute and second from a Date object. Subclasses of Calendar can implement specific calendar systems such as the Gregorian calendar, the Islamic calendar and the Hindu calendar. Currently, </a:t>
            </a:r>
            <a:r>
              <a:rPr lang="en-US" altLang="en-US" dirty="0" err="1">
                <a:latin typeface="Times New Roman" panose="02020603050405020304" pitchFamily="18" charset="0"/>
                <a:cs typeface="Times New Roman" panose="02020603050405020304" pitchFamily="18" charset="0"/>
              </a:rPr>
              <a:t>java.util.GregorianCalendar</a:t>
            </a:r>
            <a:r>
              <a:rPr lang="en-US" altLang="en-US" dirty="0">
                <a:latin typeface="Times New Roman" panose="02020603050405020304" pitchFamily="18" charset="0"/>
                <a:cs typeface="Times New Roman" panose="02020603050405020304" pitchFamily="18" charset="0"/>
              </a:rPr>
              <a:t> for the Gregorian calendar is supported in the Java API. </a:t>
            </a:r>
          </a:p>
        </p:txBody>
      </p:sp>
    </p:spTree>
    <p:extLst>
      <p:ext uri="{BB962C8B-B14F-4D97-AF65-F5344CB8AC3E}">
        <p14:creationId xmlns:p14="http://schemas.microsoft.com/office/powerpoint/2010/main" val="3258301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Rectangle 2"/>
          <p:cNvSpPr>
            <a:spLocks noGrp="1" noChangeArrowheads="1"/>
          </p:cNvSpPr>
          <p:nvPr>
            <p:ph type="title" idx="4294967295"/>
          </p:nvPr>
        </p:nvSpPr>
        <p:spPr>
          <a:xfrm>
            <a:off x="228018" y="200025"/>
            <a:ext cx="13453057" cy="1375172"/>
          </a:xfrm>
          <a:prstGeom prst="rect">
            <a:avLst/>
          </a:prstGeom>
        </p:spPr>
        <p:txBody>
          <a:bodyPr lIns="129607" tIns="64804" rIns="129607" bIns="64804"/>
          <a:lstStyle/>
          <a:p>
            <a:pPr algn="ctr"/>
            <a:r>
              <a:rPr lang="en-US" altLang="en-US" sz="4800" b="1" dirty="0">
                <a:solidFill>
                  <a:schemeClr val="tx1"/>
                </a:solidFill>
                <a:latin typeface="Times New Roman" panose="02020603050405020304" pitchFamily="18" charset="0"/>
                <a:cs typeface="Times New Roman" panose="02020603050405020304" pitchFamily="18" charset="0"/>
              </a:rPr>
              <a:t>The </a:t>
            </a:r>
            <a:r>
              <a:rPr lang="en-US" altLang="en-US" sz="4800" b="1" dirty="0" err="1">
                <a:solidFill>
                  <a:schemeClr val="tx1"/>
                </a:solidFill>
                <a:latin typeface="Times New Roman" panose="02020603050405020304" pitchFamily="18" charset="0"/>
                <a:cs typeface="Times New Roman" panose="02020603050405020304" pitchFamily="18" charset="0"/>
              </a:rPr>
              <a:t>GregorianCalendar</a:t>
            </a:r>
            <a:r>
              <a:rPr lang="en-US" altLang="en-US" sz="4800" b="1" dirty="0">
                <a:solidFill>
                  <a:schemeClr val="tx1"/>
                </a:solidFill>
                <a:latin typeface="Times New Roman" panose="02020603050405020304" pitchFamily="18" charset="0"/>
                <a:cs typeface="Times New Roman" panose="02020603050405020304" pitchFamily="18" charset="0"/>
              </a:rPr>
              <a:t> Class</a:t>
            </a:r>
          </a:p>
        </p:txBody>
      </p:sp>
      <p:sp>
        <p:nvSpPr>
          <p:cNvPr id="18437" name="Rectangle 3"/>
          <p:cNvSpPr>
            <a:spLocks noGrp="1" noChangeArrowheads="1"/>
          </p:cNvSpPr>
          <p:nvPr>
            <p:ph type="body" idx="4294967295"/>
          </p:nvPr>
        </p:nvSpPr>
        <p:spPr>
          <a:xfrm>
            <a:off x="342027" y="1800225"/>
            <a:ext cx="12997021" cy="6600825"/>
          </a:xfrm>
        </p:spPr>
        <p:txBody>
          <a:bodyPr/>
          <a:lstStyle/>
          <a:p>
            <a:pPr marL="0" indent="0" algn="just">
              <a:buNone/>
            </a:pPr>
            <a:r>
              <a:rPr lang="en-US" altLang="en-US" dirty="0">
                <a:latin typeface="Times New Roman" panose="02020603050405020304" pitchFamily="18" charset="0"/>
                <a:cs typeface="Times New Roman" panose="02020603050405020304" pitchFamily="18" charset="0"/>
              </a:rPr>
              <a:t>You can use </a:t>
            </a:r>
            <a:r>
              <a:rPr lang="en-US" altLang="en-US" dirty="0">
                <a:latin typeface="Courier New" pitchFamily="49" charset="0"/>
                <a:cs typeface="Courier New" pitchFamily="49" charset="0"/>
              </a:rPr>
              <a:t>new </a:t>
            </a:r>
            <a:r>
              <a:rPr lang="en-US" altLang="en-US" dirty="0" err="1">
                <a:latin typeface="Courier New" pitchFamily="49" charset="0"/>
                <a:cs typeface="Courier New" pitchFamily="49" charset="0"/>
              </a:rPr>
              <a:t>GregorianCalendar</a:t>
            </a:r>
            <a:r>
              <a:rPr lang="en-US" altLang="en-US" dirty="0">
                <a:latin typeface="Courier New" pitchFamily="49" charset="0"/>
                <a:cs typeface="Courier New" pitchFamily="49" charset="0"/>
              </a:rPr>
              <a:t>()</a:t>
            </a:r>
            <a:r>
              <a:rPr lang="en-US" altLang="en-US" dirty="0">
                <a:latin typeface="Times New Roman" panose="02020603050405020304" pitchFamily="18" charset="0"/>
                <a:cs typeface="Times New Roman" panose="02020603050405020304" pitchFamily="18" charset="0"/>
              </a:rPr>
              <a:t> to construct a default </a:t>
            </a:r>
            <a:r>
              <a:rPr lang="en-US" altLang="en-US" dirty="0" err="1">
                <a:latin typeface="Times New Roman" panose="02020603050405020304" pitchFamily="18" charset="0"/>
                <a:cs typeface="Times New Roman" panose="02020603050405020304" pitchFamily="18" charset="0"/>
              </a:rPr>
              <a:t>GregorianCalendar</a:t>
            </a:r>
            <a:r>
              <a:rPr lang="en-US" altLang="en-US" dirty="0">
                <a:latin typeface="Times New Roman" panose="02020603050405020304" pitchFamily="18" charset="0"/>
                <a:cs typeface="Times New Roman" panose="02020603050405020304" pitchFamily="18" charset="0"/>
              </a:rPr>
              <a:t> with the current time and use </a:t>
            </a:r>
            <a:r>
              <a:rPr lang="en-US" altLang="en-US" dirty="0">
                <a:latin typeface="Courier New" pitchFamily="49" charset="0"/>
                <a:cs typeface="Courier New" pitchFamily="49" charset="0"/>
              </a:rPr>
              <a:t>new </a:t>
            </a:r>
            <a:r>
              <a:rPr lang="en-US" altLang="en-US" dirty="0" err="1">
                <a:latin typeface="Courier New" pitchFamily="49" charset="0"/>
                <a:cs typeface="Courier New" pitchFamily="49" charset="0"/>
              </a:rPr>
              <a:t>GregorianCalendar</a:t>
            </a:r>
            <a:r>
              <a:rPr lang="en-US" altLang="en-US" dirty="0">
                <a:latin typeface="Courier New" pitchFamily="49" charset="0"/>
                <a:cs typeface="Courier New" pitchFamily="49" charset="0"/>
              </a:rPr>
              <a:t>(year, month, date)</a:t>
            </a:r>
            <a:r>
              <a:rPr lang="en-US" altLang="en-US" dirty="0">
                <a:latin typeface="Times New Roman" panose="02020603050405020304" pitchFamily="18" charset="0"/>
                <a:cs typeface="Times New Roman" panose="02020603050405020304" pitchFamily="18" charset="0"/>
              </a:rPr>
              <a:t> to construct a </a:t>
            </a:r>
            <a:r>
              <a:rPr lang="en-US" altLang="en-US" dirty="0" err="1">
                <a:latin typeface="Times New Roman" panose="02020603050405020304" pitchFamily="18" charset="0"/>
                <a:cs typeface="Times New Roman" panose="02020603050405020304" pitchFamily="18" charset="0"/>
              </a:rPr>
              <a:t>GregorianCalendar</a:t>
            </a:r>
            <a:r>
              <a:rPr lang="en-US" altLang="en-US" dirty="0">
                <a:latin typeface="Times New Roman" panose="02020603050405020304" pitchFamily="18" charset="0"/>
                <a:cs typeface="Times New Roman" panose="02020603050405020304" pitchFamily="18" charset="0"/>
              </a:rPr>
              <a:t> with the specified year, month, and date. The month parameter is 0-based, i.e., 0 is for January.</a:t>
            </a:r>
          </a:p>
        </p:txBody>
      </p:sp>
    </p:spTree>
    <p:extLst>
      <p:ext uri="{BB962C8B-B14F-4D97-AF65-F5344CB8AC3E}">
        <p14:creationId xmlns:p14="http://schemas.microsoft.com/office/powerpoint/2010/main" val="8318122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2"/>
          <p:cNvSpPr>
            <a:spLocks noGrp="1" noChangeArrowheads="1"/>
          </p:cNvSpPr>
          <p:nvPr>
            <p:ph type="title" idx="4294967295"/>
          </p:nvPr>
        </p:nvSpPr>
        <p:spPr>
          <a:xfrm>
            <a:off x="798063" y="300038"/>
            <a:ext cx="12426976" cy="800100"/>
          </a:xfrm>
          <a:prstGeom prst="rect">
            <a:avLst/>
          </a:prstGeom>
        </p:spPr>
        <p:txBody>
          <a:bodyPr lIns="129607" tIns="64804" rIns="129607" bIns="64804"/>
          <a:lstStyle/>
          <a:p>
            <a:pPr algn="ctr"/>
            <a:r>
              <a:rPr lang="en-US" altLang="en-US" sz="4800" b="1" dirty="0">
                <a:solidFill>
                  <a:schemeClr val="tx1"/>
                </a:solidFill>
                <a:latin typeface="Times New Roman" panose="02020603050405020304" pitchFamily="18" charset="0"/>
                <a:cs typeface="Times New Roman" panose="02020603050405020304" pitchFamily="18" charset="0"/>
              </a:rPr>
              <a:t>The get Method in Calendar Class</a:t>
            </a:r>
          </a:p>
        </p:txBody>
      </p:sp>
      <p:sp>
        <p:nvSpPr>
          <p:cNvPr id="19461" name="Rectangle 3"/>
          <p:cNvSpPr>
            <a:spLocks noGrp="1" noChangeArrowheads="1"/>
          </p:cNvSpPr>
          <p:nvPr>
            <p:ph type="body" idx="4294967295"/>
          </p:nvPr>
        </p:nvSpPr>
        <p:spPr>
          <a:xfrm>
            <a:off x="342027" y="1100138"/>
            <a:ext cx="13339048" cy="2000250"/>
          </a:xfrm>
        </p:spPr>
        <p:txBody>
          <a:bodyPr/>
          <a:lstStyle/>
          <a:p>
            <a:pPr marL="0" indent="0" algn="just">
              <a:buNone/>
            </a:pPr>
            <a:r>
              <a:rPr lang="en-US" altLang="en-US" sz="3200" dirty="0">
                <a:latin typeface="Times New Roman" panose="02020603050405020304" pitchFamily="18" charset="0"/>
                <a:cs typeface="Times New Roman" panose="02020603050405020304" pitchFamily="18" charset="0"/>
              </a:rPr>
              <a:t>The get(</a:t>
            </a:r>
            <a:r>
              <a:rPr lang="en-US" altLang="en-US" sz="3200" dirty="0" err="1">
                <a:latin typeface="Times New Roman" panose="02020603050405020304" pitchFamily="18" charset="0"/>
                <a:cs typeface="Times New Roman" panose="02020603050405020304" pitchFamily="18" charset="0"/>
              </a:rPr>
              <a:t>int</a:t>
            </a:r>
            <a:r>
              <a:rPr lang="en-US" altLang="en-US" sz="3200" dirty="0">
                <a:latin typeface="Times New Roman" panose="02020603050405020304" pitchFamily="18" charset="0"/>
                <a:cs typeface="Times New Roman" panose="02020603050405020304" pitchFamily="18" charset="0"/>
              </a:rPr>
              <a:t> field) method defined in the Calendar class is useful to extract the date and time information from a Calendar object. The fields are defined as constants, as shown in the following.</a:t>
            </a:r>
          </a:p>
        </p:txBody>
      </p:sp>
      <p:sp>
        <p:nvSpPr>
          <p:cNvPr id="19462" name="Rectangle 5"/>
          <p:cNvSpPr>
            <a:spLocks noChangeArrowheads="1"/>
          </p:cNvSpPr>
          <p:nvPr/>
        </p:nvSpPr>
        <p:spPr bwMode="auto">
          <a:xfrm>
            <a:off x="0" y="2358706"/>
            <a:ext cx="261810" cy="6540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lIns="129607" tIns="64804" rIns="129607" bIns="64804" anchor="ctr">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0"/>
              </a:spcBef>
              <a:buClrTx/>
              <a:buSzTx/>
              <a:buFontTx/>
              <a:buNone/>
            </a:pPr>
            <a:endParaRPr lang="en-US" altLang="en-US" sz="3400"/>
          </a:p>
        </p:txBody>
      </p:sp>
      <p:pic>
        <p:nvPicPr>
          <p:cNvPr id="19463" name="Picture 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62631" y="2685754"/>
            <a:ext cx="10536328" cy="56111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extLst>
      <p:ext uri="{BB962C8B-B14F-4D97-AF65-F5344CB8AC3E}">
        <p14:creationId xmlns:p14="http://schemas.microsoft.com/office/powerpoint/2010/main" val="19483962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2"/>
          <p:cNvSpPr>
            <a:spLocks noGrp="1" noChangeArrowheads="1"/>
          </p:cNvSpPr>
          <p:nvPr>
            <p:ph type="title" idx="4294967295"/>
          </p:nvPr>
        </p:nvSpPr>
        <p:spPr>
          <a:xfrm>
            <a:off x="456036" y="300037"/>
            <a:ext cx="12883012" cy="2100263"/>
          </a:xfrm>
          <a:prstGeom prst="rect">
            <a:avLst/>
          </a:prstGeom>
        </p:spPr>
        <p:txBody>
          <a:bodyPr lIns="129607" tIns="64804" rIns="129607" bIns="64804"/>
          <a:lstStyle/>
          <a:p>
            <a:pPr algn="ctr"/>
            <a:r>
              <a:rPr lang="en-US" altLang="en-US" sz="4800" b="1" dirty="0">
                <a:solidFill>
                  <a:schemeClr val="tx1"/>
                </a:solidFill>
                <a:latin typeface="Times New Roman" panose="02020603050405020304" pitchFamily="18" charset="0"/>
                <a:cs typeface="Times New Roman" panose="02020603050405020304" pitchFamily="18" charset="0"/>
              </a:rPr>
              <a:t>Getting Date/Time Information from Calendar</a:t>
            </a:r>
          </a:p>
        </p:txBody>
      </p:sp>
      <p:sp>
        <p:nvSpPr>
          <p:cNvPr id="20485" name="Rectangle 4"/>
          <p:cNvSpPr>
            <a:spLocks noChangeArrowheads="1"/>
          </p:cNvSpPr>
          <p:nvPr/>
        </p:nvSpPr>
        <p:spPr bwMode="auto">
          <a:xfrm>
            <a:off x="0" y="2358706"/>
            <a:ext cx="261810" cy="6540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lIns="129607" tIns="64804" rIns="129607" bIns="64804" anchor="ctr">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0"/>
              </a:spcBef>
              <a:buClrTx/>
              <a:buSzTx/>
              <a:buFontTx/>
              <a:buNone/>
            </a:pPr>
            <a:endParaRPr lang="en-US" altLang="en-US" sz="3400"/>
          </a:p>
        </p:txBody>
      </p:sp>
      <p:sp>
        <p:nvSpPr>
          <p:cNvPr id="20486" name="AutoShape 10">
            <a:hlinkClick r:id="rId2" action="ppaction://program" highlightClick="1"/>
          </p:cNvPr>
          <p:cNvSpPr>
            <a:spLocks noChangeArrowheads="1"/>
          </p:cNvSpPr>
          <p:nvPr/>
        </p:nvSpPr>
        <p:spPr bwMode="auto">
          <a:xfrm>
            <a:off x="9804770" y="6534150"/>
            <a:ext cx="1045082" cy="500063"/>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lIns="129607" tIns="64804" rIns="129607" bIns="64804" anchor="ct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2600">
                <a:latin typeface="Book Antiqua" pitchFamily="18" charset="0"/>
              </a:rPr>
              <a:t>Run</a:t>
            </a:r>
            <a:endParaRPr lang="en-US" altLang="en-US" sz="2600"/>
          </a:p>
        </p:txBody>
      </p:sp>
      <p:sp>
        <p:nvSpPr>
          <p:cNvPr id="20487" name="Rectangle 9">
            <a:hlinkClick r:id="rId3"/>
          </p:cNvPr>
          <p:cNvSpPr>
            <a:spLocks noChangeArrowheads="1"/>
          </p:cNvSpPr>
          <p:nvPr/>
        </p:nvSpPr>
        <p:spPr bwMode="auto">
          <a:xfrm>
            <a:off x="6042475" y="6534150"/>
            <a:ext cx="3548529" cy="500063"/>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lIns="129607" tIns="64804" rIns="129607" bIns="64804"/>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2800"/>
              <a:t>TestCalendar</a:t>
            </a:r>
          </a:p>
        </p:txBody>
      </p:sp>
    </p:spTree>
    <p:extLst>
      <p:ext uri="{BB962C8B-B14F-4D97-AF65-F5344CB8AC3E}">
        <p14:creationId xmlns:p14="http://schemas.microsoft.com/office/powerpoint/2010/main" val="19802739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2"/>
          <p:cNvSpPr>
            <a:spLocks noGrp="1" noChangeArrowheads="1"/>
          </p:cNvSpPr>
          <p:nvPr>
            <p:ph type="title" idx="4294967295"/>
          </p:nvPr>
        </p:nvSpPr>
        <p:spPr>
          <a:xfrm>
            <a:off x="1026081" y="300037"/>
            <a:ext cx="11628914" cy="900113"/>
          </a:xfrm>
          <a:prstGeom prst="rect">
            <a:avLst/>
          </a:prstGeom>
        </p:spPr>
        <p:txBody>
          <a:bodyPr lIns="129607" tIns="64804" rIns="129607" bIns="64804"/>
          <a:lstStyle/>
          <a:p>
            <a:pPr algn="ctr"/>
            <a:r>
              <a:rPr lang="en-US" altLang="en-US" b="1" dirty="0">
                <a:solidFill>
                  <a:schemeClr val="tx1"/>
                </a:solidFill>
                <a:latin typeface="Times New Roman" panose="02020603050405020304" pitchFamily="18" charset="0"/>
                <a:cs typeface="Times New Roman" panose="02020603050405020304" pitchFamily="18" charset="0"/>
              </a:rPr>
              <a:t>Interfaces</a:t>
            </a:r>
          </a:p>
        </p:txBody>
      </p:sp>
      <p:sp>
        <p:nvSpPr>
          <p:cNvPr id="21509" name="Rectangle 3"/>
          <p:cNvSpPr>
            <a:spLocks noGrp="1" noChangeArrowheads="1"/>
          </p:cNvSpPr>
          <p:nvPr>
            <p:ph type="body" idx="4294967295"/>
          </p:nvPr>
        </p:nvSpPr>
        <p:spPr>
          <a:xfrm>
            <a:off x="456036" y="1600200"/>
            <a:ext cx="12883012" cy="4000500"/>
          </a:xfrm>
        </p:spPr>
        <p:txBody>
          <a:bodyPr/>
          <a:lstStyle/>
          <a:p>
            <a:pPr marL="0" indent="0">
              <a:buNone/>
            </a:pPr>
            <a:r>
              <a:rPr lang="en-US" altLang="en-US" sz="4000" dirty="0">
                <a:latin typeface="Times New Roman" panose="02020603050405020304" pitchFamily="18" charset="0"/>
                <a:cs typeface="Times New Roman" panose="02020603050405020304" pitchFamily="18" charset="0"/>
              </a:rPr>
              <a:t>What is an interface?</a:t>
            </a:r>
          </a:p>
          <a:p>
            <a:pPr marL="0" indent="0">
              <a:buNone/>
            </a:pPr>
            <a:r>
              <a:rPr lang="en-US" altLang="en-US" sz="4000" dirty="0">
                <a:latin typeface="Times New Roman" panose="02020603050405020304" pitchFamily="18" charset="0"/>
                <a:cs typeface="Times New Roman" panose="02020603050405020304" pitchFamily="18" charset="0"/>
              </a:rPr>
              <a:t>Why is an interface useful?</a:t>
            </a:r>
          </a:p>
          <a:p>
            <a:pPr marL="0" indent="0">
              <a:buNone/>
            </a:pPr>
            <a:r>
              <a:rPr lang="en-US" altLang="en-US" sz="4000" dirty="0">
                <a:latin typeface="Times New Roman" panose="02020603050405020304" pitchFamily="18" charset="0"/>
                <a:cs typeface="Times New Roman" panose="02020603050405020304" pitchFamily="18" charset="0"/>
              </a:rPr>
              <a:t>How do you define an interface?</a:t>
            </a:r>
          </a:p>
          <a:p>
            <a:pPr marL="0" indent="0">
              <a:buNone/>
            </a:pPr>
            <a:r>
              <a:rPr lang="en-US" altLang="en-US" sz="4000" dirty="0">
                <a:latin typeface="Times New Roman" panose="02020603050405020304" pitchFamily="18" charset="0"/>
                <a:cs typeface="Times New Roman" panose="02020603050405020304" pitchFamily="18" charset="0"/>
              </a:rPr>
              <a:t>How do you use an interface?</a:t>
            </a:r>
          </a:p>
        </p:txBody>
      </p:sp>
    </p:spTree>
    <p:extLst>
      <p:ext uri="{BB962C8B-B14F-4D97-AF65-F5344CB8AC3E}">
        <p14:creationId xmlns:p14="http://schemas.microsoft.com/office/powerpoint/2010/main" val="6515958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Rectangle 2"/>
          <p:cNvSpPr>
            <a:spLocks noGrp="1" noChangeArrowheads="1"/>
          </p:cNvSpPr>
          <p:nvPr>
            <p:ph type="title" idx="4294967295"/>
          </p:nvPr>
        </p:nvSpPr>
        <p:spPr>
          <a:xfrm>
            <a:off x="570045" y="300037"/>
            <a:ext cx="12426976" cy="1700213"/>
          </a:xfrm>
          <a:prstGeom prst="rect">
            <a:avLst/>
          </a:prstGeom>
        </p:spPr>
        <p:txBody>
          <a:bodyPr lIns="129607" tIns="64804" rIns="129607" bIns="64804"/>
          <a:lstStyle/>
          <a:p>
            <a:pPr algn="ctr"/>
            <a:r>
              <a:rPr lang="en-US" altLang="en-US" sz="4800" b="1" dirty="0">
                <a:solidFill>
                  <a:schemeClr val="tx1"/>
                </a:solidFill>
                <a:latin typeface="Times New Roman" panose="02020603050405020304" pitchFamily="18" charset="0"/>
                <a:cs typeface="Times New Roman" panose="02020603050405020304" pitchFamily="18" charset="0"/>
              </a:rPr>
              <a:t>What is an interface?</a:t>
            </a:r>
            <a:br>
              <a:rPr lang="en-US" altLang="en-US" sz="4800" b="1" dirty="0">
                <a:solidFill>
                  <a:schemeClr val="tx1"/>
                </a:solidFill>
                <a:latin typeface="Times New Roman" panose="02020603050405020304" pitchFamily="18" charset="0"/>
                <a:cs typeface="Times New Roman" panose="02020603050405020304" pitchFamily="18" charset="0"/>
              </a:rPr>
            </a:br>
            <a:r>
              <a:rPr lang="en-US" altLang="en-US" sz="4800" b="1" dirty="0">
                <a:solidFill>
                  <a:schemeClr val="tx1"/>
                </a:solidFill>
                <a:latin typeface="Times New Roman" panose="02020603050405020304" pitchFamily="18" charset="0"/>
                <a:cs typeface="Times New Roman" panose="02020603050405020304" pitchFamily="18" charset="0"/>
              </a:rPr>
              <a:t> Why is an interface useful?</a:t>
            </a:r>
          </a:p>
        </p:txBody>
      </p:sp>
      <p:sp>
        <p:nvSpPr>
          <p:cNvPr id="22533" name="Rectangle 3"/>
          <p:cNvSpPr>
            <a:spLocks noGrp="1" noChangeArrowheads="1"/>
          </p:cNvSpPr>
          <p:nvPr>
            <p:ph type="body" idx="4294967295"/>
          </p:nvPr>
        </p:nvSpPr>
        <p:spPr>
          <a:xfrm>
            <a:off x="456036" y="2400300"/>
            <a:ext cx="12883012" cy="5100638"/>
          </a:xfrm>
        </p:spPr>
        <p:txBody>
          <a:bodyPr/>
          <a:lstStyle/>
          <a:p>
            <a:pPr algn="just"/>
            <a:r>
              <a:rPr lang="en-US" altLang="en-US" sz="4000" dirty="0">
                <a:latin typeface="Times New Roman" panose="02020603050405020304" pitchFamily="18" charset="0"/>
                <a:cs typeface="Times New Roman" panose="02020603050405020304" pitchFamily="18" charset="0"/>
              </a:rPr>
              <a:t>An interface is a </a:t>
            </a:r>
            <a:r>
              <a:rPr lang="en-US" altLang="en-US" sz="4000" dirty="0" err="1">
                <a:latin typeface="Times New Roman" panose="02020603050405020304" pitchFamily="18" charset="0"/>
                <a:cs typeface="Times New Roman" panose="02020603050405020304" pitchFamily="18" charset="0"/>
              </a:rPr>
              <a:t>classlike</a:t>
            </a:r>
            <a:r>
              <a:rPr lang="en-US" altLang="en-US" sz="4000" dirty="0">
                <a:latin typeface="Times New Roman" panose="02020603050405020304" pitchFamily="18" charset="0"/>
                <a:cs typeface="Times New Roman" panose="02020603050405020304" pitchFamily="18" charset="0"/>
              </a:rPr>
              <a:t> construct that contains only constants and abstract methods. </a:t>
            </a:r>
          </a:p>
          <a:p>
            <a:pPr algn="just"/>
            <a:r>
              <a:rPr lang="en-US" altLang="en-US" sz="4000" dirty="0">
                <a:latin typeface="Times New Roman" panose="02020603050405020304" pitchFamily="18" charset="0"/>
                <a:cs typeface="Times New Roman" panose="02020603050405020304" pitchFamily="18" charset="0"/>
              </a:rPr>
              <a:t>In many ways, an interface is similar to an abstract class, but the intent of an interface is to specify common behavior for objects. </a:t>
            </a:r>
          </a:p>
          <a:p>
            <a:pPr algn="just"/>
            <a:r>
              <a:rPr lang="en-US" altLang="en-US" sz="4000" dirty="0">
                <a:latin typeface="Times New Roman" panose="02020603050405020304" pitchFamily="18" charset="0"/>
                <a:cs typeface="Times New Roman" panose="02020603050405020304" pitchFamily="18" charset="0"/>
              </a:rPr>
              <a:t>For example, you can specify that the objects are comparable, edible, </a:t>
            </a:r>
            <a:r>
              <a:rPr lang="en-US" altLang="en-US" sz="4000" dirty="0" err="1">
                <a:latin typeface="Times New Roman" panose="02020603050405020304" pitchFamily="18" charset="0"/>
                <a:cs typeface="Times New Roman" panose="02020603050405020304" pitchFamily="18" charset="0"/>
              </a:rPr>
              <a:t>cloneable</a:t>
            </a:r>
            <a:r>
              <a:rPr lang="en-US" altLang="en-US" sz="4000" dirty="0">
                <a:latin typeface="Times New Roman" panose="02020603050405020304" pitchFamily="18" charset="0"/>
                <a:cs typeface="Times New Roman" panose="02020603050405020304" pitchFamily="18" charset="0"/>
              </a:rPr>
              <a:t> using appropriate interfaces. </a:t>
            </a:r>
            <a:endParaRPr lang="en-US" altLang="en-US" sz="4400" dirty="0">
              <a:latin typeface="Times New Roman" panose="02020603050405020304" pitchFamily="18" charset="0"/>
              <a:ea typeface="PMingLiU" pitchFamily="18" charset="-120"/>
              <a:cs typeface="Times New Roman" panose="02020603050405020304" pitchFamily="18" charset="0"/>
            </a:endParaRPr>
          </a:p>
        </p:txBody>
      </p:sp>
    </p:spTree>
    <p:extLst>
      <p:ext uri="{BB962C8B-B14F-4D97-AF65-F5344CB8AC3E}">
        <p14:creationId xmlns:p14="http://schemas.microsoft.com/office/powerpoint/2010/main" val="21038185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2"/>
          <p:cNvSpPr>
            <a:spLocks noGrp="1" noChangeArrowheads="1"/>
          </p:cNvSpPr>
          <p:nvPr>
            <p:ph type="title" idx="4294967295"/>
          </p:nvPr>
        </p:nvSpPr>
        <p:spPr>
          <a:xfrm>
            <a:off x="1026081" y="300037"/>
            <a:ext cx="11628914" cy="900113"/>
          </a:xfrm>
          <a:prstGeom prst="rect">
            <a:avLst/>
          </a:prstGeom>
        </p:spPr>
        <p:txBody>
          <a:bodyPr lIns="129607" tIns="64804" rIns="129607" bIns="64804"/>
          <a:lstStyle/>
          <a:p>
            <a:pPr algn="ctr"/>
            <a:r>
              <a:rPr lang="en-US" altLang="en-US" sz="4800" b="1" dirty="0">
                <a:solidFill>
                  <a:schemeClr val="tx1"/>
                </a:solidFill>
                <a:latin typeface="Times New Roman" panose="02020603050405020304" pitchFamily="18" charset="0"/>
                <a:cs typeface="Times New Roman" panose="02020603050405020304" pitchFamily="18" charset="0"/>
              </a:rPr>
              <a:t>Define an Interface</a:t>
            </a:r>
          </a:p>
        </p:txBody>
      </p:sp>
      <p:sp>
        <p:nvSpPr>
          <p:cNvPr id="23557" name="Rectangle 3"/>
          <p:cNvSpPr>
            <a:spLocks noGrp="1" noChangeArrowheads="1"/>
          </p:cNvSpPr>
          <p:nvPr>
            <p:ph type="body" idx="4294967295"/>
          </p:nvPr>
        </p:nvSpPr>
        <p:spPr>
          <a:xfrm>
            <a:off x="228018" y="1200150"/>
            <a:ext cx="13111030" cy="1300163"/>
          </a:xfrm>
        </p:spPr>
        <p:txBody>
          <a:bodyPr/>
          <a:lstStyle/>
          <a:p>
            <a:pPr marL="0" indent="0">
              <a:buNone/>
            </a:pPr>
            <a:r>
              <a:rPr lang="en-US" altLang="en-US" sz="4000" dirty="0">
                <a:latin typeface="Times New Roman" panose="02020603050405020304" pitchFamily="18" charset="0"/>
                <a:cs typeface="Times New Roman" panose="02020603050405020304" pitchFamily="18" charset="0"/>
              </a:rPr>
              <a:t>To distinguish an interface from a class, Java uses the following syntax to define an interface:</a:t>
            </a:r>
          </a:p>
        </p:txBody>
      </p:sp>
      <p:sp>
        <p:nvSpPr>
          <p:cNvPr id="23558" name="Rectangle 4"/>
          <p:cNvSpPr>
            <a:spLocks noChangeArrowheads="1"/>
          </p:cNvSpPr>
          <p:nvPr/>
        </p:nvSpPr>
        <p:spPr bwMode="auto">
          <a:xfrm>
            <a:off x="342027" y="2600325"/>
            <a:ext cx="12883012" cy="220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0507" tIns="65254" rIns="130507" bIns="65254"/>
          <a:lstStyle>
            <a:lvl1pPr marL="342900" indent="-342900">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nSpc>
                <a:spcPct val="90000"/>
              </a:lnSpc>
              <a:buFont typeface="Monotype Sorts"/>
              <a:buNone/>
            </a:pPr>
            <a:r>
              <a:rPr lang="en-US" altLang="en-US" b="1" dirty="0">
                <a:latin typeface="Courier New" pitchFamily="49" charset="0"/>
              </a:rPr>
              <a:t>public interface </a:t>
            </a:r>
            <a:r>
              <a:rPr lang="en-US" altLang="en-US" b="1" dirty="0" err="1">
                <a:latin typeface="Courier New" pitchFamily="49" charset="0"/>
              </a:rPr>
              <a:t>InterfaceName</a:t>
            </a:r>
            <a:r>
              <a:rPr lang="en-US" altLang="en-US" b="1" dirty="0">
                <a:latin typeface="Courier New" pitchFamily="49" charset="0"/>
              </a:rPr>
              <a:t> { </a:t>
            </a:r>
          </a:p>
          <a:p>
            <a:pPr>
              <a:lnSpc>
                <a:spcPct val="90000"/>
              </a:lnSpc>
              <a:spcBef>
                <a:spcPct val="0"/>
              </a:spcBef>
              <a:buFont typeface="Monotype Sorts"/>
              <a:buNone/>
            </a:pPr>
            <a:r>
              <a:rPr lang="en-US" altLang="en-US" b="1" dirty="0">
                <a:latin typeface="Courier New" pitchFamily="49" charset="0"/>
              </a:rPr>
              <a:t>  constant declarations;</a:t>
            </a:r>
          </a:p>
          <a:p>
            <a:pPr>
              <a:lnSpc>
                <a:spcPct val="90000"/>
              </a:lnSpc>
              <a:spcBef>
                <a:spcPct val="0"/>
              </a:spcBef>
              <a:buFont typeface="Monotype Sorts"/>
              <a:buNone/>
            </a:pPr>
            <a:r>
              <a:rPr lang="en-US" altLang="en-US" b="1" dirty="0">
                <a:latin typeface="Courier New" pitchFamily="49" charset="0"/>
              </a:rPr>
              <a:t>  abstract method signatures;</a:t>
            </a:r>
          </a:p>
          <a:p>
            <a:pPr>
              <a:lnSpc>
                <a:spcPct val="90000"/>
              </a:lnSpc>
              <a:spcBef>
                <a:spcPct val="0"/>
              </a:spcBef>
              <a:buFont typeface="Monotype Sorts"/>
              <a:buNone/>
            </a:pPr>
            <a:r>
              <a:rPr lang="en-US" altLang="en-US" b="1" dirty="0">
                <a:latin typeface="Courier New" pitchFamily="49" charset="0"/>
              </a:rPr>
              <a:t>}</a:t>
            </a:r>
            <a:endParaRPr lang="en-US" altLang="en-US" b="1" dirty="0"/>
          </a:p>
        </p:txBody>
      </p:sp>
      <p:sp>
        <p:nvSpPr>
          <p:cNvPr id="23559" name="Rectangle 5"/>
          <p:cNvSpPr>
            <a:spLocks noChangeArrowheads="1"/>
          </p:cNvSpPr>
          <p:nvPr/>
        </p:nvSpPr>
        <p:spPr bwMode="auto">
          <a:xfrm>
            <a:off x="456036" y="5000625"/>
            <a:ext cx="12883012"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0507" tIns="65254" rIns="130507" bIns="65254"/>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buFont typeface="Monotype Sorts"/>
              <a:buNone/>
            </a:pPr>
            <a:r>
              <a:rPr lang="en-US" altLang="en-US"/>
              <a:t>Example</a:t>
            </a:r>
            <a:r>
              <a:rPr lang="en-US" altLang="en-US" sz="4000">
                <a:cs typeface="Courier New" pitchFamily="49" charset="0"/>
              </a:rPr>
              <a:t>:</a:t>
            </a:r>
          </a:p>
        </p:txBody>
      </p:sp>
      <p:sp>
        <p:nvSpPr>
          <p:cNvPr id="23560" name="Rectangle 6"/>
          <p:cNvSpPr>
            <a:spLocks noChangeArrowheads="1"/>
          </p:cNvSpPr>
          <p:nvPr/>
        </p:nvSpPr>
        <p:spPr bwMode="auto">
          <a:xfrm>
            <a:off x="342027" y="5800725"/>
            <a:ext cx="12883012" cy="2300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0507" tIns="65254" rIns="130507" bIns="65254"/>
          <a:lstStyle>
            <a:lvl1pPr marL="342900" indent="-342900">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buFont typeface="Monotype Sorts"/>
              <a:buNone/>
            </a:pPr>
            <a:r>
              <a:rPr lang="en-US" altLang="en-US" dirty="0">
                <a:latin typeface="Courier New" pitchFamily="49" charset="0"/>
              </a:rPr>
              <a:t>public interface Edible {</a:t>
            </a:r>
          </a:p>
          <a:p>
            <a:pPr>
              <a:buFont typeface="Monotype Sorts"/>
              <a:buNone/>
            </a:pPr>
            <a:r>
              <a:rPr lang="en-US" altLang="en-US" dirty="0">
                <a:latin typeface="Courier New" pitchFamily="49" charset="0"/>
              </a:rPr>
              <a:t>  /** Describe how to eat */</a:t>
            </a:r>
          </a:p>
          <a:p>
            <a:pPr>
              <a:buFont typeface="Monotype Sorts"/>
              <a:buNone/>
            </a:pPr>
            <a:r>
              <a:rPr lang="en-US" altLang="en-US" dirty="0">
                <a:latin typeface="Courier New" pitchFamily="49" charset="0"/>
              </a:rPr>
              <a:t>  public abstract String </a:t>
            </a:r>
            <a:r>
              <a:rPr lang="en-US" altLang="en-US" dirty="0" err="1">
                <a:latin typeface="Courier New" pitchFamily="49" charset="0"/>
              </a:rPr>
              <a:t>howToEat</a:t>
            </a:r>
            <a:r>
              <a:rPr lang="en-US" altLang="en-US" dirty="0">
                <a:latin typeface="Courier New" pitchFamily="49" charset="0"/>
              </a:rPr>
              <a:t>();</a:t>
            </a:r>
          </a:p>
          <a:p>
            <a:pPr>
              <a:buFont typeface="Monotype Sorts"/>
              <a:buNone/>
            </a:pPr>
            <a:r>
              <a:rPr lang="en-US" altLang="en-US" dirty="0">
                <a:latin typeface="Courier New" pitchFamily="49" charset="0"/>
              </a:rPr>
              <a:t>}</a:t>
            </a:r>
          </a:p>
        </p:txBody>
      </p:sp>
    </p:spTree>
    <p:extLst>
      <p:ext uri="{BB962C8B-B14F-4D97-AF65-F5344CB8AC3E}">
        <p14:creationId xmlns:p14="http://schemas.microsoft.com/office/powerpoint/2010/main" val="10743788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Rectangle 2"/>
          <p:cNvSpPr>
            <a:spLocks noGrp="1" noChangeArrowheads="1"/>
          </p:cNvSpPr>
          <p:nvPr>
            <p:ph type="title" idx="4294967295"/>
          </p:nvPr>
        </p:nvSpPr>
        <p:spPr>
          <a:xfrm>
            <a:off x="1026081" y="300037"/>
            <a:ext cx="11628914" cy="900113"/>
          </a:xfrm>
          <a:prstGeom prst="rect">
            <a:avLst/>
          </a:prstGeom>
        </p:spPr>
        <p:txBody>
          <a:bodyPr lIns="129607" tIns="64804" rIns="129607" bIns="64804"/>
          <a:lstStyle/>
          <a:p>
            <a:pPr algn="ctr"/>
            <a:r>
              <a:rPr lang="en-US" altLang="en-US" sz="4800" b="1" dirty="0">
                <a:solidFill>
                  <a:schemeClr val="tx1"/>
                </a:solidFill>
                <a:latin typeface="Times New Roman" panose="02020603050405020304" pitchFamily="18" charset="0"/>
                <a:cs typeface="Times New Roman" panose="02020603050405020304" pitchFamily="18" charset="0"/>
              </a:rPr>
              <a:t>Interface is a Special Class</a:t>
            </a:r>
          </a:p>
        </p:txBody>
      </p:sp>
      <p:sp>
        <p:nvSpPr>
          <p:cNvPr id="24581" name="Rectangle 3"/>
          <p:cNvSpPr>
            <a:spLocks noGrp="1" noChangeArrowheads="1"/>
          </p:cNvSpPr>
          <p:nvPr>
            <p:ph type="body" idx="4294967295"/>
          </p:nvPr>
        </p:nvSpPr>
        <p:spPr>
          <a:xfrm>
            <a:off x="456036" y="1500187"/>
            <a:ext cx="12883012" cy="6900863"/>
          </a:xfrm>
        </p:spPr>
        <p:txBody>
          <a:bodyPr/>
          <a:lstStyle/>
          <a:p>
            <a:r>
              <a:rPr lang="en-US" altLang="en-US" sz="3600" dirty="0">
                <a:latin typeface="Times New Roman" panose="02020603050405020304" pitchFamily="18" charset="0"/>
                <a:cs typeface="Times New Roman" panose="02020603050405020304" pitchFamily="18" charset="0"/>
              </a:rPr>
              <a:t>An interface is treated like a special class in Java.</a:t>
            </a:r>
          </a:p>
          <a:p>
            <a:r>
              <a:rPr lang="en-US" altLang="en-US" sz="3600" dirty="0">
                <a:latin typeface="Times New Roman" panose="02020603050405020304" pitchFamily="18" charset="0"/>
                <a:cs typeface="Times New Roman" panose="02020603050405020304" pitchFamily="18" charset="0"/>
              </a:rPr>
              <a:t>Each interface is compiled into a separate bytecode file, just like a regular class. </a:t>
            </a:r>
          </a:p>
          <a:p>
            <a:r>
              <a:rPr lang="en-US" altLang="en-US" sz="3600" dirty="0">
                <a:latin typeface="Times New Roman" panose="02020603050405020304" pitchFamily="18" charset="0"/>
                <a:cs typeface="Times New Roman" panose="02020603050405020304" pitchFamily="18" charset="0"/>
              </a:rPr>
              <a:t>Like an abstract class, you cannot create an instance from an interface using the new operator, but in most cases you can use an interface more or less the same way you use an abstract class. </a:t>
            </a:r>
          </a:p>
          <a:p>
            <a:r>
              <a:rPr lang="en-US" altLang="en-US" sz="3600" dirty="0">
                <a:latin typeface="Times New Roman" panose="02020603050405020304" pitchFamily="18" charset="0"/>
                <a:cs typeface="Times New Roman" panose="02020603050405020304" pitchFamily="18" charset="0"/>
              </a:rPr>
              <a:t>For example, you can use an interface as a data type for a variable, as the result of casting, and so on.</a:t>
            </a:r>
            <a:endParaRPr lang="en-US" altLang="en-US" sz="3600" dirty="0">
              <a:latin typeface="Times New Roman" panose="02020603050405020304" pitchFamily="18" charset="0"/>
              <a:ea typeface="PMingLiU" pitchFamily="18" charset="-120"/>
              <a:cs typeface="Times New Roman" panose="02020603050405020304" pitchFamily="18" charset="0"/>
            </a:endParaRPr>
          </a:p>
        </p:txBody>
      </p:sp>
    </p:spTree>
    <p:extLst>
      <p:ext uri="{BB962C8B-B14F-4D97-AF65-F5344CB8AC3E}">
        <p14:creationId xmlns:p14="http://schemas.microsoft.com/office/powerpoint/2010/main" val="4185953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Rectangle 2"/>
          <p:cNvSpPr>
            <a:spLocks noGrp="1" noChangeArrowheads="1"/>
          </p:cNvSpPr>
          <p:nvPr>
            <p:ph type="title" idx="4294967295"/>
          </p:nvPr>
        </p:nvSpPr>
        <p:spPr>
          <a:xfrm>
            <a:off x="1026081" y="300038"/>
            <a:ext cx="11628914" cy="800100"/>
          </a:xfrm>
          <a:prstGeom prst="rect">
            <a:avLst/>
          </a:prstGeom>
        </p:spPr>
        <p:txBody>
          <a:bodyPr lIns="129607" tIns="64804" rIns="129607" bIns="64804"/>
          <a:lstStyle/>
          <a:p>
            <a:pPr algn="ctr"/>
            <a:r>
              <a:rPr lang="en-US" altLang="en-US" sz="4800" b="1" dirty="0">
                <a:solidFill>
                  <a:schemeClr val="tx1"/>
                </a:solidFill>
                <a:latin typeface="Times New Roman" panose="02020603050405020304" pitchFamily="18" charset="0"/>
                <a:cs typeface="Times New Roman" panose="02020603050405020304" pitchFamily="18" charset="0"/>
              </a:rPr>
              <a:t>Example</a:t>
            </a:r>
          </a:p>
        </p:txBody>
      </p:sp>
      <p:sp>
        <p:nvSpPr>
          <p:cNvPr id="25605" name="Rectangle 3"/>
          <p:cNvSpPr>
            <a:spLocks noGrp="1" noChangeArrowheads="1"/>
          </p:cNvSpPr>
          <p:nvPr>
            <p:ph type="body" idx="4294967295"/>
          </p:nvPr>
        </p:nvSpPr>
        <p:spPr>
          <a:xfrm>
            <a:off x="228018" y="1398933"/>
            <a:ext cx="13453057" cy="2600325"/>
          </a:xfrm>
        </p:spPr>
        <p:txBody>
          <a:bodyPr/>
          <a:lstStyle/>
          <a:p>
            <a:pPr marL="0" indent="0" algn="just">
              <a:buNone/>
            </a:pPr>
            <a:r>
              <a:rPr lang="en-US" altLang="en-US" sz="3200" dirty="0">
                <a:latin typeface="Times New Roman" panose="02020603050405020304" pitchFamily="18" charset="0"/>
                <a:cs typeface="Times New Roman" panose="02020603050405020304" pitchFamily="18" charset="0"/>
              </a:rPr>
              <a:t>You can now use the Edible interface to specify whether an object is edible. This is accomplished by letting the class for the object implement this interface using the implements keyword. For example, the classes Chicken and Fruit implement the Edible interface (see </a:t>
            </a:r>
            <a:r>
              <a:rPr lang="en-US" altLang="en-US" sz="3200" dirty="0" err="1">
                <a:latin typeface="Times New Roman" panose="02020603050405020304" pitchFamily="18" charset="0"/>
                <a:cs typeface="Times New Roman" panose="02020603050405020304" pitchFamily="18" charset="0"/>
              </a:rPr>
              <a:t>TestEdible</a:t>
            </a:r>
            <a:r>
              <a:rPr lang="en-US" altLang="en-US" sz="3200" dirty="0">
                <a:latin typeface="Times New Roman" panose="02020603050405020304" pitchFamily="18" charset="0"/>
                <a:cs typeface="Times New Roman" panose="02020603050405020304" pitchFamily="18" charset="0"/>
              </a:rPr>
              <a:t>). </a:t>
            </a:r>
          </a:p>
        </p:txBody>
      </p:sp>
      <p:sp>
        <p:nvSpPr>
          <p:cNvPr id="25606" name="Rectangle 9"/>
          <p:cNvSpPr>
            <a:spLocks noChangeArrowheads="1"/>
          </p:cNvSpPr>
          <p:nvPr/>
        </p:nvSpPr>
        <p:spPr bwMode="auto">
          <a:xfrm>
            <a:off x="0" y="2973365"/>
            <a:ext cx="261810" cy="654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9607" tIns="64804" rIns="129607" bIns="64804" anchor="ctr">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0"/>
              </a:spcBef>
              <a:buClrTx/>
              <a:buSzTx/>
              <a:buFontTx/>
              <a:buNone/>
            </a:pPr>
            <a:endParaRPr lang="en-US" altLang="en-US" sz="3400"/>
          </a:p>
        </p:txBody>
      </p:sp>
      <p:pic>
        <p:nvPicPr>
          <p:cNvPr id="25607" name="Picture 1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54099" y="4871443"/>
            <a:ext cx="10830851" cy="36629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25608" name="AutoShape 10">
            <a:hlinkClick r:id="rId3" action="ppaction://program" highlightClick="1"/>
          </p:cNvPr>
          <p:cNvSpPr>
            <a:spLocks noChangeArrowheads="1"/>
          </p:cNvSpPr>
          <p:nvPr/>
        </p:nvSpPr>
        <p:spPr bwMode="auto">
          <a:xfrm>
            <a:off x="11609912" y="4200525"/>
            <a:ext cx="1045082" cy="500063"/>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lIns="129607" tIns="64804" rIns="129607" bIns="64804" anchor="ct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2600">
                <a:latin typeface="Book Antiqua" pitchFamily="18" charset="0"/>
              </a:rPr>
              <a:t>Run</a:t>
            </a:r>
            <a:endParaRPr lang="en-US" altLang="en-US" sz="2600"/>
          </a:p>
        </p:txBody>
      </p:sp>
      <p:sp>
        <p:nvSpPr>
          <p:cNvPr id="25609" name="Rectangle 13">
            <a:hlinkClick r:id="rId4"/>
          </p:cNvPr>
          <p:cNvSpPr>
            <a:spLocks noChangeArrowheads="1"/>
          </p:cNvSpPr>
          <p:nvPr/>
        </p:nvSpPr>
        <p:spPr bwMode="auto">
          <a:xfrm>
            <a:off x="7847617" y="4200525"/>
            <a:ext cx="3548529" cy="500063"/>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lIns="129607" tIns="64804" rIns="129607" bIns="64804"/>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2800"/>
              <a:t>TestEdible</a:t>
            </a:r>
          </a:p>
        </p:txBody>
      </p:sp>
      <p:sp>
        <p:nvSpPr>
          <p:cNvPr id="25610" name="Rectangle 14">
            <a:hlinkClick r:id="rId5"/>
          </p:cNvPr>
          <p:cNvSpPr>
            <a:spLocks noChangeArrowheads="1"/>
          </p:cNvSpPr>
          <p:nvPr/>
        </p:nvSpPr>
        <p:spPr bwMode="auto">
          <a:xfrm>
            <a:off x="5814458" y="4217194"/>
            <a:ext cx="1923901" cy="500063"/>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lIns="129607" tIns="64804" rIns="129607" bIns="64804"/>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2800"/>
              <a:t>Edible</a:t>
            </a:r>
          </a:p>
        </p:txBody>
      </p:sp>
    </p:spTree>
    <p:extLst>
      <p:ext uri="{BB962C8B-B14F-4D97-AF65-F5344CB8AC3E}">
        <p14:creationId xmlns:p14="http://schemas.microsoft.com/office/powerpoint/2010/main" val="7149988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2"/>
          <p:cNvSpPr>
            <a:spLocks noGrp="1" noChangeArrowheads="1"/>
          </p:cNvSpPr>
          <p:nvPr>
            <p:ph type="title" idx="4294967295"/>
          </p:nvPr>
        </p:nvSpPr>
        <p:spPr>
          <a:xfrm>
            <a:off x="228018" y="400050"/>
            <a:ext cx="13225039" cy="800100"/>
          </a:xfrm>
          <a:prstGeom prst="rect">
            <a:avLst/>
          </a:prstGeom>
        </p:spPr>
        <p:txBody>
          <a:bodyPr lIns="129607" tIns="64804" rIns="129607" bIns="64804"/>
          <a:lstStyle/>
          <a:p>
            <a:pPr algn="ctr"/>
            <a:r>
              <a:rPr lang="en-US" altLang="en-US" sz="4800" b="1" dirty="0">
                <a:solidFill>
                  <a:schemeClr val="tx1"/>
                </a:solidFill>
                <a:latin typeface="Times New Roman" panose="02020603050405020304" pitchFamily="18" charset="0"/>
                <a:cs typeface="Times New Roman" panose="02020603050405020304" pitchFamily="18" charset="0"/>
              </a:rPr>
              <a:t>Omitting Modifiers in Interfaces</a:t>
            </a:r>
          </a:p>
        </p:txBody>
      </p:sp>
      <p:sp>
        <p:nvSpPr>
          <p:cNvPr id="26629" name="Rectangle 3"/>
          <p:cNvSpPr>
            <a:spLocks noGrp="1" noChangeArrowheads="1"/>
          </p:cNvSpPr>
          <p:nvPr>
            <p:ph type="body" idx="4294967295"/>
          </p:nvPr>
        </p:nvSpPr>
        <p:spPr>
          <a:xfrm>
            <a:off x="228018" y="1500187"/>
            <a:ext cx="13225039" cy="1900238"/>
          </a:xfrm>
        </p:spPr>
        <p:txBody>
          <a:bodyPr/>
          <a:lstStyle/>
          <a:p>
            <a:pPr marL="162009" lvl="1" indent="0" algn="just">
              <a:spcAft>
                <a:spcPts val="1701"/>
              </a:spcAft>
              <a:buNone/>
            </a:pPr>
            <a:r>
              <a:rPr lang="en-US" altLang="en-US" sz="3600" dirty="0">
                <a:latin typeface="Times New Roman" panose="02020603050405020304" pitchFamily="18" charset="0"/>
                <a:cs typeface="Times New Roman" panose="02020603050405020304" pitchFamily="18" charset="0"/>
              </a:rPr>
              <a:t>All data fields are </a:t>
            </a:r>
            <a:r>
              <a:rPr lang="en-US" altLang="en-US" sz="3600" i="1" dirty="0">
                <a:latin typeface="Times New Roman" panose="02020603050405020304" pitchFamily="18" charset="0"/>
                <a:cs typeface="Times New Roman" panose="02020603050405020304" pitchFamily="18" charset="0"/>
              </a:rPr>
              <a:t>public final static</a:t>
            </a:r>
            <a:r>
              <a:rPr lang="en-US" altLang="en-US" sz="3600" dirty="0">
                <a:latin typeface="Times New Roman" panose="02020603050405020304" pitchFamily="18" charset="0"/>
                <a:cs typeface="Times New Roman" panose="02020603050405020304" pitchFamily="18" charset="0"/>
              </a:rPr>
              <a:t> and all methods are </a:t>
            </a:r>
            <a:r>
              <a:rPr lang="en-US" altLang="en-US" sz="3600" i="1" dirty="0">
                <a:latin typeface="Times New Roman" panose="02020603050405020304" pitchFamily="18" charset="0"/>
                <a:cs typeface="Times New Roman" panose="02020603050405020304" pitchFamily="18" charset="0"/>
              </a:rPr>
              <a:t>public abstract </a:t>
            </a:r>
            <a:r>
              <a:rPr lang="en-US" altLang="en-US" sz="3600" dirty="0">
                <a:latin typeface="Times New Roman" panose="02020603050405020304" pitchFamily="18" charset="0"/>
                <a:cs typeface="Times New Roman" panose="02020603050405020304" pitchFamily="18" charset="0"/>
              </a:rPr>
              <a:t>in an interface. For this reason, these modifiers can be omitted, as shown below:</a:t>
            </a:r>
          </a:p>
        </p:txBody>
      </p:sp>
      <p:sp>
        <p:nvSpPr>
          <p:cNvPr id="26630" name="Rectangle 5"/>
          <p:cNvSpPr>
            <a:spLocks noChangeArrowheads="1"/>
          </p:cNvSpPr>
          <p:nvPr/>
        </p:nvSpPr>
        <p:spPr bwMode="auto">
          <a:xfrm>
            <a:off x="3783673" y="4019253"/>
            <a:ext cx="13681075" cy="6540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129607" tIns="64804" rIns="129607" bIns="64804">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0"/>
              </a:spcBef>
              <a:buClrTx/>
              <a:buSzTx/>
              <a:buFontTx/>
              <a:buNone/>
            </a:pPr>
            <a:endParaRPr lang="en-US" altLang="en-US" sz="3400"/>
          </a:p>
        </p:txBody>
      </p:sp>
      <p:graphicFrame>
        <p:nvGraphicFramePr>
          <p:cNvPr id="26631" name="Object 4"/>
          <p:cNvGraphicFramePr>
            <a:graphicFrameLocks noChangeAspect="1"/>
          </p:cNvGraphicFramePr>
          <p:nvPr/>
        </p:nvGraphicFramePr>
        <p:xfrm>
          <a:off x="1365733" y="3900488"/>
          <a:ext cx="11068370" cy="1741884"/>
        </p:xfrm>
        <a:graphic>
          <a:graphicData uri="http://schemas.openxmlformats.org/presentationml/2006/ole">
            <mc:AlternateContent xmlns:mc="http://schemas.openxmlformats.org/markup-compatibility/2006">
              <mc:Choice xmlns:v="urn:schemas-microsoft-com:vml" Requires="v">
                <p:oleObj name="Picture" r:id="rId2" imgW="4225682" imgH="753393" progId="Word.Picture.8">
                  <p:embed/>
                </p:oleObj>
              </mc:Choice>
              <mc:Fallback>
                <p:oleObj name="Picture" r:id="rId2" imgW="4225682" imgH="753393" progId="Word.Picture.8">
                  <p:embed/>
                  <p:pic>
                    <p:nvPicPr>
                      <p:cNvPr id="0"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65733" y="3900488"/>
                        <a:ext cx="11068370" cy="174188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632" name="Rectangle 6"/>
          <p:cNvSpPr>
            <a:spLocks noChangeArrowheads="1"/>
          </p:cNvSpPr>
          <p:nvPr/>
        </p:nvSpPr>
        <p:spPr bwMode="auto">
          <a:xfrm>
            <a:off x="456036" y="6000750"/>
            <a:ext cx="13225039" cy="150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0507" tIns="65254" rIns="130507" bIns="65254"/>
          <a:lstStyle>
            <a:lvl1pPr marL="342900" indent="-342900">
              <a:spcBef>
                <a:spcPct val="20000"/>
              </a:spcBef>
              <a:buClr>
                <a:schemeClr val="tx2"/>
              </a:buClr>
              <a:buSzPct val="75000"/>
              <a:buFont typeface="Monotype Sorts"/>
              <a:buChar char="F"/>
              <a:defRPr sz="3200">
                <a:solidFill>
                  <a:schemeClr val="tx1"/>
                </a:solidFill>
                <a:latin typeface="Times New Roman" pitchFamily="18" charset="0"/>
              </a:defRPr>
            </a:lvl1pPr>
            <a:lvl2pPr marL="11430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lvl="1">
              <a:spcAft>
                <a:spcPts val="1701"/>
              </a:spcAft>
              <a:buNone/>
            </a:pPr>
            <a:r>
              <a:rPr lang="en-US" altLang="en-US" sz="3600" dirty="0">
                <a:cs typeface="Times New Roman" pitchFamily="18" charset="0"/>
              </a:rPr>
              <a:t>A constant defined in an interface can be accessed using syntax </a:t>
            </a:r>
            <a:r>
              <a:rPr lang="en-US" altLang="en-US" sz="3600" dirty="0" err="1">
                <a:cs typeface="Times New Roman" pitchFamily="18" charset="0"/>
              </a:rPr>
              <a:t>InterfaceName.CONSTANT_NAME</a:t>
            </a:r>
            <a:r>
              <a:rPr lang="en-US" altLang="en-US" sz="3600" dirty="0">
                <a:cs typeface="Times New Roman" pitchFamily="18" charset="0"/>
              </a:rPr>
              <a:t> (e.g., T1.K). </a:t>
            </a:r>
          </a:p>
        </p:txBody>
      </p:sp>
    </p:spTree>
    <p:extLst>
      <p:ext uri="{BB962C8B-B14F-4D97-AF65-F5344CB8AC3E}">
        <p14:creationId xmlns:p14="http://schemas.microsoft.com/office/powerpoint/2010/main" val="14481500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Rectangle 2"/>
          <p:cNvSpPr>
            <a:spLocks noGrp="1" noChangeArrowheads="1"/>
          </p:cNvSpPr>
          <p:nvPr>
            <p:ph type="title" idx="4294967295"/>
          </p:nvPr>
        </p:nvSpPr>
        <p:spPr>
          <a:xfrm>
            <a:off x="1026080" y="278296"/>
            <a:ext cx="11628914" cy="1875234"/>
          </a:xfrm>
          <a:prstGeom prst="rect">
            <a:avLst/>
          </a:prstGeom>
        </p:spPr>
        <p:txBody>
          <a:bodyPr lIns="129607" tIns="64804" rIns="129607" bIns="64804"/>
          <a:lstStyle/>
          <a:p>
            <a:pPr algn="ctr"/>
            <a:r>
              <a:rPr lang="en-US" altLang="en-US" sz="4800" b="1" dirty="0">
                <a:solidFill>
                  <a:schemeClr val="tx1"/>
                </a:solidFill>
                <a:latin typeface="Times New Roman" panose="02020603050405020304" pitchFamily="18" charset="0"/>
                <a:cs typeface="Times New Roman" panose="02020603050405020304" pitchFamily="18" charset="0"/>
              </a:rPr>
              <a:t>Example: The </a:t>
            </a:r>
            <a:r>
              <a:rPr lang="en-US" altLang="en-US" sz="4800" b="1" u="sng" dirty="0">
                <a:solidFill>
                  <a:schemeClr val="tx1"/>
                </a:solidFill>
                <a:latin typeface="Times New Roman" panose="02020603050405020304" pitchFamily="18" charset="0"/>
                <a:cs typeface="Times New Roman" panose="02020603050405020304" pitchFamily="18" charset="0"/>
              </a:rPr>
              <a:t>Comparable</a:t>
            </a:r>
            <a:r>
              <a:rPr lang="en-US" altLang="en-US" sz="4800" b="1" dirty="0">
                <a:solidFill>
                  <a:schemeClr val="tx1"/>
                </a:solidFill>
                <a:latin typeface="Times New Roman" panose="02020603050405020304" pitchFamily="18" charset="0"/>
                <a:cs typeface="Times New Roman" panose="02020603050405020304" pitchFamily="18" charset="0"/>
              </a:rPr>
              <a:t> Interface</a:t>
            </a:r>
          </a:p>
        </p:txBody>
      </p:sp>
      <p:sp>
        <p:nvSpPr>
          <p:cNvPr id="27653" name="Rectangle 3"/>
          <p:cNvSpPr>
            <a:spLocks noGrp="1" noChangeArrowheads="1"/>
          </p:cNvSpPr>
          <p:nvPr>
            <p:ph type="body" idx="4294967295"/>
          </p:nvPr>
        </p:nvSpPr>
        <p:spPr>
          <a:xfrm>
            <a:off x="570045" y="2500313"/>
            <a:ext cx="12654994" cy="5000625"/>
          </a:xfrm>
        </p:spPr>
        <p:txBody>
          <a:bodyPr/>
          <a:lstStyle/>
          <a:p>
            <a:pPr>
              <a:lnSpc>
                <a:spcPct val="90000"/>
              </a:lnSpc>
              <a:buFont typeface="Monotype Sorts"/>
              <a:buNone/>
            </a:pPr>
            <a:r>
              <a:rPr lang="en-US" altLang="en-US" sz="3600" b="1" dirty="0">
                <a:latin typeface="Courier New" pitchFamily="49" charset="0"/>
              </a:rPr>
              <a:t>// This interface is defined in </a:t>
            </a:r>
          </a:p>
          <a:p>
            <a:pPr>
              <a:lnSpc>
                <a:spcPct val="90000"/>
              </a:lnSpc>
              <a:buFont typeface="Monotype Sorts"/>
              <a:buNone/>
            </a:pPr>
            <a:r>
              <a:rPr lang="en-US" altLang="en-US" sz="3600" b="1" dirty="0">
                <a:latin typeface="Courier New" pitchFamily="49" charset="0"/>
              </a:rPr>
              <a:t>// </a:t>
            </a:r>
            <a:r>
              <a:rPr lang="en-US" altLang="en-US" sz="3600" b="1" dirty="0" err="1">
                <a:latin typeface="Courier New" pitchFamily="49" charset="0"/>
              </a:rPr>
              <a:t>java.lang</a:t>
            </a:r>
            <a:r>
              <a:rPr lang="en-US" altLang="en-US" sz="3600" b="1" dirty="0">
                <a:latin typeface="Courier New" pitchFamily="49" charset="0"/>
              </a:rPr>
              <a:t> package</a:t>
            </a:r>
          </a:p>
          <a:p>
            <a:pPr>
              <a:lnSpc>
                <a:spcPct val="90000"/>
              </a:lnSpc>
              <a:buFont typeface="Monotype Sorts"/>
              <a:buNone/>
            </a:pPr>
            <a:r>
              <a:rPr lang="en-US" altLang="en-US" sz="3600" b="1" dirty="0">
                <a:latin typeface="Courier New" pitchFamily="49" charset="0"/>
              </a:rPr>
              <a:t>package </a:t>
            </a:r>
            <a:r>
              <a:rPr lang="en-US" altLang="en-US" sz="3600" b="1" dirty="0" err="1">
                <a:latin typeface="Courier New" pitchFamily="49" charset="0"/>
              </a:rPr>
              <a:t>java.lang</a:t>
            </a:r>
            <a:r>
              <a:rPr lang="en-US" altLang="en-US" sz="3600" b="1" dirty="0">
                <a:latin typeface="Courier New" pitchFamily="49" charset="0"/>
              </a:rPr>
              <a:t>;</a:t>
            </a:r>
          </a:p>
          <a:p>
            <a:pPr>
              <a:lnSpc>
                <a:spcPct val="90000"/>
              </a:lnSpc>
              <a:buFont typeface="Monotype Sorts"/>
              <a:buNone/>
            </a:pPr>
            <a:endParaRPr lang="en-US" altLang="en-US" sz="3600" b="1" dirty="0">
              <a:latin typeface="Courier New" pitchFamily="49" charset="0"/>
            </a:endParaRPr>
          </a:p>
          <a:p>
            <a:pPr>
              <a:lnSpc>
                <a:spcPct val="90000"/>
              </a:lnSpc>
              <a:buFont typeface="Monotype Sorts"/>
              <a:buNone/>
            </a:pPr>
            <a:r>
              <a:rPr lang="en-US" altLang="en-US" sz="3600" b="1" dirty="0">
                <a:latin typeface="Courier New" pitchFamily="49" charset="0"/>
              </a:rPr>
              <a:t>public interface Comparable&lt;E&gt; {</a:t>
            </a:r>
          </a:p>
          <a:p>
            <a:pPr>
              <a:lnSpc>
                <a:spcPct val="90000"/>
              </a:lnSpc>
              <a:buFont typeface="Monotype Sorts"/>
              <a:buNone/>
            </a:pPr>
            <a:r>
              <a:rPr lang="en-US" altLang="en-US" sz="3600" b="1" dirty="0">
                <a:latin typeface="Courier New" pitchFamily="49" charset="0"/>
              </a:rPr>
              <a:t>  public </a:t>
            </a:r>
            <a:r>
              <a:rPr lang="en-US" altLang="en-US" sz="3600" b="1" dirty="0" err="1">
                <a:latin typeface="Courier New" pitchFamily="49" charset="0"/>
              </a:rPr>
              <a:t>int</a:t>
            </a:r>
            <a:r>
              <a:rPr lang="en-US" altLang="en-US" sz="3600" b="1" dirty="0">
                <a:latin typeface="Courier New" pitchFamily="49" charset="0"/>
              </a:rPr>
              <a:t> </a:t>
            </a:r>
            <a:r>
              <a:rPr lang="en-US" altLang="en-US" sz="3600" b="1" dirty="0" err="1">
                <a:latin typeface="Courier New" pitchFamily="49" charset="0"/>
              </a:rPr>
              <a:t>compareTo</a:t>
            </a:r>
            <a:r>
              <a:rPr lang="en-US" altLang="en-US" sz="3600" b="1" dirty="0">
                <a:latin typeface="Courier New" pitchFamily="49" charset="0"/>
              </a:rPr>
              <a:t>(E o);</a:t>
            </a:r>
          </a:p>
          <a:p>
            <a:pPr>
              <a:lnSpc>
                <a:spcPct val="90000"/>
              </a:lnSpc>
              <a:spcAft>
                <a:spcPts val="1701"/>
              </a:spcAft>
              <a:buNone/>
            </a:pPr>
            <a:r>
              <a:rPr lang="en-US" altLang="en-US" sz="3600" b="1" dirty="0">
                <a:latin typeface="Courier New" pitchFamily="49" charset="0"/>
              </a:rPr>
              <a:t>}</a:t>
            </a:r>
            <a:endParaRPr lang="en-US" altLang="en-US" sz="3600" b="1" u="sng" dirty="0">
              <a:latin typeface="Courier"/>
            </a:endParaRPr>
          </a:p>
        </p:txBody>
      </p:sp>
    </p:spTree>
    <p:extLst>
      <p:ext uri="{BB962C8B-B14F-4D97-AF65-F5344CB8AC3E}">
        <p14:creationId xmlns:p14="http://schemas.microsoft.com/office/powerpoint/2010/main" val="7125252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2"/>
          <p:cNvSpPr>
            <a:spLocks noGrp="1" noChangeArrowheads="1"/>
          </p:cNvSpPr>
          <p:nvPr>
            <p:ph type="title" idx="4294967295"/>
          </p:nvPr>
        </p:nvSpPr>
        <p:spPr>
          <a:xfrm>
            <a:off x="0" y="500063"/>
            <a:ext cx="13225039" cy="1200150"/>
          </a:xfrm>
          <a:prstGeom prst="rect">
            <a:avLst/>
          </a:prstGeom>
        </p:spPr>
        <p:txBody>
          <a:bodyPr lIns="129607" tIns="64804" rIns="129607" bIns="64804"/>
          <a:lstStyle/>
          <a:p>
            <a:pPr algn="ctr"/>
            <a:r>
              <a:rPr lang="en-US" altLang="en-US" sz="4800" b="1" dirty="0">
                <a:solidFill>
                  <a:schemeClr val="tx1"/>
                </a:solidFill>
                <a:latin typeface="Times New Roman" panose="02020603050405020304" pitchFamily="18" charset="0"/>
                <a:cs typeface="Times New Roman" panose="02020603050405020304" pitchFamily="18" charset="0"/>
              </a:rPr>
              <a:t>The </a:t>
            </a:r>
            <a:r>
              <a:rPr lang="en-US" altLang="en-US" sz="4800" b="1" u="sng" dirty="0" err="1">
                <a:solidFill>
                  <a:schemeClr val="tx1"/>
                </a:solidFill>
                <a:latin typeface="Times New Roman" panose="02020603050405020304" pitchFamily="18" charset="0"/>
                <a:cs typeface="Times New Roman" panose="02020603050405020304" pitchFamily="18" charset="0"/>
              </a:rPr>
              <a:t>toString</a:t>
            </a:r>
            <a:r>
              <a:rPr lang="en-US" altLang="en-US" sz="4800" b="1" dirty="0">
                <a:solidFill>
                  <a:schemeClr val="tx1"/>
                </a:solidFill>
                <a:latin typeface="Times New Roman" panose="02020603050405020304" pitchFamily="18" charset="0"/>
                <a:cs typeface="Times New Roman" panose="02020603050405020304" pitchFamily="18" charset="0"/>
              </a:rPr>
              <a:t>, </a:t>
            </a:r>
            <a:r>
              <a:rPr lang="en-US" altLang="en-US" sz="4800" b="1" u="sng" dirty="0">
                <a:solidFill>
                  <a:schemeClr val="tx1"/>
                </a:solidFill>
                <a:latin typeface="Times New Roman" panose="02020603050405020304" pitchFamily="18" charset="0"/>
                <a:cs typeface="Times New Roman" panose="02020603050405020304" pitchFamily="18" charset="0"/>
              </a:rPr>
              <a:t>equals</a:t>
            </a:r>
            <a:r>
              <a:rPr lang="en-US" altLang="en-US" sz="4800" b="1" dirty="0">
                <a:solidFill>
                  <a:schemeClr val="tx1"/>
                </a:solidFill>
                <a:latin typeface="Times New Roman" panose="02020603050405020304" pitchFamily="18" charset="0"/>
                <a:cs typeface="Times New Roman" panose="02020603050405020304" pitchFamily="18" charset="0"/>
              </a:rPr>
              <a:t>, and </a:t>
            </a:r>
            <a:r>
              <a:rPr lang="en-US" altLang="en-US" sz="4800" b="1" u="sng" dirty="0" err="1">
                <a:solidFill>
                  <a:schemeClr val="tx1"/>
                </a:solidFill>
                <a:latin typeface="Times New Roman" panose="02020603050405020304" pitchFamily="18" charset="0"/>
                <a:cs typeface="Times New Roman" panose="02020603050405020304" pitchFamily="18" charset="0"/>
              </a:rPr>
              <a:t>hashCode</a:t>
            </a:r>
            <a:r>
              <a:rPr lang="en-US" altLang="en-US" sz="4800" b="1" dirty="0">
                <a:solidFill>
                  <a:schemeClr val="tx1"/>
                </a:solidFill>
                <a:latin typeface="Times New Roman" panose="02020603050405020304" pitchFamily="18" charset="0"/>
                <a:cs typeface="Times New Roman" panose="02020603050405020304" pitchFamily="18" charset="0"/>
              </a:rPr>
              <a:t> Methods </a:t>
            </a:r>
          </a:p>
        </p:txBody>
      </p:sp>
      <p:sp>
        <p:nvSpPr>
          <p:cNvPr id="28677" name="Rectangle 3"/>
          <p:cNvSpPr>
            <a:spLocks noGrp="1" noChangeArrowheads="1"/>
          </p:cNvSpPr>
          <p:nvPr>
            <p:ph type="body" idx="4294967295"/>
          </p:nvPr>
        </p:nvSpPr>
        <p:spPr>
          <a:xfrm>
            <a:off x="342027" y="2500313"/>
            <a:ext cx="12769003" cy="5800725"/>
          </a:xfrm>
        </p:spPr>
        <p:txBody>
          <a:bodyPr/>
          <a:lstStyle/>
          <a:p>
            <a:pPr algn="just">
              <a:spcBef>
                <a:spcPct val="50000"/>
              </a:spcBef>
            </a:pPr>
            <a:r>
              <a:rPr lang="en-US" altLang="en-US" sz="4000" dirty="0">
                <a:latin typeface="Times New Roman" panose="02020603050405020304" pitchFamily="18" charset="0"/>
                <a:cs typeface="Times New Roman" panose="02020603050405020304" pitchFamily="18" charset="0"/>
              </a:rPr>
              <a:t>Each numeric wrapper class (Integer, Double etc.) overrides the </a:t>
            </a:r>
            <a:r>
              <a:rPr lang="en-US" altLang="en-US" sz="4000" dirty="0" err="1">
                <a:latin typeface="Times New Roman" panose="02020603050405020304" pitchFamily="18" charset="0"/>
                <a:cs typeface="Times New Roman" panose="02020603050405020304" pitchFamily="18" charset="0"/>
              </a:rPr>
              <a:t>toString</a:t>
            </a:r>
            <a:r>
              <a:rPr lang="en-US" altLang="en-US" sz="4000" dirty="0">
                <a:latin typeface="Times New Roman" panose="02020603050405020304" pitchFamily="18" charset="0"/>
                <a:cs typeface="Times New Roman" panose="02020603050405020304" pitchFamily="18" charset="0"/>
              </a:rPr>
              <a:t>, equals, and </a:t>
            </a:r>
            <a:r>
              <a:rPr lang="en-US" altLang="en-US" sz="4000" dirty="0" err="1">
                <a:latin typeface="Times New Roman" panose="02020603050405020304" pitchFamily="18" charset="0"/>
                <a:cs typeface="Times New Roman" panose="02020603050405020304" pitchFamily="18" charset="0"/>
              </a:rPr>
              <a:t>hashCode</a:t>
            </a:r>
            <a:r>
              <a:rPr lang="en-US" altLang="en-US" sz="4000" dirty="0">
                <a:latin typeface="Times New Roman" panose="02020603050405020304" pitchFamily="18" charset="0"/>
                <a:cs typeface="Times New Roman" panose="02020603050405020304" pitchFamily="18" charset="0"/>
              </a:rPr>
              <a:t> methods defined in the Object class. </a:t>
            </a:r>
          </a:p>
          <a:p>
            <a:pPr algn="just">
              <a:spcBef>
                <a:spcPct val="50000"/>
              </a:spcBef>
            </a:pPr>
            <a:r>
              <a:rPr lang="en-US" altLang="en-US" sz="4000" dirty="0">
                <a:latin typeface="Times New Roman" panose="02020603050405020304" pitchFamily="18" charset="0"/>
                <a:cs typeface="Times New Roman" panose="02020603050405020304" pitchFamily="18" charset="0"/>
              </a:rPr>
              <a:t>Since all the numeric wrapper classes and the Character class implement the Comparable interface, the </a:t>
            </a:r>
            <a:r>
              <a:rPr lang="en-US" altLang="en-US" sz="4000" dirty="0" err="1">
                <a:latin typeface="Times New Roman" panose="02020603050405020304" pitchFamily="18" charset="0"/>
                <a:cs typeface="Times New Roman" panose="02020603050405020304" pitchFamily="18" charset="0"/>
              </a:rPr>
              <a:t>compareTo</a:t>
            </a:r>
            <a:r>
              <a:rPr lang="en-US" altLang="en-US" sz="4000" dirty="0">
                <a:latin typeface="Times New Roman" panose="02020603050405020304" pitchFamily="18" charset="0"/>
                <a:cs typeface="Times New Roman" panose="02020603050405020304" pitchFamily="18" charset="0"/>
              </a:rPr>
              <a:t> method is implemented in these classes. </a:t>
            </a:r>
          </a:p>
        </p:txBody>
      </p:sp>
    </p:spTree>
    <p:extLst>
      <p:ext uri="{BB962C8B-B14F-4D97-AF65-F5344CB8AC3E}">
        <p14:creationId xmlns:p14="http://schemas.microsoft.com/office/powerpoint/2010/main" val="39311290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Rectangle 2"/>
          <p:cNvSpPr>
            <a:spLocks noGrp="1" noChangeArrowheads="1"/>
          </p:cNvSpPr>
          <p:nvPr>
            <p:ph type="title" idx="4294967295"/>
          </p:nvPr>
        </p:nvSpPr>
        <p:spPr>
          <a:xfrm>
            <a:off x="1026081" y="300038"/>
            <a:ext cx="11628914" cy="600075"/>
          </a:xfrm>
          <a:prstGeom prst="rect">
            <a:avLst/>
          </a:prstGeom>
        </p:spPr>
        <p:txBody>
          <a:bodyPr lIns="129607" tIns="64804" rIns="129607" bIns="64804"/>
          <a:lstStyle/>
          <a:p>
            <a:pPr algn="ctr"/>
            <a:r>
              <a:rPr lang="en-US" altLang="en-US" sz="4400" b="1" dirty="0">
                <a:solidFill>
                  <a:schemeClr val="tx1"/>
                </a:solidFill>
                <a:latin typeface="Times New Roman" panose="02020603050405020304" pitchFamily="18" charset="0"/>
                <a:cs typeface="Times New Roman" panose="02020603050405020304" pitchFamily="18" charset="0"/>
              </a:rPr>
              <a:t>Integer and </a:t>
            </a:r>
            <a:r>
              <a:rPr lang="en-US" altLang="en-US" sz="4400" b="1" dirty="0" err="1">
                <a:solidFill>
                  <a:schemeClr val="tx1"/>
                </a:solidFill>
                <a:latin typeface="Times New Roman" panose="02020603050405020304" pitchFamily="18" charset="0"/>
                <a:cs typeface="Times New Roman" panose="02020603050405020304" pitchFamily="18" charset="0"/>
              </a:rPr>
              <a:t>BigInteger</a:t>
            </a:r>
            <a:r>
              <a:rPr lang="en-US" altLang="en-US" sz="4400" b="1" dirty="0">
                <a:solidFill>
                  <a:schemeClr val="tx1"/>
                </a:solidFill>
                <a:latin typeface="Times New Roman" panose="02020603050405020304" pitchFamily="18" charset="0"/>
                <a:cs typeface="Times New Roman" panose="02020603050405020304" pitchFamily="18" charset="0"/>
              </a:rPr>
              <a:t> Classes</a:t>
            </a:r>
          </a:p>
        </p:txBody>
      </p:sp>
      <p:sp>
        <p:nvSpPr>
          <p:cNvPr id="29701" name="Rectangle 5"/>
          <p:cNvSpPr>
            <a:spLocks noChangeArrowheads="1"/>
          </p:cNvSpPr>
          <p:nvPr/>
        </p:nvSpPr>
        <p:spPr bwMode="auto">
          <a:xfrm>
            <a:off x="3470148" y="4006751"/>
            <a:ext cx="13681075" cy="6540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129607" tIns="64804" rIns="129607" bIns="64804">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0"/>
              </a:spcBef>
              <a:buClrTx/>
              <a:buSzTx/>
              <a:buFontTx/>
              <a:buNone/>
            </a:pPr>
            <a:endParaRPr lang="en-US" altLang="en-US" sz="3400"/>
          </a:p>
        </p:txBody>
      </p:sp>
      <p:sp>
        <p:nvSpPr>
          <p:cNvPr id="29702" name="Rectangle 9"/>
          <p:cNvSpPr>
            <a:spLocks noChangeArrowheads="1"/>
          </p:cNvSpPr>
          <p:nvPr/>
        </p:nvSpPr>
        <p:spPr bwMode="auto">
          <a:xfrm>
            <a:off x="0" y="3304658"/>
            <a:ext cx="261810" cy="654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9607" tIns="64804" rIns="129607" bIns="64804" anchor="ctr">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0"/>
              </a:spcBef>
              <a:buClrTx/>
              <a:buSzTx/>
              <a:buFontTx/>
              <a:buNone/>
            </a:pPr>
            <a:endParaRPr lang="en-US" altLang="en-US" sz="3400"/>
          </a:p>
        </p:txBody>
      </p:sp>
      <p:graphicFrame>
        <p:nvGraphicFramePr>
          <p:cNvPr id="29703" name="Object 8"/>
          <p:cNvGraphicFramePr>
            <a:graphicFrameLocks noChangeAspect="1"/>
          </p:cNvGraphicFramePr>
          <p:nvPr/>
        </p:nvGraphicFramePr>
        <p:xfrm>
          <a:off x="0" y="1100138"/>
          <a:ext cx="13681075" cy="3071217"/>
        </p:xfrm>
        <a:graphic>
          <a:graphicData uri="http://schemas.openxmlformats.org/presentationml/2006/ole">
            <mc:AlternateContent xmlns:mc="http://schemas.openxmlformats.org/markup-compatibility/2006">
              <mc:Choice xmlns:v="urn:schemas-microsoft-com:vml" Requires="v">
                <p:oleObj name="Picture" r:id="rId2" imgW="5168900" imgH="1320800" progId="Word.Picture.8">
                  <p:embed/>
                </p:oleObj>
              </mc:Choice>
              <mc:Fallback>
                <p:oleObj name="Picture" r:id="rId2" imgW="5168900" imgH="1320800" progId="Word.Picture.8">
                  <p:embed/>
                  <p:pic>
                    <p:nvPicPr>
                      <p:cNvPr id="0"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100138"/>
                        <a:ext cx="13681075" cy="307121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704" name="Rectangle 11"/>
          <p:cNvSpPr>
            <a:spLocks noChangeArrowheads="1"/>
          </p:cNvSpPr>
          <p:nvPr/>
        </p:nvSpPr>
        <p:spPr bwMode="auto">
          <a:xfrm>
            <a:off x="0" y="3304658"/>
            <a:ext cx="261810" cy="654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9607" tIns="64804" rIns="129607" bIns="64804" anchor="ctr">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0"/>
              </a:spcBef>
              <a:buClrTx/>
              <a:buSzTx/>
              <a:buFontTx/>
              <a:buNone/>
            </a:pPr>
            <a:endParaRPr lang="en-US" altLang="en-US" sz="3400"/>
          </a:p>
        </p:txBody>
      </p:sp>
      <p:graphicFrame>
        <p:nvGraphicFramePr>
          <p:cNvPr id="29705" name="Object 10"/>
          <p:cNvGraphicFramePr>
            <a:graphicFrameLocks noChangeAspect="1"/>
          </p:cNvGraphicFramePr>
          <p:nvPr/>
        </p:nvGraphicFramePr>
        <p:xfrm>
          <a:off x="0" y="5400675"/>
          <a:ext cx="13681075" cy="3067050"/>
        </p:xfrm>
        <a:graphic>
          <a:graphicData uri="http://schemas.openxmlformats.org/presentationml/2006/ole">
            <mc:AlternateContent xmlns:mc="http://schemas.openxmlformats.org/markup-compatibility/2006">
              <mc:Choice xmlns:v="urn:schemas-microsoft-com:vml" Requires="v">
                <p:oleObj name="Picture" r:id="rId4" imgW="5181600" imgH="1320800" progId="Word.Picture.8">
                  <p:embed/>
                </p:oleObj>
              </mc:Choice>
              <mc:Fallback>
                <p:oleObj name="Picture" r:id="rId4" imgW="5181600" imgH="1320800" progId="Word.Picture.8">
                  <p:embed/>
                  <p:pic>
                    <p:nvPicPr>
                      <p:cNvPr id="0" name="Picture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5400675"/>
                        <a:ext cx="13681075" cy="3067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706" name="Rectangle 2"/>
          <p:cNvSpPr>
            <a:spLocks noChangeArrowheads="1"/>
          </p:cNvSpPr>
          <p:nvPr/>
        </p:nvSpPr>
        <p:spPr bwMode="auto">
          <a:xfrm>
            <a:off x="1140089" y="4600575"/>
            <a:ext cx="11628914" cy="60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0507" tIns="65254" rIns="130507" bIns="65254" anchor="ct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4400" b="1" dirty="0"/>
              <a:t>String and Date Classes</a:t>
            </a:r>
          </a:p>
        </p:txBody>
      </p:sp>
    </p:spTree>
    <p:extLst>
      <p:ext uri="{BB962C8B-B14F-4D97-AF65-F5344CB8AC3E}">
        <p14:creationId xmlns:p14="http://schemas.microsoft.com/office/powerpoint/2010/main" val="4612141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Rectangle 2"/>
          <p:cNvSpPr>
            <a:spLocks noGrp="1" noChangeArrowheads="1"/>
          </p:cNvSpPr>
          <p:nvPr>
            <p:ph type="title" idx="4294967295"/>
          </p:nvPr>
        </p:nvSpPr>
        <p:spPr>
          <a:xfrm>
            <a:off x="1026081" y="300037"/>
            <a:ext cx="11628914" cy="900113"/>
          </a:xfrm>
          <a:prstGeom prst="rect">
            <a:avLst/>
          </a:prstGeom>
        </p:spPr>
        <p:txBody>
          <a:bodyPr lIns="129607" tIns="64804" rIns="129607" bIns="64804"/>
          <a:lstStyle/>
          <a:p>
            <a:pPr algn="ctr"/>
            <a:r>
              <a:rPr lang="en-US" altLang="en-US" sz="4400" b="1" dirty="0">
                <a:solidFill>
                  <a:schemeClr val="tx1"/>
                </a:solidFill>
                <a:latin typeface="Times New Roman" panose="02020603050405020304" pitchFamily="18" charset="0"/>
                <a:cs typeface="Times New Roman" panose="02020603050405020304" pitchFamily="18" charset="0"/>
              </a:rPr>
              <a:t>Example</a:t>
            </a:r>
          </a:p>
        </p:txBody>
      </p:sp>
      <p:sp>
        <p:nvSpPr>
          <p:cNvPr id="30725" name="Rectangle 5"/>
          <p:cNvSpPr>
            <a:spLocks noChangeArrowheads="1"/>
          </p:cNvSpPr>
          <p:nvPr/>
        </p:nvSpPr>
        <p:spPr bwMode="auto">
          <a:xfrm>
            <a:off x="3470148" y="4006751"/>
            <a:ext cx="13681075" cy="6540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129607" tIns="64804" rIns="129607" bIns="64804">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0"/>
              </a:spcBef>
              <a:buClrTx/>
              <a:buSzTx/>
              <a:buFontTx/>
              <a:buNone/>
            </a:pPr>
            <a:endParaRPr lang="en-US" altLang="en-US" sz="3400"/>
          </a:p>
        </p:txBody>
      </p:sp>
      <p:sp>
        <p:nvSpPr>
          <p:cNvPr id="30726" name="Rectangle 6"/>
          <p:cNvSpPr>
            <a:spLocks noChangeArrowheads="1"/>
          </p:cNvSpPr>
          <p:nvPr/>
        </p:nvSpPr>
        <p:spPr bwMode="auto">
          <a:xfrm>
            <a:off x="342027" y="1600200"/>
            <a:ext cx="12883012" cy="300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0507" tIns="65254" rIns="130507" bIns="65254"/>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buFont typeface="Monotype Sorts"/>
              <a:buNone/>
            </a:pPr>
            <a:r>
              <a:rPr lang="en-US" altLang="en-US" sz="2400" dirty="0">
                <a:latin typeface="Courier New" panose="02070309020205020404" pitchFamily="49" charset="0"/>
                <a:cs typeface="Courier New" panose="02070309020205020404" pitchFamily="49" charset="0"/>
              </a:rPr>
              <a:t>1  </a:t>
            </a:r>
            <a:r>
              <a:rPr lang="en-US" altLang="en-US" sz="2400" dirty="0" err="1">
                <a:latin typeface="Courier New" panose="02070309020205020404" pitchFamily="49" charset="0"/>
                <a:cs typeface="Courier New" panose="02070309020205020404" pitchFamily="49" charset="0"/>
              </a:rPr>
              <a:t>System.out.println</a:t>
            </a:r>
            <a:r>
              <a:rPr lang="en-US" altLang="en-US" sz="2400" dirty="0">
                <a:latin typeface="Courier New" panose="02070309020205020404" pitchFamily="49" charset="0"/>
                <a:cs typeface="Courier New" panose="02070309020205020404" pitchFamily="49" charset="0"/>
              </a:rPr>
              <a:t>(</a:t>
            </a:r>
            <a:r>
              <a:rPr lang="en-US" altLang="en-US" sz="2400" b="1" dirty="0">
                <a:latin typeface="Courier New" panose="02070309020205020404" pitchFamily="49" charset="0"/>
                <a:cs typeface="Courier New" panose="02070309020205020404" pitchFamily="49" charset="0"/>
              </a:rPr>
              <a:t>new</a:t>
            </a:r>
            <a:r>
              <a:rPr lang="en-US" altLang="en-US" sz="2400" dirty="0">
                <a:latin typeface="Courier New" panose="02070309020205020404" pitchFamily="49" charset="0"/>
                <a:cs typeface="Courier New" panose="02070309020205020404" pitchFamily="49" charset="0"/>
              </a:rPr>
              <a:t> Integer(</a:t>
            </a:r>
            <a:r>
              <a:rPr lang="en-US" altLang="en-US" sz="2400" b="1" dirty="0">
                <a:latin typeface="Courier New" panose="02070309020205020404" pitchFamily="49" charset="0"/>
                <a:cs typeface="Courier New" panose="02070309020205020404" pitchFamily="49" charset="0"/>
              </a:rPr>
              <a:t>3</a:t>
            </a:r>
            <a:r>
              <a:rPr lang="en-US" altLang="en-US" sz="2400" dirty="0">
                <a:latin typeface="Courier New" panose="02070309020205020404" pitchFamily="49" charset="0"/>
                <a:cs typeface="Courier New" panose="02070309020205020404" pitchFamily="49" charset="0"/>
              </a:rPr>
              <a:t>).</a:t>
            </a:r>
            <a:r>
              <a:rPr lang="en-US" altLang="en-US" sz="2400" dirty="0" err="1">
                <a:latin typeface="Courier New" panose="02070309020205020404" pitchFamily="49" charset="0"/>
                <a:cs typeface="Courier New" panose="02070309020205020404" pitchFamily="49" charset="0"/>
              </a:rPr>
              <a:t>compareTo</a:t>
            </a:r>
            <a:r>
              <a:rPr lang="en-US" altLang="en-US" sz="2400" dirty="0">
                <a:latin typeface="Courier New" panose="02070309020205020404" pitchFamily="49" charset="0"/>
                <a:cs typeface="Courier New" panose="02070309020205020404" pitchFamily="49" charset="0"/>
              </a:rPr>
              <a:t>(</a:t>
            </a:r>
            <a:r>
              <a:rPr lang="en-US" altLang="en-US" sz="2400" b="1" dirty="0">
                <a:latin typeface="Courier New" panose="02070309020205020404" pitchFamily="49" charset="0"/>
                <a:cs typeface="Courier New" panose="02070309020205020404" pitchFamily="49" charset="0"/>
              </a:rPr>
              <a:t>new</a:t>
            </a:r>
            <a:r>
              <a:rPr lang="en-US" altLang="en-US" sz="2400" dirty="0">
                <a:latin typeface="Courier New" panose="02070309020205020404" pitchFamily="49" charset="0"/>
                <a:cs typeface="Courier New" panose="02070309020205020404" pitchFamily="49" charset="0"/>
              </a:rPr>
              <a:t> Integer(</a:t>
            </a:r>
            <a:r>
              <a:rPr lang="en-US" altLang="en-US" sz="2400" b="1" dirty="0">
                <a:latin typeface="Courier New" panose="02070309020205020404" pitchFamily="49" charset="0"/>
                <a:cs typeface="Courier New" panose="02070309020205020404" pitchFamily="49" charset="0"/>
              </a:rPr>
              <a:t>5</a:t>
            </a:r>
            <a:r>
              <a:rPr lang="en-US" altLang="en-US" sz="2400" dirty="0">
                <a:latin typeface="Courier New" panose="02070309020205020404" pitchFamily="49" charset="0"/>
                <a:cs typeface="Courier New" panose="02070309020205020404" pitchFamily="49" charset="0"/>
              </a:rPr>
              <a:t>)));   </a:t>
            </a:r>
          </a:p>
          <a:p>
            <a:pPr>
              <a:buFont typeface="Monotype Sorts"/>
              <a:buNone/>
            </a:pPr>
            <a:r>
              <a:rPr lang="en-US" altLang="en-US" sz="2400" dirty="0">
                <a:latin typeface="Courier New" panose="02070309020205020404" pitchFamily="49" charset="0"/>
                <a:cs typeface="Courier New" panose="02070309020205020404" pitchFamily="49" charset="0"/>
              </a:rPr>
              <a:t>2  </a:t>
            </a:r>
            <a:r>
              <a:rPr lang="en-US" altLang="en-US" sz="2400" dirty="0" err="1">
                <a:latin typeface="Courier New" panose="02070309020205020404" pitchFamily="49" charset="0"/>
                <a:cs typeface="Courier New" panose="02070309020205020404" pitchFamily="49" charset="0"/>
              </a:rPr>
              <a:t>System.out.println</a:t>
            </a:r>
            <a:r>
              <a:rPr lang="en-US" altLang="en-US" sz="2400" dirty="0">
                <a:latin typeface="Courier New" panose="02070309020205020404" pitchFamily="49" charset="0"/>
                <a:cs typeface="Courier New" panose="02070309020205020404" pitchFamily="49" charset="0"/>
              </a:rPr>
              <a:t>(</a:t>
            </a:r>
            <a:r>
              <a:rPr lang="en-US" altLang="en-US" sz="2400" b="1" dirty="0">
                <a:latin typeface="Courier New" panose="02070309020205020404" pitchFamily="49" charset="0"/>
                <a:cs typeface="Courier New" panose="02070309020205020404" pitchFamily="49" charset="0"/>
              </a:rPr>
              <a:t>"ABC"</a:t>
            </a:r>
            <a:r>
              <a:rPr lang="en-US" altLang="en-US" sz="2400" dirty="0">
                <a:latin typeface="Courier New" panose="02070309020205020404" pitchFamily="49" charset="0"/>
                <a:cs typeface="Courier New" panose="02070309020205020404" pitchFamily="49" charset="0"/>
              </a:rPr>
              <a:t>.</a:t>
            </a:r>
            <a:r>
              <a:rPr lang="en-US" altLang="en-US" sz="2400" dirty="0" err="1">
                <a:latin typeface="Courier New" panose="02070309020205020404" pitchFamily="49" charset="0"/>
                <a:cs typeface="Courier New" panose="02070309020205020404" pitchFamily="49" charset="0"/>
              </a:rPr>
              <a:t>compareTo</a:t>
            </a:r>
            <a:r>
              <a:rPr lang="en-US" altLang="en-US" sz="2400" dirty="0">
                <a:latin typeface="Courier New" panose="02070309020205020404" pitchFamily="49" charset="0"/>
                <a:cs typeface="Courier New" panose="02070309020205020404" pitchFamily="49" charset="0"/>
              </a:rPr>
              <a:t>(</a:t>
            </a:r>
            <a:r>
              <a:rPr lang="en-US" altLang="en-US" sz="2400" b="1" dirty="0">
                <a:latin typeface="Courier New" panose="02070309020205020404" pitchFamily="49" charset="0"/>
                <a:cs typeface="Courier New" panose="02070309020205020404" pitchFamily="49" charset="0"/>
              </a:rPr>
              <a:t>"ABE"</a:t>
            </a:r>
            <a:r>
              <a:rPr lang="en-US" altLang="en-US" sz="2400" dirty="0">
                <a:latin typeface="Courier New" panose="02070309020205020404" pitchFamily="49" charset="0"/>
                <a:cs typeface="Courier New" panose="02070309020205020404" pitchFamily="49" charset="0"/>
              </a:rPr>
              <a:t>));    </a:t>
            </a:r>
          </a:p>
          <a:p>
            <a:pPr>
              <a:buFont typeface="Monotype Sorts"/>
              <a:buNone/>
            </a:pPr>
            <a:r>
              <a:rPr lang="en-US" altLang="en-US" sz="2400" dirty="0">
                <a:latin typeface="Courier New" panose="02070309020205020404" pitchFamily="49" charset="0"/>
                <a:cs typeface="Courier New" panose="02070309020205020404" pitchFamily="49" charset="0"/>
              </a:rPr>
              <a:t>3  </a:t>
            </a:r>
            <a:r>
              <a:rPr lang="en-US" altLang="en-US" sz="2400" dirty="0" err="1">
                <a:latin typeface="Courier New" panose="02070309020205020404" pitchFamily="49" charset="0"/>
                <a:cs typeface="Courier New" panose="02070309020205020404" pitchFamily="49" charset="0"/>
              </a:rPr>
              <a:t>java.util.Date</a:t>
            </a:r>
            <a:r>
              <a:rPr lang="en-US" altLang="en-US" sz="2400" dirty="0">
                <a:latin typeface="Courier New" panose="02070309020205020404" pitchFamily="49" charset="0"/>
                <a:cs typeface="Courier New" panose="02070309020205020404" pitchFamily="49" charset="0"/>
              </a:rPr>
              <a:t> date1 = </a:t>
            </a:r>
            <a:r>
              <a:rPr lang="en-US" altLang="en-US" sz="2400" b="1" dirty="0">
                <a:latin typeface="Courier New" panose="02070309020205020404" pitchFamily="49" charset="0"/>
                <a:cs typeface="Courier New" panose="02070309020205020404" pitchFamily="49" charset="0"/>
              </a:rPr>
              <a:t>new</a:t>
            </a:r>
            <a:r>
              <a:rPr lang="en-US" altLang="en-US" sz="2400" dirty="0">
                <a:latin typeface="Courier New" panose="02070309020205020404" pitchFamily="49" charset="0"/>
                <a:cs typeface="Courier New" panose="02070309020205020404" pitchFamily="49" charset="0"/>
              </a:rPr>
              <a:t> </a:t>
            </a:r>
            <a:r>
              <a:rPr lang="en-US" altLang="en-US" sz="2400" dirty="0" err="1">
                <a:latin typeface="Courier New" panose="02070309020205020404" pitchFamily="49" charset="0"/>
                <a:cs typeface="Courier New" panose="02070309020205020404" pitchFamily="49" charset="0"/>
              </a:rPr>
              <a:t>java.util.Date</a:t>
            </a:r>
            <a:r>
              <a:rPr lang="en-US" altLang="en-US" sz="2400" dirty="0">
                <a:latin typeface="Courier New" panose="02070309020205020404" pitchFamily="49" charset="0"/>
                <a:cs typeface="Courier New" panose="02070309020205020404" pitchFamily="49" charset="0"/>
              </a:rPr>
              <a:t>(</a:t>
            </a:r>
            <a:r>
              <a:rPr lang="en-US" altLang="en-US" sz="2400" b="1" dirty="0">
                <a:latin typeface="Courier New" panose="02070309020205020404" pitchFamily="49" charset="0"/>
                <a:cs typeface="Courier New" panose="02070309020205020404" pitchFamily="49" charset="0"/>
              </a:rPr>
              <a:t>2013</a:t>
            </a:r>
            <a:r>
              <a:rPr lang="en-US" altLang="en-US" sz="2400" dirty="0">
                <a:latin typeface="Courier New" panose="02070309020205020404" pitchFamily="49" charset="0"/>
                <a:cs typeface="Courier New" panose="02070309020205020404" pitchFamily="49" charset="0"/>
              </a:rPr>
              <a:t>, </a:t>
            </a:r>
            <a:r>
              <a:rPr lang="en-US" altLang="en-US" sz="2400" b="1" dirty="0">
                <a:latin typeface="Courier New" panose="02070309020205020404" pitchFamily="49" charset="0"/>
                <a:cs typeface="Courier New" panose="02070309020205020404" pitchFamily="49" charset="0"/>
              </a:rPr>
              <a:t>1</a:t>
            </a:r>
            <a:r>
              <a:rPr lang="en-US" altLang="en-US" sz="2400" dirty="0">
                <a:latin typeface="Courier New" panose="02070309020205020404" pitchFamily="49" charset="0"/>
                <a:cs typeface="Courier New" panose="02070309020205020404" pitchFamily="49" charset="0"/>
              </a:rPr>
              <a:t>, </a:t>
            </a:r>
            <a:r>
              <a:rPr lang="en-US" altLang="en-US" sz="2400" b="1" dirty="0">
                <a:latin typeface="Courier New" panose="02070309020205020404" pitchFamily="49" charset="0"/>
                <a:cs typeface="Courier New" panose="02070309020205020404" pitchFamily="49" charset="0"/>
              </a:rPr>
              <a:t>1</a:t>
            </a:r>
            <a:r>
              <a:rPr lang="en-US" altLang="en-US" sz="2400" dirty="0">
                <a:latin typeface="Courier New" panose="02070309020205020404" pitchFamily="49" charset="0"/>
                <a:cs typeface="Courier New" panose="02070309020205020404" pitchFamily="49" charset="0"/>
              </a:rPr>
              <a:t>);    </a:t>
            </a:r>
          </a:p>
          <a:p>
            <a:pPr>
              <a:buFont typeface="Monotype Sorts"/>
              <a:buNone/>
            </a:pPr>
            <a:r>
              <a:rPr lang="en-US" altLang="en-US" sz="2400" dirty="0">
                <a:latin typeface="Courier New" panose="02070309020205020404" pitchFamily="49" charset="0"/>
                <a:cs typeface="Courier New" panose="02070309020205020404" pitchFamily="49" charset="0"/>
              </a:rPr>
              <a:t>4  </a:t>
            </a:r>
            <a:r>
              <a:rPr lang="en-US" altLang="en-US" sz="2400" dirty="0" err="1">
                <a:latin typeface="Courier New" panose="02070309020205020404" pitchFamily="49" charset="0"/>
                <a:cs typeface="Courier New" panose="02070309020205020404" pitchFamily="49" charset="0"/>
              </a:rPr>
              <a:t>java.util.Date</a:t>
            </a:r>
            <a:r>
              <a:rPr lang="en-US" altLang="en-US" sz="2400" dirty="0">
                <a:latin typeface="Courier New" panose="02070309020205020404" pitchFamily="49" charset="0"/>
                <a:cs typeface="Courier New" panose="02070309020205020404" pitchFamily="49" charset="0"/>
              </a:rPr>
              <a:t> date2 = </a:t>
            </a:r>
            <a:r>
              <a:rPr lang="en-US" altLang="en-US" sz="2400" b="1" dirty="0">
                <a:latin typeface="Courier New" panose="02070309020205020404" pitchFamily="49" charset="0"/>
                <a:cs typeface="Courier New" panose="02070309020205020404" pitchFamily="49" charset="0"/>
              </a:rPr>
              <a:t>new</a:t>
            </a:r>
            <a:r>
              <a:rPr lang="en-US" altLang="en-US" sz="2400" dirty="0">
                <a:latin typeface="Courier New" panose="02070309020205020404" pitchFamily="49" charset="0"/>
                <a:cs typeface="Courier New" panose="02070309020205020404" pitchFamily="49" charset="0"/>
              </a:rPr>
              <a:t> </a:t>
            </a:r>
            <a:r>
              <a:rPr lang="en-US" altLang="en-US" sz="2400" dirty="0" err="1">
                <a:latin typeface="Courier New" panose="02070309020205020404" pitchFamily="49" charset="0"/>
                <a:cs typeface="Courier New" panose="02070309020205020404" pitchFamily="49" charset="0"/>
              </a:rPr>
              <a:t>java.util.Date</a:t>
            </a:r>
            <a:r>
              <a:rPr lang="en-US" altLang="en-US" sz="2400" dirty="0">
                <a:latin typeface="Courier New" panose="02070309020205020404" pitchFamily="49" charset="0"/>
                <a:cs typeface="Courier New" panose="02070309020205020404" pitchFamily="49" charset="0"/>
              </a:rPr>
              <a:t>(</a:t>
            </a:r>
            <a:r>
              <a:rPr lang="en-US" altLang="en-US" sz="2400" b="1" dirty="0">
                <a:latin typeface="Courier New" panose="02070309020205020404" pitchFamily="49" charset="0"/>
                <a:cs typeface="Courier New" panose="02070309020205020404" pitchFamily="49" charset="0"/>
              </a:rPr>
              <a:t>2012</a:t>
            </a:r>
            <a:r>
              <a:rPr lang="en-US" altLang="en-US" sz="2400" dirty="0">
                <a:latin typeface="Courier New" panose="02070309020205020404" pitchFamily="49" charset="0"/>
                <a:cs typeface="Courier New" panose="02070309020205020404" pitchFamily="49" charset="0"/>
              </a:rPr>
              <a:t>, </a:t>
            </a:r>
            <a:r>
              <a:rPr lang="en-US" altLang="en-US" sz="2400" b="1" dirty="0">
                <a:latin typeface="Courier New" panose="02070309020205020404" pitchFamily="49" charset="0"/>
                <a:cs typeface="Courier New" panose="02070309020205020404" pitchFamily="49" charset="0"/>
              </a:rPr>
              <a:t>1</a:t>
            </a:r>
            <a:r>
              <a:rPr lang="en-US" altLang="en-US" sz="2400" dirty="0">
                <a:latin typeface="Courier New" panose="02070309020205020404" pitchFamily="49" charset="0"/>
                <a:cs typeface="Courier New" panose="02070309020205020404" pitchFamily="49" charset="0"/>
              </a:rPr>
              <a:t>, </a:t>
            </a:r>
            <a:r>
              <a:rPr lang="en-US" altLang="en-US" sz="2400" b="1" dirty="0">
                <a:latin typeface="Courier New" panose="02070309020205020404" pitchFamily="49" charset="0"/>
                <a:cs typeface="Courier New" panose="02070309020205020404" pitchFamily="49" charset="0"/>
              </a:rPr>
              <a:t>1</a:t>
            </a:r>
            <a:r>
              <a:rPr lang="en-US" altLang="en-US" sz="2400" dirty="0">
                <a:latin typeface="Courier New" panose="02070309020205020404" pitchFamily="49" charset="0"/>
                <a:cs typeface="Courier New" panose="02070309020205020404" pitchFamily="49" charset="0"/>
              </a:rPr>
              <a:t>);    </a:t>
            </a:r>
          </a:p>
          <a:p>
            <a:pPr>
              <a:buFont typeface="Monotype Sorts"/>
              <a:buNone/>
            </a:pPr>
            <a:r>
              <a:rPr lang="en-US" altLang="en-US" sz="2400" dirty="0">
                <a:latin typeface="Courier New" panose="02070309020205020404" pitchFamily="49" charset="0"/>
                <a:cs typeface="Courier New" panose="02070309020205020404" pitchFamily="49" charset="0"/>
              </a:rPr>
              <a:t>5  </a:t>
            </a:r>
            <a:r>
              <a:rPr lang="en-US" altLang="en-US" sz="2400" dirty="0" err="1">
                <a:latin typeface="Courier New" panose="02070309020205020404" pitchFamily="49" charset="0"/>
                <a:cs typeface="Courier New" panose="02070309020205020404" pitchFamily="49" charset="0"/>
              </a:rPr>
              <a:t>System.out.println</a:t>
            </a:r>
            <a:r>
              <a:rPr lang="en-US" altLang="en-US" sz="2400" dirty="0">
                <a:latin typeface="Courier New" panose="02070309020205020404" pitchFamily="49" charset="0"/>
                <a:cs typeface="Courier New" panose="02070309020205020404" pitchFamily="49" charset="0"/>
              </a:rPr>
              <a:t>(date1.compareTo(date2)); </a:t>
            </a:r>
          </a:p>
        </p:txBody>
      </p:sp>
    </p:spTree>
    <p:extLst>
      <p:ext uri="{BB962C8B-B14F-4D97-AF65-F5344CB8AC3E}">
        <p14:creationId xmlns:p14="http://schemas.microsoft.com/office/powerpoint/2010/main" val="4659877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2"/>
          <p:cNvSpPr>
            <a:spLocks noGrp="1" noChangeArrowheads="1"/>
          </p:cNvSpPr>
          <p:nvPr>
            <p:ph type="title" idx="4294967295"/>
          </p:nvPr>
        </p:nvSpPr>
        <p:spPr>
          <a:xfrm>
            <a:off x="1026081" y="300038"/>
            <a:ext cx="11628914" cy="800100"/>
          </a:xfrm>
          <a:prstGeom prst="rect">
            <a:avLst/>
          </a:prstGeom>
        </p:spPr>
        <p:txBody>
          <a:bodyPr lIns="129607" tIns="64804" rIns="129607" bIns="64804"/>
          <a:lstStyle/>
          <a:p>
            <a:pPr algn="ctr"/>
            <a:r>
              <a:rPr lang="en-US" altLang="en-US" sz="4800" b="1" dirty="0">
                <a:solidFill>
                  <a:schemeClr val="tx1"/>
                </a:solidFill>
                <a:latin typeface="Times New Roman" panose="02020603050405020304" pitchFamily="18" charset="0"/>
                <a:cs typeface="Times New Roman" panose="02020603050405020304" pitchFamily="18" charset="0"/>
              </a:rPr>
              <a:t>Generic sort Method</a:t>
            </a:r>
          </a:p>
        </p:txBody>
      </p:sp>
      <p:sp>
        <p:nvSpPr>
          <p:cNvPr id="31749" name="Rectangle 8"/>
          <p:cNvSpPr>
            <a:spLocks noChangeArrowheads="1"/>
          </p:cNvSpPr>
          <p:nvPr/>
        </p:nvSpPr>
        <p:spPr bwMode="auto">
          <a:xfrm>
            <a:off x="2401314" y="3387923"/>
            <a:ext cx="13681075" cy="6540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129607" tIns="64804" rIns="129607" bIns="64804">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0"/>
              </a:spcBef>
              <a:buClrTx/>
              <a:buSzTx/>
              <a:buFontTx/>
              <a:buNone/>
            </a:pPr>
            <a:endParaRPr lang="en-US" altLang="en-US" sz="3400"/>
          </a:p>
        </p:txBody>
      </p:sp>
      <p:sp>
        <p:nvSpPr>
          <p:cNvPr id="31750" name="Rectangle 11"/>
          <p:cNvSpPr>
            <a:spLocks noGrp="1" noChangeArrowheads="1"/>
          </p:cNvSpPr>
          <p:nvPr>
            <p:ph type="body" idx="4294967295"/>
          </p:nvPr>
        </p:nvSpPr>
        <p:spPr>
          <a:xfrm>
            <a:off x="228018" y="1600200"/>
            <a:ext cx="13225039" cy="2400300"/>
          </a:xfrm>
        </p:spPr>
        <p:txBody>
          <a:bodyPr/>
          <a:lstStyle/>
          <a:p>
            <a:pPr marL="0" indent="0">
              <a:buNone/>
            </a:pPr>
            <a:r>
              <a:rPr lang="en-US" altLang="en-US" sz="3600" dirty="0">
                <a:latin typeface="Times New Roman" panose="02020603050405020304" pitchFamily="18" charset="0"/>
                <a:cs typeface="Times New Roman" panose="02020603050405020304" pitchFamily="18" charset="0"/>
              </a:rPr>
              <a:t>Let </a:t>
            </a:r>
            <a:r>
              <a:rPr lang="en-US" altLang="en-US" sz="3600" b="1" dirty="0">
                <a:latin typeface="Times New Roman" panose="02020603050405020304" pitchFamily="18" charset="0"/>
                <a:cs typeface="Times New Roman" panose="02020603050405020304" pitchFamily="18" charset="0"/>
              </a:rPr>
              <a:t>n</a:t>
            </a:r>
            <a:r>
              <a:rPr lang="en-US" altLang="en-US" sz="3600" dirty="0">
                <a:latin typeface="Times New Roman" panose="02020603050405020304" pitchFamily="18" charset="0"/>
                <a:cs typeface="Times New Roman" panose="02020603050405020304" pitchFamily="18" charset="0"/>
              </a:rPr>
              <a:t> be an </a:t>
            </a:r>
            <a:r>
              <a:rPr lang="en-US" altLang="en-US" sz="3600" b="1" dirty="0">
                <a:latin typeface="Times New Roman" panose="02020603050405020304" pitchFamily="18" charset="0"/>
                <a:cs typeface="Times New Roman" panose="02020603050405020304" pitchFamily="18" charset="0"/>
              </a:rPr>
              <a:t>Integer</a:t>
            </a:r>
            <a:r>
              <a:rPr lang="en-US" altLang="en-US" sz="3600" dirty="0">
                <a:latin typeface="Times New Roman" panose="02020603050405020304" pitchFamily="18" charset="0"/>
                <a:cs typeface="Times New Roman" panose="02020603050405020304" pitchFamily="18" charset="0"/>
              </a:rPr>
              <a:t> object, </a:t>
            </a:r>
            <a:r>
              <a:rPr lang="en-US" altLang="en-US" sz="3600" b="1" dirty="0">
                <a:latin typeface="Times New Roman" panose="02020603050405020304" pitchFamily="18" charset="0"/>
                <a:cs typeface="Times New Roman" panose="02020603050405020304" pitchFamily="18" charset="0"/>
              </a:rPr>
              <a:t>s</a:t>
            </a:r>
            <a:r>
              <a:rPr lang="en-US" altLang="en-US" sz="3600" dirty="0">
                <a:latin typeface="Times New Roman" panose="02020603050405020304" pitchFamily="18" charset="0"/>
                <a:cs typeface="Times New Roman" panose="02020603050405020304" pitchFamily="18" charset="0"/>
              </a:rPr>
              <a:t> be a </a:t>
            </a:r>
            <a:r>
              <a:rPr lang="en-US" altLang="en-US" sz="3600" b="1" dirty="0">
                <a:latin typeface="Times New Roman" panose="02020603050405020304" pitchFamily="18" charset="0"/>
                <a:cs typeface="Times New Roman" panose="02020603050405020304" pitchFamily="18" charset="0"/>
              </a:rPr>
              <a:t>String</a:t>
            </a:r>
            <a:r>
              <a:rPr lang="en-US" altLang="en-US" sz="3600" dirty="0">
                <a:latin typeface="Times New Roman" panose="02020603050405020304" pitchFamily="18" charset="0"/>
                <a:cs typeface="Times New Roman" panose="02020603050405020304" pitchFamily="18" charset="0"/>
              </a:rPr>
              <a:t> object, and </a:t>
            </a:r>
            <a:r>
              <a:rPr lang="en-US" altLang="en-US" sz="3600" b="1" dirty="0">
                <a:latin typeface="Times New Roman" panose="02020603050405020304" pitchFamily="18" charset="0"/>
                <a:cs typeface="Times New Roman" panose="02020603050405020304" pitchFamily="18" charset="0"/>
              </a:rPr>
              <a:t>d</a:t>
            </a:r>
            <a:r>
              <a:rPr lang="en-US" altLang="en-US" sz="3600" dirty="0">
                <a:latin typeface="Times New Roman" panose="02020603050405020304" pitchFamily="18" charset="0"/>
                <a:cs typeface="Times New Roman" panose="02020603050405020304" pitchFamily="18" charset="0"/>
              </a:rPr>
              <a:t> be a </a:t>
            </a:r>
            <a:r>
              <a:rPr lang="en-US" altLang="en-US" sz="3600" b="1" dirty="0">
                <a:latin typeface="Times New Roman" panose="02020603050405020304" pitchFamily="18" charset="0"/>
                <a:cs typeface="Times New Roman" panose="02020603050405020304" pitchFamily="18" charset="0"/>
              </a:rPr>
              <a:t>Date</a:t>
            </a:r>
            <a:r>
              <a:rPr lang="en-US" altLang="en-US" sz="3600" dirty="0">
                <a:latin typeface="Times New Roman" panose="02020603050405020304" pitchFamily="18" charset="0"/>
                <a:cs typeface="Times New Roman" panose="02020603050405020304" pitchFamily="18" charset="0"/>
              </a:rPr>
              <a:t> object. All the following expressions are </a:t>
            </a:r>
            <a:r>
              <a:rPr lang="en-US" altLang="en-US" sz="3600" b="1" dirty="0">
                <a:latin typeface="Times New Roman" panose="02020603050405020304" pitchFamily="18" charset="0"/>
                <a:cs typeface="Times New Roman" panose="02020603050405020304" pitchFamily="18" charset="0"/>
              </a:rPr>
              <a:t>true</a:t>
            </a:r>
            <a:r>
              <a:rPr lang="en-US" altLang="en-US" sz="3600" dirty="0">
                <a:latin typeface="Times New Roman" panose="02020603050405020304" pitchFamily="18" charset="0"/>
                <a:cs typeface="Times New Roman" panose="02020603050405020304" pitchFamily="18" charset="0"/>
              </a:rPr>
              <a:t>.</a:t>
            </a:r>
          </a:p>
        </p:txBody>
      </p:sp>
      <p:sp>
        <p:nvSpPr>
          <p:cNvPr id="31751" name="Rectangle 12"/>
          <p:cNvSpPr>
            <a:spLocks noChangeArrowheads="1"/>
          </p:cNvSpPr>
          <p:nvPr/>
        </p:nvSpPr>
        <p:spPr bwMode="auto">
          <a:xfrm>
            <a:off x="0" y="3854726"/>
            <a:ext cx="261810" cy="654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9607" tIns="64804" rIns="129607" bIns="64804" anchor="ctr">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0"/>
              </a:spcBef>
              <a:buClrTx/>
              <a:buSzTx/>
              <a:buFontTx/>
              <a:buNone/>
            </a:pPr>
            <a:endParaRPr lang="en-US" altLang="en-US" sz="3400"/>
          </a:p>
        </p:txBody>
      </p:sp>
      <p:graphicFrame>
        <p:nvGraphicFramePr>
          <p:cNvPr id="31752" name="Object 11"/>
          <p:cNvGraphicFramePr>
            <a:graphicFrameLocks noChangeAspect="1"/>
          </p:cNvGraphicFramePr>
          <p:nvPr/>
        </p:nvGraphicFramePr>
        <p:xfrm>
          <a:off x="228018" y="3800476"/>
          <a:ext cx="13339048" cy="1062633"/>
        </p:xfrm>
        <a:graphic>
          <a:graphicData uri="http://schemas.openxmlformats.org/presentationml/2006/ole">
            <mc:AlternateContent xmlns:mc="http://schemas.openxmlformats.org/markup-compatibility/2006">
              <mc:Choice xmlns:v="urn:schemas-microsoft-com:vml" Requires="v">
                <p:oleObj name="Picture" r:id="rId2" imgW="5791200" imgH="520700" progId="Word.Picture.8">
                  <p:embed/>
                </p:oleObj>
              </mc:Choice>
              <mc:Fallback>
                <p:oleObj name="Picture" r:id="rId2" imgW="5791200" imgH="520700" progId="Word.Picture.8">
                  <p:embed/>
                  <p:pic>
                    <p:nvPicPr>
                      <p:cNvPr id="0"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018" y="3800476"/>
                        <a:ext cx="13339048" cy="106263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753" name="Rectangle 11"/>
          <p:cNvSpPr>
            <a:spLocks noChangeArrowheads="1"/>
          </p:cNvSpPr>
          <p:nvPr/>
        </p:nvSpPr>
        <p:spPr bwMode="auto">
          <a:xfrm>
            <a:off x="228018" y="5100638"/>
            <a:ext cx="13225039" cy="2400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0507" tIns="65254" rIns="130507" bIns="65254"/>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buFont typeface="Monotype Sorts"/>
              <a:buNone/>
            </a:pPr>
            <a:r>
              <a:rPr lang="en-US" altLang="en-US" sz="3600" dirty="0"/>
              <a:t>The </a:t>
            </a:r>
            <a:r>
              <a:rPr lang="en-US" altLang="en-US" sz="3600" dirty="0" err="1"/>
              <a:t>java.util.Arrays.sort</a:t>
            </a:r>
            <a:r>
              <a:rPr lang="en-US" altLang="en-US" sz="3600" dirty="0"/>
              <a:t>(array) method requires that the elements in an array are instances of Comparable&lt;E&gt;. </a:t>
            </a:r>
          </a:p>
        </p:txBody>
      </p:sp>
      <p:sp>
        <p:nvSpPr>
          <p:cNvPr id="31754" name="AutoShape 10">
            <a:hlinkClick r:id="rId4" action="ppaction://program" highlightClick="1"/>
          </p:cNvPr>
          <p:cNvSpPr>
            <a:spLocks noChangeArrowheads="1"/>
          </p:cNvSpPr>
          <p:nvPr/>
        </p:nvSpPr>
        <p:spPr bwMode="auto">
          <a:xfrm>
            <a:off x="11609912" y="7400925"/>
            <a:ext cx="1045082" cy="500063"/>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lIns="129607" tIns="64804" rIns="129607" bIns="64804" anchor="ct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2600">
                <a:latin typeface="Book Antiqua" pitchFamily="18" charset="0"/>
              </a:rPr>
              <a:t>Run</a:t>
            </a:r>
            <a:endParaRPr lang="en-US" altLang="en-US" sz="2600"/>
          </a:p>
        </p:txBody>
      </p:sp>
      <p:sp>
        <p:nvSpPr>
          <p:cNvPr id="31755" name="Rectangle 13">
            <a:hlinkClick r:id="rId5"/>
          </p:cNvPr>
          <p:cNvSpPr>
            <a:spLocks noChangeArrowheads="1"/>
          </p:cNvSpPr>
          <p:nvPr/>
        </p:nvSpPr>
        <p:spPr bwMode="auto">
          <a:xfrm>
            <a:off x="7021052" y="7400925"/>
            <a:ext cx="4337091" cy="500063"/>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lIns="129607" tIns="64804" rIns="129607" bIns="64804"/>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2800"/>
              <a:t>SortComparableObjects</a:t>
            </a:r>
          </a:p>
        </p:txBody>
      </p:sp>
    </p:spTree>
    <p:extLst>
      <p:ext uri="{BB962C8B-B14F-4D97-AF65-F5344CB8AC3E}">
        <p14:creationId xmlns:p14="http://schemas.microsoft.com/office/powerpoint/2010/main" val="29183908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Rectangle 2"/>
          <p:cNvSpPr>
            <a:spLocks noGrp="1" noChangeArrowheads="1"/>
          </p:cNvSpPr>
          <p:nvPr>
            <p:ph type="title" idx="4294967295"/>
          </p:nvPr>
        </p:nvSpPr>
        <p:spPr>
          <a:xfrm>
            <a:off x="0" y="400050"/>
            <a:ext cx="13681075" cy="700088"/>
          </a:xfrm>
          <a:prstGeom prst="rect">
            <a:avLst/>
          </a:prstGeom>
        </p:spPr>
        <p:txBody>
          <a:bodyPr lIns="129607" tIns="64804" rIns="129607" bIns="64804"/>
          <a:lstStyle/>
          <a:p>
            <a:pPr algn="ctr"/>
            <a:r>
              <a:rPr lang="en-US" altLang="en-US" sz="4800" b="1" dirty="0">
                <a:solidFill>
                  <a:schemeClr val="tx1"/>
                </a:solidFill>
                <a:latin typeface="Times New Roman" panose="02020603050405020304" pitchFamily="18" charset="0"/>
                <a:ea typeface="PMingLiU" pitchFamily="18" charset="-120"/>
                <a:cs typeface="Times New Roman" panose="02020603050405020304" pitchFamily="18" charset="0"/>
              </a:rPr>
              <a:t>Defining Classes to Implement Comparable</a:t>
            </a:r>
            <a:endParaRPr lang="en-US" altLang="en-US" sz="4800" b="1" dirty="0">
              <a:solidFill>
                <a:schemeClr val="tx1"/>
              </a:solidFill>
              <a:latin typeface="Times New Roman" panose="02020603050405020304" pitchFamily="18" charset="0"/>
              <a:cs typeface="Times New Roman" panose="02020603050405020304" pitchFamily="18" charset="0"/>
            </a:endParaRPr>
          </a:p>
        </p:txBody>
      </p:sp>
      <p:sp>
        <p:nvSpPr>
          <p:cNvPr id="32773" name="Rectangle 5"/>
          <p:cNvSpPr>
            <a:spLocks noChangeArrowheads="1"/>
          </p:cNvSpPr>
          <p:nvPr/>
        </p:nvSpPr>
        <p:spPr bwMode="auto">
          <a:xfrm>
            <a:off x="2992735" y="3675459"/>
            <a:ext cx="13681075" cy="6540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129607" tIns="64804" rIns="129607" bIns="64804">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0"/>
              </a:spcBef>
              <a:buClrTx/>
              <a:buSzTx/>
              <a:buFontTx/>
              <a:buNone/>
            </a:pPr>
            <a:endParaRPr lang="en-US" altLang="en-US" sz="3400"/>
          </a:p>
        </p:txBody>
      </p:sp>
      <p:sp>
        <p:nvSpPr>
          <p:cNvPr id="32774" name="Rectangle 11"/>
          <p:cNvSpPr>
            <a:spLocks noChangeArrowheads="1"/>
          </p:cNvSpPr>
          <p:nvPr/>
        </p:nvSpPr>
        <p:spPr bwMode="auto">
          <a:xfrm>
            <a:off x="0" y="3177558"/>
            <a:ext cx="261810" cy="6540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lIns="129607" tIns="64804" rIns="129607" bIns="64804" anchor="ctr">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0"/>
              </a:spcBef>
              <a:buClrTx/>
              <a:buSzTx/>
              <a:buFontTx/>
              <a:buNone/>
            </a:pPr>
            <a:endParaRPr lang="en-US" altLang="en-US" sz="3400"/>
          </a:p>
        </p:txBody>
      </p:sp>
      <p:sp>
        <p:nvSpPr>
          <p:cNvPr id="32775" name="Rectangle 12"/>
          <p:cNvSpPr>
            <a:spLocks noChangeArrowheads="1"/>
          </p:cNvSpPr>
          <p:nvPr/>
        </p:nvSpPr>
        <p:spPr bwMode="auto">
          <a:xfrm>
            <a:off x="1" y="5137118"/>
            <a:ext cx="1236371" cy="377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lIns="129607" tIns="64804" rIns="129607" bIns="64804" anchor="ctr">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0"/>
              </a:spcBef>
              <a:buClrTx/>
              <a:buSzTx/>
              <a:buFontTx/>
              <a:buNone/>
            </a:pPr>
            <a:r>
              <a:rPr lang="en-US" altLang="en-US" sz="1400">
                <a:ea typeface="PMingLiU" pitchFamily="18" charset="-120"/>
              </a:rPr>
              <a:t>	</a:t>
            </a:r>
            <a:r>
              <a:rPr lang="en-US" altLang="en-US" sz="1600">
                <a:ea typeface="PMingLiU" pitchFamily="18" charset="-120"/>
              </a:rPr>
              <a:t> </a:t>
            </a:r>
            <a:endParaRPr lang="en-US" altLang="en-US" sz="3400">
              <a:ea typeface="PMingLiU" pitchFamily="18" charset="-120"/>
            </a:endParaRPr>
          </a:p>
        </p:txBody>
      </p:sp>
      <p:sp>
        <p:nvSpPr>
          <p:cNvPr id="32776" name="Rectangle 14"/>
          <p:cNvSpPr>
            <a:spLocks noChangeArrowheads="1"/>
          </p:cNvSpPr>
          <p:nvPr/>
        </p:nvSpPr>
        <p:spPr bwMode="auto">
          <a:xfrm>
            <a:off x="0" y="3348412"/>
            <a:ext cx="261810" cy="654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9607" tIns="64804" rIns="129607" bIns="64804" anchor="ctr">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0"/>
              </a:spcBef>
              <a:buClrTx/>
              <a:buSzTx/>
              <a:buFontTx/>
              <a:buNone/>
            </a:pPr>
            <a:endParaRPr lang="en-US" altLang="en-US" sz="3400"/>
          </a:p>
        </p:txBody>
      </p:sp>
      <p:pic>
        <p:nvPicPr>
          <p:cNvPr id="32777" name="Picture 1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9773" y="1662708"/>
            <a:ext cx="13303421" cy="36629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32778" name="Rectangle 15">
            <a:hlinkClick r:id="rId4"/>
          </p:cNvPr>
          <p:cNvSpPr>
            <a:spLocks noChangeArrowheads="1"/>
          </p:cNvSpPr>
          <p:nvPr/>
        </p:nvSpPr>
        <p:spPr bwMode="auto">
          <a:xfrm>
            <a:off x="3845429" y="7300912"/>
            <a:ext cx="3786047" cy="500063"/>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lIns="129607" tIns="64804" rIns="129607" bIns="64804"/>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2800"/>
              <a:t>ComparableRectangle</a:t>
            </a:r>
          </a:p>
        </p:txBody>
      </p:sp>
      <p:sp>
        <p:nvSpPr>
          <p:cNvPr id="32779" name="AutoShape 10">
            <a:hlinkClick r:id="rId5" action="ppaction://program" highlightClick="1"/>
          </p:cNvPr>
          <p:cNvSpPr>
            <a:spLocks noChangeArrowheads="1"/>
          </p:cNvSpPr>
          <p:nvPr/>
        </p:nvSpPr>
        <p:spPr bwMode="auto">
          <a:xfrm>
            <a:off x="11367643" y="7300912"/>
            <a:ext cx="1045082" cy="500063"/>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lIns="129607" tIns="64804" rIns="129607" bIns="64804" anchor="ct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2600">
                <a:latin typeface="Book Antiqua" pitchFamily="18" charset="0"/>
              </a:rPr>
              <a:t>Run</a:t>
            </a:r>
            <a:endParaRPr lang="en-US" altLang="en-US" sz="2600"/>
          </a:p>
        </p:txBody>
      </p:sp>
      <p:sp>
        <p:nvSpPr>
          <p:cNvPr id="32780" name="Rectangle 17">
            <a:hlinkClick r:id="rId6"/>
          </p:cNvPr>
          <p:cNvSpPr>
            <a:spLocks noChangeArrowheads="1"/>
          </p:cNvSpPr>
          <p:nvPr/>
        </p:nvSpPr>
        <p:spPr bwMode="auto">
          <a:xfrm>
            <a:off x="7899871" y="7300912"/>
            <a:ext cx="3216003" cy="500063"/>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lIns="129607" tIns="64804" rIns="129607" bIns="64804"/>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2800"/>
              <a:t>SortRectangles</a:t>
            </a:r>
          </a:p>
        </p:txBody>
      </p:sp>
    </p:spTree>
    <p:extLst>
      <p:ext uri="{BB962C8B-B14F-4D97-AF65-F5344CB8AC3E}">
        <p14:creationId xmlns:p14="http://schemas.microsoft.com/office/powerpoint/2010/main" val="42790356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2"/>
          <p:cNvSpPr>
            <a:spLocks noGrp="1" noChangeArrowheads="1"/>
          </p:cNvSpPr>
          <p:nvPr>
            <p:ph type="title"/>
          </p:nvPr>
        </p:nvSpPr>
        <p:spPr>
          <a:xfrm>
            <a:off x="1025525" y="1"/>
            <a:ext cx="11630025" cy="1021976"/>
          </a:xfrm>
        </p:spPr>
        <p:txBody>
          <a:bodyPr/>
          <a:lstStyle/>
          <a:p>
            <a:pPr algn="ctr"/>
            <a:r>
              <a:rPr lang="en-US" sz="4800" b="1" dirty="0">
                <a:solidFill>
                  <a:schemeClr val="tx1"/>
                </a:solidFill>
                <a:latin typeface="Times New Roman" panose="02020603050405020304" pitchFamily="18" charset="0"/>
                <a:cs typeface="Times New Roman" panose="02020603050405020304" pitchFamily="18" charset="0"/>
              </a:rPr>
              <a:t>Interfaces vs. Abstract Classes</a:t>
            </a:r>
          </a:p>
        </p:txBody>
      </p:sp>
      <p:sp>
        <p:nvSpPr>
          <p:cNvPr id="43012" name="Rectangle 3"/>
          <p:cNvSpPr>
            <a:spLocks noGrp="1" noChangeArrowheads="1"/>
          </p:cNvSpPr>
          <p:nvPr>
            <p:ph type="body" idx="1"/>
          </p:nvPr>
        </p:nvSpPr>
        <p:spPr>
          <a:xfrm>
            <a:off x="341313" y="1126968"/>
            <a:ext cx="12998450" cy="2500312"/>
          </a:xfrm>
        </p:spPr>
        <p:txBody>
          <a:bodyPr/>
          <a:lstStyle/>
          <a:p>
            <a:pPr marL="354013" lvl="1" indent="-354013">
              <a:lnSpc>
                <a:spcPct val="90000"/>
              </a:lnSpc>
              <a:spcBef>
                <a:spcPts val="0"/>
              </a:spcBef>
              <a:spcAft>
                <a:spcPts val="0"/>
              </a:spcAft>
              <a:buClr>
                <a:srgbClr val="0000FF"/>
              </a:buClr>
              <a:buSzPct val="100000"/>
              <a:buFont typeface="Wingdings" pitchFamily="2" charset="2"/>
              <a:buChar char="ü"/>
            </a:pPr>
            <a:r>
              <a:rPr lang="en-US" sz="3400" dirty="0">
                <a:latin typeface="Times New Roman" panose="02020603050405020304" pitchFamily="18" charset="0"/>
                <a:cs typeface="Times New Roman" panose="02020603050405020304" pitchFamily="18" charset="0"/>
              </a:rPr>
              <a:t>In an interface, the data must be constants; an abstract class can have all types of data.</a:t>
            </a:r>
          </a:p>
          <a:p>
            <a:pPr marL="354013" lvl="1" indent="-354013">
              <a:lnSpc>
                <a:spcPct val="90000"/>
              </a:lnSpc>
              <a:spcBef>
                <a:spcPts val="0"/>
              </a:spcBef>
              <a:spcAft>
                <a:spcPts val="0"/>
              </a:spcAft>
              <a:buClr>
                <a:srgbClr val="0000FF"/>
              </a:buClr>
              <a:buSzPct val="100000"/>
              <a:buFont typeface="Wingdings" pitchFamily="2" charset="2"/>
              <a:buChar char="ü"/>
            </a:pPr>
            <a:r>
              <a:rPr lang="en-US" sz="3400" dirty="0">
                <a:latin typeface="Times New Roman" panose="02020603050405020304" pitchFamily="18" charset="0"/>
                <a:cs typeface="Times New Roman" panose="02020603050405020304" pitchFamily="18" charset="0"/>
              </a:rPr>
              <a:t>Each method in an interface has only a signature without implementation; </a:t>
            </a:r>
          </a:p>
          <a:p>
            <a:pPr marL="812800" lvl="2" indent="-354013">
              <a:lnSpc>
                <a:spcPct val="90000"/>
              </a:lnSpc>
              <a:spcBef>
                <a:spcPts val="0"/>
              </a:spcBef>
              <a:spcAft>
                <a:spcPts val="0"/>
              </a:spcAft>
              <a:buClr>
                <a:srgbClr val="0000FF"/>
              </a:buClr>
              <a:buSzPct val="100000"/>
              <a:buFont typeface="Wingdings" pitchFamily="2" charset="2"/>
              <a:buChar char="ü"/>
            </a:pPr>
            <a:r>
              <a:rPr lang="en-US" sz="3000" dirty="0">
                <a:latin typeface="Times New Roman" panose="02020603050405020304" pitchFamily="18" charset="0"/>
                <a:cs typeface="Times New Roman" panose="02020603050405020304" pitchFamily="18" charset="0"/>
              </a:rPr>
              <a:t>an </a:t>
            </a:r>
            <a:r>
              <a:rPr lang="en-US" sz="3000" b="1" dirty="0">
                <a:latin typeface="Times New Roman" panose="02020603050405020304" pitchFamily="18" charset="0"/>
                <a:cs typeface="Times New Roman" panose="02020603050405020304" pitchFamily="18" charset="0"/>
              </a:rPr>
              <a:t>abstract class</a:t>
            </a:r>
            <a:r>
              <a:rPr lang="en-US" sz="3000" dirty="0">
                <a:latin typeface="Times New Roman" panose="02020603050405020304" pitchFamily="18" charset="0"/>
                <a:cs typeface="Times New Roman" panose="02020603050405020304" pitchFamily="18" charset="0"/>
              </a:rPr>
              <a:t> can have concrete methods.</a:t>
            </a:r>
          </a:p>
        </p:txBody>
      </p:sp>
      <p:sp>
        <p:nvSpPr>
          <p:cNvPr id="43013" name="Rectangle 4"/>
          <p:cNvSpPr>
            <a:spLocks noChangeArrowheads="1"/>
          </p:cNvSpPr>
          <p:nvPr/>
        </p:nvSpPr>
        <p:spPr bwMode="auto">
          <a:xfrm>
            <a:off x="0" y="3341688"/>
            <a:ext cx="261938" cy="654050"/>
          </a:xfrm>
          <a:prstGeom prst="rect">
            <a:avLst/>
          </a:prstGeom>
          <a:noFill/>
          <a:ln w="12700">
            <a:noFill/>
            <a:miter lim="800000"/>
            <a:headEnd type="none" w="sm" len="sm"/>
            <a:tailEnd type="none" w="sm" len="sm"/>
          </a:ln>
        </p:spPr>
        <p:txBody>
          <a:bodyPr wrap="none" lIns="129607" tIns="64804" rIns="129607" bIns="64804" anchor="ctr">
            <a:spAutoFit/>
          </a:bodyPr>
          <a:lstStyle/>
          <a:p>
            <a:endParaRPr lang="en-US"/>
          </a:p>
        </p:txBody>
      </p:sp>
      <p:graphicFrame>
        <p:nvGraphicFramePr>
          <p:cNvPr id="365651" name="Group 83"/>
          <p:cNvGraphicFramePr>
            <a:graphicFrameLocks noGrp="1"/>
          </p:cNvGraphicFramePr>
          <p:nvPr/>
        </p:nvGraphicFramePr>
        <p:xfrm>
          <a:off x="912813" y="3771322"/>
          <a:ext cx="12198959" cy="4000502"/>
        </p:xfrm>
        <a:graphic>
          <a:graphicData uri="http://schemas.openxmlformats.org/drawingml/2006/table">
            <a:tbl>
              <a:tblPr/>
              <a:tblGrid>
                <a:gridCol w="1474992">
                  <a:extLst>
                    <a:ext uri="{9D8B030D-6E8A-4147-A177-3AD203B41FA5}">
                      <a16:colId xmlns:a16="http://schemas.microsoft.com/office/drawing/2014/main" val="20000"/>
                    </a:ext>
                  </a:extLst>
                </a:gridCol>
                <a:gridCol w="2396563">
                  <a:extLst>
                    <a:ext uri="{9D8B030D-6E8A-4147-A177-3AD203B41FA5}">
                      <a16:colId xmlns:a16="http://schemas.microsoft.com/office/drawing/2014/main" val="20001"/>
                    </a:ext>
                  </a:extLst>
                </a:gridCol>
                <a:gridCol w="5363171">
                  <a:extLst>
                    <a:ext uri="{9D8B030D-6E8A-4147-A177-3AD203B41FA5}">
                      <a16:colId xmlns:a16="http://schemas.microsoft.com/office/drawing/2014/main" val="20002"/>
                    </a:ext>
                  </a:extLst>
                </a:gridCol>
                <a:gridCol w="2964233">
                  <a:extLst>
                    <a:ext uri="{9D8B030D-6E8A-4147-A177-3AD203B41FA5}">
                      <a16:colId xmlns:a16="http://schemas.microsoft.com/office/drawing/2014/main" val="20003"/>
                    </a:ext>
                  </a:extLst>
                </a:gridCol>
              </a:tblGrid>
              <a:tr h="1168897">
                <a:tc>
                  <a:txBody>
                    <a:bodyPr/>
                    <a:lstStyle/>
                    <a:p>
                      <a:pPr marL="0" marR="0" lvl="0" indent="0" algn="l" defTabSz="914400" rtl="0" eaLnBrk="0" fontAlgn="base" latinLnBrk="0" hangingPunct="0">
                        <a:lnSpc>
                          <a:spcPct val="100000"/>
                        </a:lnSpc>
                        <a:spcBef>
                          <a:spcPct val="20000"/>
                        </a:spcBef>
                        <a:spcAft>
                          <a:spcPct val="0"/>
                        </a:spcAft>
                        <a:buClr>
                          <a:schemeClr val="tx2"/>
                        </a:buClr>
                        <a:buSzPct val="75000"/>
                        <a:buFont typeface="Monotype Sorts" pitchFamily="2" charset="2"/>
                        <a:buNone/>
                        <a:tabLst/>
                      </a:pPr>
                      <a:endParaRPr kumimoji="0" lang="en-US" sz="5300" b="0" i="0" u="none" strike="noStrike" cap="none" normalizeH="0" baseline="0" dirty="0">
                        <a:ln>
                          <a:noFill/>
                        </a:ln>
                        <a:solidFill>
                          <a:schemeClr val="bg2"/>
                        </a:solidFill>
                        <a:effectLst/>
                        <a:latin typeface="Times New Roman" pitchFamily="18" charset="0"/>
                      </a:endParaRPr>
                    </a:p>
                  </a:txBody>
                  <a:tcPr marL="136811" marR="136811" marT="60008" marB="60008"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bg1">
                        <a:alpha val="99000"/>
                      </a:schemeClr>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tab pos="2286000" algn="l"/>
                          <a:tab pos="3886200" algn="l"/>
                        </a:tabLst>
                      </a:pPr>
                      <a:r>
                        <a:rPr kumimoji="0" lang="en-US" sz="2100" b="0" i="0" u="none" strike="noStrike" cap="none" normalizeH="0" baseline="0">
                          <a:ln>
                            <a:noFill/>
                          </a:ln>
                          <a:solidFill>
                            <a:schemeClr val="bg2"/>
                          </a:solidFill>
                          <a:effectLst/>
                          <a:latin typeface="Times New Roman" pitchFamily="18" charset="0"/>
                          <a:cs typeface="Times New Roman" pitchFamily="18" charset="0"/>
                        </a:rPr>
                        <a:t>Variables </a:t>
                      </a:r>
                      <a:endParaRPr kumimoji="0" lang="en-US" sz="4700" b="0" i="0" u="none" strike="noStrike" cap="none" normalizeH="0" baseline="0">
                        <a:ln>
                          <a:noFill/>
                        </a:ln>
                        <a:solidFill>
                          <a:schemeClr val="bg2"/>
                        </a:solidFill>
                        <a:effectLst/>
                        <a:latin typeface="Times New Roman" pitchFamily="18" charset="0"/>
                      </a:endParaRPr>
                    </a:p>
                  </a:txBody>
                  <a:tcPr marL="136811" marR="136811" marT="60008" marB="60008"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bg1">
                        <a:alpha val="99000"/>
                      </a:schemeClr>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tab pos="2286000" algn="l"/>
                          <a:tab pos="3886200" algn="l"/>
                        </a:tabLst>
                      </a:pPr>
                      <a:r>
                        <a:rPr kumimoji="0" lang="en-US" sz="2100" b="0" i="0" u="none" strike="noStrike" cap="none" normalizeH="0" baseline="0">
                          <a:ln>
                            <a:noFill/>
                          </a:ln>
                          <a:solidFill>
                            <a:schemeClr val="bg2"/>
                          </a:solidFill>
                          <a:effectLst/>
                          <a:latin typeface="Times New Roman" pitchFamily="18" charset="0"/>
                          <a:cs typeface="Times New Roman" pitchFamily="18" charset="0"/>
                        </a:rPr>
                        <a:t>Constructors</a:t>
                      </a:r>
                      <a:endParaRPr kumimoji="0" lang="en-US" sz="4700" b="0" i="0" u="none" strike="noStrike" cap="none" normalizeH="0" baseline="0">
                        <a:ln>
                          <a:noFill/>
                        </a:ln>
                        <a:solidFill>
                          <a:schemeClr val="bg2"/>
                        </a:solidFill>
                        <a:effectLst/>
                        <a:latin typeface="Times New Roman" pitchFamily="18" charset="0"/>
                      </a:endParaRPr>
                    </a:p>
                  </a:txBody>
                  <a:tcPr marL="136811" marR="136811" marT="60008" marB="60008"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bg1">
                        <a:alpha val="99000"/>
                      </a:schemeClr>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tab pos="2286000" algn="l"/>
                          <a:tab pos="3886200" algn="l"/>
                        </a:tabLst>
                      </a:pPr>
                      <a:r>
                        <a:rPr kumimoji="0" lang="en-US" sz="2100" b="0" i="0" u="none" strike="noStrike" cap="none" normalizeH="0" baseline="0">
                          <a:ln>
                            <a:noFill/>
                          </a:ln>
                          <a:solidFill>
                            <a:schemeClr val="bg2"/>
                          </a:solidFill>
                          <a:effectLst/>
                          <a:latin typeface="Times New Roman" pitchFamily="18" charset="0"/>
                          <a:cs typeface="Times New Roman" pitchFamily="18" charset="0"/>
                        </a:rPr>
                        <a:t>Methods</a:t>
                      </a:r>
                      <a:endParaRPr kumimoji="0" lang="en-US" sz="4700" b="0" i="0" u="none" strike="noStrike" cap="none" normalizeH="0" baseline="0">
                        <a:ln>
                          <a:noFill/>
                        </a:ln>
                        <a:solidFill>
                          <a:schemeClr val="bg2"/>
                        </a:solidFill>
                        <a:effectLst/>
                        <a:latin typeface="Times New Roman" pitchFamily="18" charset="0"/>
                      </a:endParaRPr>
                    </a:p>
                  </a:txBody>
                  <a:tcPr marL="136811" marR="136811" marT="60008" marB="60008"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bg1">
                        <a:alpha val="99000"/>
                      </a:schemeClr>
                    </a:solidFill>
                  </a:tcPr>
                </a:tc>
                <a:extLst>
                  <a:ext uri="{0D108BD9-81ED-4DB2-BD59-A6C34878D82A}">
                    <a16:rowId xmlns:a16="http://schemas.microsoft.com/office/drawing/2014/main" val="10000"/>
                  </a:ext>
                </a:extLst>
              </a:tr>
              <a:tr h="1596033">
                <a:tc>
                  <a:txBody>
                    <a:bodyPr/>
                    <a:lstStyle/>
                    <a:p>
                      <a:pPr marL="0" marR="0" lvl="0" indent="0" algn="l" defTabSz="914400" rtl="0" eaLnBrk="0" fontAlgn="base" latinLnBrk="0" hangingPunct="0">
                        <a:lnSpc>
                          <a:spcPct val="100000"/>
                        </a:lnSpc>
                        <a:spcBef>
                          <a:spcPct val="0"/>
                        </a:spcBef>
                        <a:spcAft>
                          <a:spcPct val="0"/>
                        </a:spcAft>
                        <a:buClrTx/>
                        <a:buSzTx/>
                        <a:buFontTx/>
                        <a:buNone/>
                        <a:tabLst>
                          <a:tab pos="2286000" algn="l"/>
                          <a:tab pos="3886200" algn="l"/>
                        </a:tabLst>
                      </a:pPr>
                      <a:r>
                        <a:rPr kumimoji="0" lang="en-US" sz="2100" b="0" i="0" u="none" strike="noStrike" cap="none" normalizeH="0" baseline="0">
                          <a:ln>
                            <a:noFill/>
                          </a:ln>
                          <a:solidFill>
                            <a:schemeClr val="bg2"/>
                          </a:solidFill>
                          <a:effectLst/>
                          <a:latin typeface="Times New Roman" pitchFamily="18" charset="0"/>
                          <a:cs typeface="Times New Roman" pitchFamily="18" charset="0"/>
                        </a:rPr>
                        <a:t>Abstract class</a:t>
                      </a:r>
                      <a:endParaRPr kumimoji="0" lang="en-US" sz="4700" b="0" i="0" u="none" strike="noStrike" cap="none" normalizeH="0" baseline="0">
                        <a:ln>
                          <a:noFill/>
                        </a:ln>
                        <a:solidFill>
                          <a:schemeClr val="bg2"/>
                        </a:solidFill>
                        <a:effectLst/>
                        <a:latin typeface="Times New Roman" pitchFamily="18" charset="0"/>
                      </a:endParaRPr>
                    </a:p>
                  </a:txBody>
                  <a:tcPr marL="136811" marR="136811" marT="60008" marB="60008"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bg1">
                        <a:alpha val="99000"/>
                      </a:schemeClr>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tab pos="2286000" algn="l"/>
                          <a:tab pos="3886200" algn="l"/>
                        </a:tabLst>
                      </a:pPr>
                      <a:r>
                        <a:rPr kumimoji="0" lang="en-US" sz="2100" b="0" i="0" u="none" strike="noStrike" cap="none" normalizeH="0" baseline="0">
                          <a:ln>
                            <a:noFill/>
                          </a:ln>
                          <a:solidFill>
                            <a:schemeClr val="bg2"/>
                          </a:solidFill>
                          <a:effectLst/>
                          <a:latin typeface="Times New Roman" pitchFamily="18" charset="0"/>
                          <a:cs typeface="Times New Roman" pitchFamily="18" charset="0"/>
                        </a:rPr>
                        <a:t>No restrictions </a:t>
                      </a:r>
                      <a:endParaRPr kumimoji="0" lang="en-US" sz="4700" b="0" i="0" u="none" strike="noStrike" cap="none" normalizeH="0" baseline="0">
                        <a:ln>
                          <a:noFill/>
                        </a:ln>
                        <a:solidFill>
                          <a:schemeClr val="bg2"/>
                        </a:solidFill>
                        <a:effectLst/>
                        <a:latin typeface="Times New Roman" pitchFamily="18" charset="0"/>
                      </a:endParaRPr>
                    </a:p>
                  </a:txBody>
                  <a:tcPr marL="136811" marR="136811" marT="60008" marB="60008"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bg1">
                        <a:alpha val="99000"/>
                      </a:schemeClr>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tab pos="2286000" algn="l"/>
                          <a:tab pos="3886200" algn="l"/>
                        </a:tabLst>
                      </a:pPr>
                      <a:r>
                        <a:rPr kumimoji="0" lang="en-US" sz="2100" b="0" i="0" u="none" strike="noStrike" cap="none" normalizeH="0" baseline="0" dirty="0">
                          <a:ln>
                            <a:noFill/>
                          </a:ln>
                          <a:solidFill>
                            <a:schemeClr val="bg2"/>
                          </a:solidFill>
                          <a:effectLst/>
                          <a:latin typeface="Times New Roman" pitchFamily="18" charset="0"/>
                          <a:cs typeface="Times New Roman" pitchFamily="18" charset="0"/>
                        </a:rPr>
                        <a:t>Constructors are invoked by subclasses through constructor chaining. An abstract class cannot be instantiated using the new operator. </a:t>
                      </a:r>
                      <a:endParaRPr kumimoji="0" lang="en-US" sz="4700" b="0" i="0" u="none" strike="noStrike" cap="none" normalizeH="0" baseline="0" dirty="0">
                        <a:ln>
                          <a:noFill/>
                        </a:ln>
                        <a:solidFill>
                          <a:schemeClr val="bg2"/>
                        </a:solidFill>
                        <a:effectLst/>
                        <a:latin typeface="Times New Roman" pitchFamily="18" charset="0"/>
                      </a:endParaRPr>
                    </a:p>
                  </a:txBody>
                  <a:tcPr marL="136811" marR="136811" marT="60008" marB="60008"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bg1">
                        <a:alpha val="99000"/>
                      </a:schemeClr>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tab pos="2286000" algn="l"/>
                          <a:tab pos="3886200" algn="l"/>
                        </a:tabLst>
                      </a:pPr>
                      <a:r>
                        <a:rPr kumimoji="0" lang="en-US" sz="2100" b="0" i="0" u="none" strike="noStrike" cap="none" normalizeH="0" baseline="0">
                          <a:ln>
                            <a:noFill/>
                          </a:ln>
                          <a:solidFill>
                            <a:schemeClr val="bg2"/>
                          </a:solidFill>
                          <a:effectLst/>
                          <a:latin typeface="Times New Roman" pitchFamily="18" charset="0"/>
                          <a:cs typeface="Times New Roman" pitchFamily="18" charset="0"/>
                        </a:rPr>
                        <a:t>No restrictions. </a:t>
                      </a:r>
                      <a:endParaRPr kumimoji="0" lang="en-US" sz="4700" b="0" i="0" u="none" strike="noStrike" cap="none" normalizeH="0" baseline="0">
                        <a:ln>
                          <a:noFill/>
                        </a:ln>
                        <a:solidFill>
                          <a:schemeClr val="bg2"/>
                        </a:solidFill>
                        <a:effectLst/>
                        <a:latin typeface="Times New Roman" pitchFamily="18" charset="0"/>
                      </a:endParaRPr>
                    </a:p>
                  </a:txBody>
                  <a:tcPr marL="136811" marR="136811" marT="60008" marB="60008"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bg1">
                        <a:alpha val="99000"/>
                      </a:schemeClr>
                    </a:solidFill>
                  </a:tcPr>
                </a:tc>
                <a:extLst>
                  <a:ext uri="{0D108BD9-81ED-4DB2-BD59-A6C34878D82A}">
                    <a16:rowId xmlns:a16="http://schemas.microsoft.com/office/drawing/2014/main" val="10001"/>
                  </a:ext>
                </a:extLst>
              </a:tr>
              <a:tr h="1235572">
                <a:tc>
                  <a:txBody>
                    <a:bodyPr/>
                    <a:lstStyle/>
                    <a:p>
                      <a:pPr marL="0" marR="0" lvl="0" indent="0" algn="l" defTabSz="914400" rtl="0" eaLnBrk="0" fontAlgn="base" latinLnBrk="0" hangingPunct="0">
                        <a:lnSpc>
                          <a:spcPct val="100000"/>
                        </a:lnSpc>
                        <a:spcBef>
                          <a:spcPct val="0"/>
                        </a:spcBef>
                        <a:spcAft>
                          <a:spcPct val="0"/>
                        </a:spcAft>
                        <a:buClrTx/>
                        <a:buSzTx/>
                        <a:buFontTx/>
                        <a:buNone/>
                        <a:tabLst>
                          <a:tab pos="2286000" algn="l"/>
                          <a:tab pos="3886200" algn="l"/>
                        </a:tabLst>
                      </a:pPr>
                      <a:r>
                        <a:rPr kumimoji="0" lang="en-US" sz="2100" b="0" i="0" u="none" strike="noStrike" cap="none" normalizeH="0" baseline="0">
                          <a:ln>
                            <a:noFill/>
                          </a:ln>
                          <a:solidFill>
                            <a:schemeClr val="bg2"/>
                          </a:solidFill>
                          <a:effectLst/>
                          <a:latin typeface="Times New Roman" pitchFamily="18" charset="0"/>
                          <a:cs typeface="Times New Roman" pitchFamily="18" charset="0"/>
                        </a:rPr>
                        <a:t>Interface</a:t>
                      </a:r>
                      <a:endParaRPr kumimoji="0" lang="en-US" sz="4700" b="0" i="0" u="none" strike="noStrike" cap="none" normalizeH="0" baseline="0">
                        <a:ln>
                          <a:noFill/>
                        </a:ln>
                        <a:solidFill>
                          <a:schemeClr val="bg2"/>
                        </a:solidFill>
                        <a:effectLst/>
                        <a:latin typeface="Times New Roman" pitchFamily="18" charset="0"/>
                      </a:endParaRPr>
                    </a:p>
                  </a:txBody>
                  <a:tcPr marL="136811" marR="136811" marT="60008" marB="60008"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bg1">
                        <a:alpha val="99000"/>
                      </a:schemeClr>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tab pos="2286000" algn="l"/>
                          <a:tab pos="3886200" algn="l"/>
                        </a:tabLst>
                      </a:pPr>
                      <a:r>
                        <a:rPr kumimoji="0" lang="en-US" sz="2100" b="0" i="0" u="none" strike="noStrike" cap="none" normalizeH="0" baseline="0">
                          <a:ln>
                            <a:noFill/>
                          </a:ln>
                          <a:solidFill>
                            <a:schemeClr val="bg2"/>
                          </a:solidFill>
                          <a:effectLst/>
                          <a:latin typeface="Times New Roman" pitchFamily="18" charset="0"/>
                          <a:cs typeface="Times New Roman" pitchFamily="18" charset="0"/>
                        </a:rPr>
                        <a:t>All variables must be </a:t>
                      </a:r>
                      <a:r>
                        <a:rPr kumimoji="0" lang="en-US" sz="2100" b="0" i="0" u="sng" strike="noStrike" cap="none" normalizeH="0" baseline="0">
                          <a:ln>
                            <a:noFill/>
                          </a:ln>
                          <a:solidFill>
                            <a:schemeClr val="bg2"/>
                          </a:solidFill>
                          <a:effectLst/>
                          <a:latin typeface="Times New Roman" pitchFamily="18" charset="0"/>
                          <a:cs typeface="Times New Roman" pitchFamily="18" charset="0"/>
                        </a:rPr>
                        <a:t>public</a:t>
                      </a:r>
                      <a:r>
                        <a:rPr kumimoji="0" lang="en-US" sz="2100" b="0" i="0" u="none" strike="noStrike" cap="none" normalizeH="0" baseline="0">
                          <a:ln>
                            <a:noFill/>
                          </a:ln>
                          <a:solidFill>
                            <a:schemeClr val="bg2"/>
                          </a:solidFill>
                          <a:effectLst/>
                          <a:latin typeface="Times New Roman" pitchFamily="18" charset="0"/>
                          <a:cs typeface="Times New Roman" pitchFamily="18" charset="0"/>
                        </a:rPr>
                        <a:t> </a:t>
                      </a:r>
                      <a:r>
                        <a:rPr kumimoji="0" lang="en-US" sz="2100" b="0" i="0" u="sng" strike="noStrike" cap="none" normalizeH="0" baseline="0">
                          <a:ln>
                            <a:noFill/>
                          </a:ln>
                          <a:solidFill>
                            <a:schemeClr val="bg2"/>
                          </a:solidFill>
                          <a:effectLst/>
                          <a:latin typeface="Times New Roman" pitchFamily="18" charset="0"/>
                          <a:cs typeface="Times New Roman" pitchFamily="18" charset="0"/>
                        </a:rPr>
                        <a:t>static</a:t>
                      </a:r>
                      <a:r>
                        <a:rPr kumimoji="0" lang="en-US" sz="2100" b="0" i="0" u="none" strike="noStrike" cap="none" normalizeH="0" baseline="0">
                          <a:ln>
                            <a:noFill/>
                          </a:ln>
                          <a:solidFill>
                            <a:schemeClr val="bg2"/>
                          </a:solidFill>
                          <a:effectLst/>
                          <a:latin typeface="Times New Roman" pitchFamily="18" charset="0"/>
                          <a:cs typeface="Times New Roman" pitchFamily="18" charset="0"/>
                        </a:rPr>
                        <a:t> </a:t>
                      </a:r>
                      <a:r>
                        <a:rPr kumimoji="0" lang="en-US" sz="2100" b="0" i="0" u="sng" strike="noStrike" cap="none" normalizeH="0" baseline="0">
                          <a:ln>
                            <a:noFill/>
                          </a:ln>
                          <a:solidFill>
                            <a:schemeClr val="bg2"/>
                          </a:solidFill>
                          <a:effectLst/>
                          <a:latin typeface="Times New Roman" pitchFamily="18" charset="0"/>
                          <a:cs typeface="Times New Roman" pitchFamily="18" charset="0"/>
                        </a:rPr>
                        <a:t>final</a:t>
                      </a:r>
                      <a:endParaRPr kumimoji="0" lang="en-US" sz="4700" b="0" i="0" u="none" strike="noStrike" cap="none" normalizeH="0" baseline="0">
                        <a:ln>
                          <a:noFill/>
                        </a:ln>
                        <a:solidFill>
                          <a:schemeClr val="bg2"/>
                        </a:solidFill>
                        <a:effectLst/>
                        <a:latin typeface="Times New Roman" pitchFamily="18" charset="0"/>
                      </a:endParaRPr>
                    </a:p>
                  </a:txBody>
                  <a:tcPr marL="136811" marR="136811" marT="60008" marB="60008"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bg1">
                        <a:alpha val="99000"/>
                      </a:schemeClr>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tab pos="2286000" algn="l"/>
                          <a:tab pos="3886200" algn="l"/>
                        </a:tabLst>
                      </a:pPr>
                      <a:r>
                        <a:rPr kumimoji="0" lang="en-US" sz="2100" b="1" i="0" u="none" strike="noStrike" cap="none" normalizeH="0" baseline="0" dirty="0">
                          <a:ln>
                            <a:noFill/>
                          </a:ln>
                          <a:solidFill>
                            <a:schemeClr val="bg2"/>
                          </a:solidFill>
                          <a:effectLst/>
                          <a:latin typeface="Times New Roman" pitchFamily="18" charset="0"/>
                          <a:cs typeface="Times New Roman" pitchFamily="18" charset="0"/>
                        </a:rPr>
                        <a:t>No constructors</a:t>
                      </a:r>
                      <a:r>
                        <a:rPr kumimoji="0" lang="en-US" sz="2100" b="0" i="0" u="none" strike="noStrike" cap="none" normalizeH="0" baseline="0" dirty="0">
                          <a:ln>
                            <a:noFill/>
                          </a:ln>
                          <a:solidFill>
                            <a:schemeClr val="bg2"/>
                          </a:solidFill>
                          <a:effectLst/>
                          <a:latin typeface="Times New Roman" pitchFamily="18" charset="0"/>
                          <a:cs typeface="Times New Roman" pitchFamily="18" charset="0"/>
                        </a:rPr>
                        <a:t>. An interface cannot be instantiated using the new operator.</a:t>
                      </a:r>
                      <a:endParaRPr kumimoji="0" lang="en-US" sz="4700" b="0" i="0" u="none" strike="noStrike" cap="none" normalizeH="0" baseline="0" dirty="0">
                        <a:ln>
                          <a:noFill/>
                        </a:ln>
                        <a:solidFill>
                          <a:schemeClr val="bg2"/>
                        </a:solidFill>
                        <a:effectLst/>
                        <a:latin typeface="Times New Roman" pitchFamily="18" charset="0"/>
                      </a:endParaRPr>
                    </a:p>
                  </a:txBody>
                  <a:tcPr marL="136811" marR="136811" marT="60008" marB="60008"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bg1">
                        <a:alpha val="99000"/>
                      </a:schemeClr>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tab pos="2286000" algn="l"/>
                          <a:tab pos="3886200" algn="l"/>
                        </a:tabLst>
                      </a:pPr>
                      <a:r>
                        <a:rPr kumimoji="0" lang="en-US" sz="2100" b="0" i="0" u="none" strike="noStrike" cap="none" normalizeH="0" baseline="0" dirty="0">
                          <a:ln>
                            <a:noFill/>
                          </a:ln>
                          <a:solidFill>
                            <a:schemeClr val="bg2"/>
                          </a:solidFill>
                          <a:effectLst/>
                          <a:latin typeface="Times New Roman" pitchFamily="18" charset="0"/>
                          <a:cs typeface="Times New Roman" pitchFamily="18" charset="0"/>
                        </a:rPr>
                        <a:t>All methods must be public abstract instance methods </a:t>
                      </a:r>
                      <a:endParaRPr kumimoji="0" lang="en-US" sz="4700" b="0" i="0" u="none" strike="noStrike" cap="none" normalizeH="0" baseline="0" dirty="0">
                        <a:ln>
                          <a:noFill/>
                        </a:ln>
                        <a:solidFill>
                          <a:schemeClr val="bg2"/>
                        </a:solidFill>
                        <a:effectLst/>
                        <a:latin typeface="Times New Roman" pitchFamily="18" charset="0"/>
                      </a:endParaRPr>
                    </a:p>
                  </a:txBody>
                  <a:tcPr marL="136811" marR="136811" marT="60008" marB="60008" horzOverflow="overflow">
                    <a:lnL w="12700" cap="flat" cmpd="sng" algn="ctr">
                      <a:solidFill>
                        <a:srgbClr val="000000"/>
                      </a:solidFill>
                      <a:prstDash val="solid"/>
                      <a:round/>
                      <a:headEnd type="none" w="sm" len="sm"/>
                      <a:tailEnd type="none" w="sm" len="sm"/>
                    </a:lnL>
                    <a:lnR w="12700" cap="flat" cmpd="sng" algn="ctr">
                      <a:solidFill>
                        <a:srgbClr val="000000"/>
                      </a:solidFill>
                      <a:prstDash val="solid"/>
                      <a:round/>
                      <a:headEnd type="none" w="sm" len="sm"/>
                      <a:tailEnd type="none" w="sm" len="sm"/>
                    </a:lnR>
                    <a:lnT w="12700" cap="flat" cmpd="sng" algn="ctr">
                      <a:solidFill>
                        <a:srgbClr val="000000"/>
                      </a:solidFill>
                      <a:prstDash val="solid"/>
                      <a:round/>
                      <a:headEnd type="none" w="sm" len="sm"/>
                      <a:tailEnd type="none" w="sm" len="sm"/>
                    </a:lnT>
                    <a:lnB w="12700" cap="flat" cmpd="sng" algn="ctr">
                      <a:solidFill>
                        <a:srgbClr val="000000"/>
                      </a:solidFill>
                      <a:prstDash val="solid"/>
                      <a:round/>
                      <a:headEnd type="none" w="sm" len="sm"/>
                      <a:tailEnd type="none" w="sm" len="sm"/>
                    </a:lnB>
                    <a:lnTlToBr>
                      <a:noFill/>
                    </a:lnTlToBr>
                    <a:lnBlToTr>
                      <a:noFill/>
                    </a:lnBlToTr>
                    <a:solidFill>
                      <a:schemeClr val="bg1">
                        <a:alpha val="99000"/>
                      </a:schemeClr>
                    </a:solidFill>
                  </a:tcPr>
                </a:tc>
                <a:extLst>
                  <a:ext uri="{0D108BD9-81ED-4DB2-BD59-A6C34878D82A}">
                    <a16:rowId xmlns:a16="http://schemas.microsoft.com/office/drawing/2014/main" val="10002"/>
                  </a:ext>
                </a:extLst>
              </a:tr>
            </a:tbl>
          </a:graphicData>
        </a:graphic>
      </p:graphicFrame>
      <p:sp>
        <p:nvSpPr>
          <p:cNvPr id="43036" name="Rectangle 82"/>
          <p:cNvSpPr>
            <a:spLocks noChangeArrowheads="1"/>
          </p:cNvSpPr>
          <p:nvPr/>
        </p:nvSpPr>
        <p:spPr bwMode="auto">
          <a:xfrm>
            <a:off x="0" y="5659438"/>
            <a:ext cx="261938" cy="654050"/>
          </a:xfrm>
          <a:prstGeom prst="rect">
            <a:avLst/>
          </a:prstGeom>
          <a:noFill/>
          <a:ln w="12700">
            <a:noFill/>
            <a:miter lim="800000"/>
            <a:headEnd type="none" w="sm" len="sm"/>
            <a:tailEnd type="none" w="sm" len="sm"/>
          </a:ln>
        </p:spPr>
        <p:txBody>
          <a:bodyPr wrap="none" lIns="129607" tIns="64804" rIns="129607" bIns="64804" anchor="ctr">
            <a:spAutoFit/>
          </a:bodyPr>
          <a:lstStyle/>
          <a:p>
            <a:pPr>
              <a:tabLst>
                <a:tab pos="3240088" algn="l"/>
                <a:tab pos="5507038" algn="l"/>
              </a:tabLst>
            </a:pPr>
            <a:endParaRPr lang="en-US"/>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3012">
                                            <p:txEl>
                                              <p:pRg st="1" end="1"/>
                                            </p:txEl>
                                          </p:spTgt>
                                        </p:tgtEl>
                                        <p:attrNameLst>
                                          <p:attrName>style.visibility</p:attrName>
                                        </p:attrNameLst>
                                      </p:cBhvr>
                                      <p:to>
                                        <p:strVal val="visible"/>
                                      </p:to>
                                    </p:set>
                                    <p:animEffect transition="in" filter="dissolve">
                                      <p:cBhvr>
                                        <p:cTn id="7" dur="500"/>
                                        <p:tgtEl>
                                          <p:spTgt spid="4301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3012">
                                            <p:txEl>
                                              <p:pRg st="2" end="2"/>
                                            </p:txEl>
                                          </p:spTgt>
                                        </p:tgtEl>
                                        <p:attrNameLst>
                                          <p:attrName>style.visibility</p:attrName>
                                        </p:attrNameLst>
                                      </p:cBhvr>
                                      <p:to>
                                        <p:strVal val="visible"/>
                                      </p:to>
                                    </p:set>
                                    <p:animEffect transition="in" filter="dissolve">
                                      <p:cBhvr>
                                        <p:cTn id="12" dur="500"/>
                                        <p:tgtEl>
                                          <p:spTgt spid="4301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65651"/>
                                        </p:tgtEl>
                                        <p:attrNameLst>
                                          <p:attrName>style.visibility</p:attrName>
                                        </p:attrNameLst>
                                      </p:cBhvr>
                                      <p:to>
                                        <p:strVal val="visible"/>
                                      </p:to>
                                    </p:set>
                                    <p:animEffect transition="in" filter="dissolve">
                                      <p:cBhvr>
                                        <p:cTn id="17" dur="500"/>
                                        <p:tgtEl>
                                          <p:spTgt spid="3656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0" name="Rectangle 2"/>
          <p:cNvSpPr>
            <a:spLocks noGrp="1" noChangeArrowheads="1"/>
          </p:cNvSpPr>
          <p:nvPr>
            <p:ph type="title" idx="4294967295"/>
          </p:nvPr>
        </p:nvSpPr>
        <p:spPr>
          <a:xfrm>
            <a:off x="342027" y="200025"/>
            <a:ext cx="13111030" cy="800100"/>
          </a:xfrm>
          <a:prstGeom prst="rect">
            <a:avLst/>
          </a:prstGeom>
        </p:spPr>
        <p:txBody>
          <a:bodyPr lIns="129607" tIns="64804" rIns="129607" bIns="64804"/>
          <a:lstStyle/>
          <a:p>
            <a:pPr algn="ctr"/>
            <a:r>
              <a:rPr lang="en-US" altLang="en-US" sz="4800" b="1" dirty="0">
                <a:solidFill>
                  <a:schemeClr val="tx1"/>
                </a:solidFill>
                <a:latin typeface="Times New Roman" panose="02020603050405020304" pitchFamily="18" charset="0"/>
                <a:cs typeface="Times New Roman" panose="02020603050405020304" pitchFamily="18" charset="0"/>
              </a:rPr>
              <a:t>Interfaces vs. Abstract Classes, cont.</a:t>
            </a:r>
          </a:p>
        </p:txBody>
      </p:sp>
      <p:sp>
        <p:nvSpPr>
          <p:cNvPr id="45061" name="Rectangle 3"/>
          <p:cNvSpPr>
            <a:spLocks noChangeArrowheads="1"/>
          </p:cNvSpPr>
          <p:nvPr/>
        </p:nvSpPr>
        <p:spPr bwMode="auto">
          <a:xfrm>
            <a:off x="3762296" y="3485853"/>
            <a:ext cx="13681075" cy="6540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129607" tIns="64804" rIns="129607" bIns="64804">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0"/>
              </a:spcBef>
              <a:buClrTx/>
              <a:buSzTx/>
              <a:buFontTx/>
              <a:buNone/>
            </a:pPr>
            <a:endParaRPr lang="en-US" altLang="en-US" sz="3400"/>
          </a:p>
        </p:txBody>
      </p:sp>
      <p:sp>
        <p:nvSpPr>
          <p:cNvPr id="45062" name="Rectangle 5"/>
          <p:cNvSpPr>
            <a:spLocks noGrp="1" noChangeArrowheads="1"/>
          </p:cNvSpPr>
          <p:nvPr>
            <p:ph type="body" idx="4294967295"/>
          </p:nvPr>
        </p:nvSpPr>
        <p:spPr>
          <a:xfrm>
            <a:off x="228018" y="7500937"/>
            <a:ext cx="13111030" cy="900113"/>
          </a:xfrm>
        </p:spPr>
        <p:txBody>
          <a:bodyPr/>
          <a:lstStyle/>
          <a:p>
            <a:pPr marL="162009" lvl="1" indent="0">
              <a:lnSpc>
                <a:spcPct val="90000"/>
              </a:lnSpc>
              <a:spcAft>
                <a:spcPts val="1701"/>
              </a:spcAft>
              <a:buNone/>
            </a:pPr>
            <a:r>
              <a:rPr lang="en-US" altLang="en-US" sz="2400" dirty="0">
                <a:latin typeface="Times New Roman" panose="02020603050405020304" pitchFamily="18" charset="0"/>
                <a:cs typeface="Times New Roman" panose="02020603050405020304" pitchFamily="18" charset="0"/>
              </a:rPr>
              <a:t>Suppose that c is an instance of Class2. c is also an instance of Object, Class1, Interface1, Interface1_1, Interface1_2, Interface2_1, and Interface2_2.</a:t>
            </a:r>
          </a:p>
        </p:txBody>
      </p:sp>
      <p:sp>
        <p:nvSpPr>
          <p:cNvPr id="45063" name="Rectangle 7"/>
          <p:cNvSpPr>
            <a:spLocks noChangeArrowheads="1"/>
          </p:cNvSpPr>
          <p:nvPr/>
        </p:nvSpPr>
        <p:spPr bwMode="auto">
          <a:xfrm>
            <a:off x="228018" y="1100138"/>
            <a:ext cx="13225039" cy="260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0507" tIns="65254" rIns="130507" bIns="65254"/>
          <a:lstStyle>
            <a:lvl1pPr marL="342900" indent="-342900">
              <a:spcBef>
                <a:spcPct val="20000"/>
              </a:spcBef>
              <a:buClr>
                <a:schemeClr val="tx2"/>
              </a:buClr>
              <a:buSzPct val="75000"/>
              <a:buFont typeface="Monotype Sorts"/>
              <a:buChar char="F"/>
              <a:defRPr sz="3200">
                <a:solidFill>
                  <a:schemeClr val="tx1"/>
                </a:solidFill>
                <a:latin typeface="Times New Roman" pitchFamily="18" charset="0"/>
              </a:defRPr>
            </a:lvl1pPr>
            <a:lvl2pPr marL="11430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lvl="1">
              <a:spcAft>
                <a:spcPts val="1701"/>
              </a:spcAft>
              <a:buFont typeface="Wingdings" panose="05000000000000000000" pitchFamily="2" charset="2"/>
              <a:buChar char="§"/>
            </a:pPr>
            <a:r>
              <a:rPr lang="en-US" altLang="en-US" dirty="0">
                <a:cs typeface="Courier New" pitchFamily="49" charset="0"/>
              </a:rPr>
              <a:t> All classes share a single root, the Object class, but there is no single root for interfaces. </a:t>
            </a:r>
          </a:p>
          <a:p>
            <a:pPr lvl="1">
              <a:spcAft>
                <a:spcPts val="1701"/>
              </a:spcAft>
              <a:buFont typeface="Wingdings" panose="05000000000000000000" pitchFamily="2" charset="2"/>
              <a:buChar char="§"/>
            </a:pPr>
            <a:r>
              <a:rPr lang="en-US" altLang="en-US" dirty="0">
                <a:cs typeface="Courier New" pitchFamily="49" charset="0"/>
              </a:rPr>
              <a:t>Like a class, an interface also defines a type. </a:t>
            </a:r>
          </a:p>
          <a:p>
            <a:pPr lvl="2">
              <a:spcAft>
                <a:spcPts val="1701"/>
              </a:spcAft>
              <a:buFont typeface="Wingdings" panose="05000000000000000000" pitchFamily="2" charset="2"/>
              <a:buChar char="§"/>
            </a:pPr>
            <a:r>
              <a:rPr lang="en-US" altLang="en-US" dirty="0">
                <a:cs typeface="Courier New" pitchFamily="49" charset="0"/>
              </a:rPr>
              <a:t>A variable of an interface type can reference any instance of the class that implements the interface. </a:t>
            </a:r>
          </a:p>
          <a:p>
            <a:pPr lvl="1">
              <a:spcAft>
                <a:spcPts val="1701"/>
              </a:spcAft>
              <a:buFont typeface="Wingdings" panose="05000000000000000000" pitchFamily="2" charset="2"/>
              <a:buChar char="§"/>
            </a:pPr>
            <a:r>
              <a:rPr lang="en-US" altLang="en-US" dirty="0">
                <a:cs typeface="Courier New" pitchFamily="49" charset="0"/>
              </a:rPr>
              <a:t>If a class extends an interface, this interface plays the same role as a superclass. You can use an interface as a data type and cast a variable of an interface type to its subclass, and vice versa.</a:t>
            </a:r>
            <a:r>
              <a:rPr lang="en-US" altLang="en-US" dirty="0"/>
              <a:t> </a:t>
            </a:r>
          </a:p>
        </p:txBody>
      </p:sp>
      <p:pic>
        <p:nvPicPr>
          <p:cNvPr id="45064" name="Picture 1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83099" y="4636458"/>
            <a:ext cx="8498417" cy="27644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extLst>
      <p:ext uri="{BB962C8B-B14F-4D97-AF65-F5344CB8AC3E}">
        <p14:creationId xmlns:p14="http://schemas.microsoft.com/office/powerpoint/2010/main" val="3756132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Rectangle 2"/>
          <p:cNvSpPr>
            <a:spLocks noGrp="1" noChangeArrowheads="1"/>
          </p:cNvSpPr>
          <p:nvPr>
            <p:ph type="title" idx="4294967295"/>
          </p:nvPr>
        </p:nvSpPr>
        <p:spPr>
          <a:xfrm>
            <a:off x="342027" y="200025"/>
            <a:ext cx="13111030" cy="800100"/>
          </a:xfrm>
          <a:prstGeom prst="rect">
            <a:avLst/>
          </a:prstGeom>
        </p:spPr>
        <p:txBody>
          <a:bodyPr lIns="129607" tIns="64804" rIns="129607" bIns="64804"/>
          <a:lstStyle/>
          <a:p>
            <a:pPr algn="ctr"/>
            <a:r>
              <a:rPr lang="en-US" altLang="en-US" sz="4800" b="1" dirty="0">
                <a:solidFill>
                  <a:schemeClr val="tx1"/>
                </a:solidFill>
                <a:latin typeface="Times New Roman" panose="02020603050405020304" pitchFamily="18" charset="0"/>
                <a:cs typeface="Times New Roman" panose="02020603050405020304" pitchFamily="18" charset="0"/>
              </a:rPr>
              <a:t>Caution: conflict interfaces </a:t>
            </a:r>
          </a:p>
        </p:txBody>
      </p:sp>
      <p:sp>
        <p:nvSpPr>
          <p:cNvPr id="46085" name="Rectangle 3"/>
          <p:cNvSpPr>
            <a:spLocks noChangeArrowheads="1"/>
          </p:cNvSpPr>
          <p:nvPr/>
        </p:nvSpPr>
        <p:spPr bwMode="auto">
          <a:xfrm>
            <a:off x="3762296" y="3485853"/>
            <a:ext cx="13681075" cy="6540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129607" tIns="64804" rIns="129607" bIns="64804">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0"/>
              </a:spcBef>
              <a:buClrTx/>
              <a:buSzTx/>
              <a:buFontTx/>
              <a:buNone/>
            </a:pPr>
            <a:endParaRPr lang="en-US" altLang="en-US" sz="3400"/>
          </a:p>
        </p:txBody>
      </p:sp>
      <p:sp>
        <p:nvSpPr>
          <p:cNvPr id="46086" name="Rectangle 4"/>
          <p:cNvSpPr>
            <a:spLocks noGrp="1" noChangeArrowheads="1"/>
          </p:cNvSpPr>
          <p:nvPr>
            <p:ph type="body" idx="4294967295"/>
          </p:nvPr>
        </p:nvSpPr>
        <p:spPr>
          <a:xfrm>
            <a:off x="228018" y="1100137"/>
            <a:ext cx="12997021" cy="6900863"/>
          </a:xfrm>
        </p:spPr>
        <p:txBody>
          <a:bodyPr/>
          <a:lstStyle/>
          <a:p>
            <a:pPr marL="162009" lvl="1" indent="0" algn="just">
              <a:spcAft>
                <a:spcPts val="1701"/>
              </a:spcAft>
              <a:buNone/>
            </a:pPr>
            <a:r>
              <a:rPr lang="en-US" altLang="en-US" sz="4000" dirty="0">
                <a:latin typeface="Times New Roman" panose="02020603050405020304" pitchFamily="18" charset="0"/>
                <a:cs typeface="Times New Roman" panose="02020603050405020304" pitchFamily="18" charset="0"/>
              </a:rPr>
              <a:t>In rare occasions, a class may implement two interfaces with conflict information (e.g., two same constants with different values or two methods with same signature but different return type). This type of errors will be detected by the compiler. </a:t>
            </a:r>
          </a:p>
        </p:txBody>
      </p:sp>
    </p:spTree>
    <p:extLst>
      <p:ext uri="{BB962C8B-B14F-4D97-AF65-F5344CB8AC3E}">
        <p14:creationId xmlns:p14="http://schemas.microsoft.com/office/powerpoint/2010/main" val="3425663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8" name="Rectangle 2"/>
          <p:cNvSpPr>
            <a:spLocks noGrp="1" noChangeArrowheads="1"/>
          </p:cNvSpPr>
          <p:nvPr>
            <p:ph type="title" idx="4294967295"/>
          </p:nvPr>
        </p:nvSpPr>
        <p:spPr>
          <a:xfrm>
            <a:off x="342027" y="200025"/>
            <a:ext cx="13111030" cy="800100"/>
          </a:xfrm>
          <a:prstGeom prst="rect">
            <a:avLst/>
          </a:prstGeom>
        </p:spPr>
        <p:txBody>
          <a:bodyPr lIns="129607" tIns="64804" rIns="129607" bIns="64804"/>
          <a:lstStyle/>
          <a:p>
            <a:pPr algn="ctr"/>
            <a:r>
              <a:rPr lang="en-US" altLang="en-US" sz="4400" b="1" dirty="0">
                <a:solidFill>
                  <a:schemeClr val="tx1"/>
                </a:solidFill>
                <a:latin typeface="Times New Roman" panose="02020603050405020304" pitchFamily="18" charset="0"/>
                <a:cs typeface="Times New Roman" panose="02020603050405020304" pitchFamily="18" charset="0"/>
              </a:rPr>
              <a:t>When to use an interface or a class?</a:t>
            </a:r>
          </a:p>
        </p:txBody>
      </p:sp>
      <p:sp>
        <p:nvSpPr>
          <p:cNvPr id="47109" name="Rectangle 3"/>
          <p:cNvSpPr>
            <a:spLocks noChangeArrowheads="1"/>
          </p:cNvSpPr>
          <p:nvPr/>
        </p:nvSpPr>
        <p:spPr bwMode="auto">
          <a:xfrm>
            <a:off x="3762296" y="3485853"/>
            <a:ext cx="13681075" cy="6540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129607" tIns="64804" rIns="129607" bIns="64804">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0"/>
              </a:spcBef>
              <a:buClrTx/>
              <a:buSzTx/>
              <a:buFontTx/>
              <a:buNone/>
            </a:pPr>
            <a:endParaRPr lang="en-US" altLang="en-US" sz="3400"/>
          </a:p>
        </p:txBody>
      </p:sp>
      <p:sp>
        <p:nvSpPr>
          <p:cNvPr id="47110" name="Rectangle 5"/>
          <p:cNvSpPr>
            <a:spLocks noGrp="1" noChangeArrowheads="1"/>
          </p:cNvSpPr>
          <p:nvPr>
            <p:ph type="body" idx="4294967295"/>
          </p:nvPr>
        </p:nvSpPr>
        <p:spPr>
          <a:xfrm>
            <a:off x="248800" y="1498104"/>
            <a:ext cx="12997021" cy="6900863"/>
          </a:xfrm>
        </p:spPr>
        <p:txBody>
          <a:bodyPr/>
          <a:lstStyle/>
          <a:p>
            <a:pPr marL="619209" lvl="1" indent="-457200">
              <a:spcAft>
                <a:spcPts val="1701"/>
              </a:spcAft>
            </a:pPr>
            <a:r>
              <a:rPr lang="en-US" altLang="en-US" sz="2800" dirty="0">
                <a:latin typeface="Times New Roman" panose="02020603050405020304" pitchFamily="18" charset="0"/>
                <a:cs typeface="Times New Roman" panose="02020603050405020304" pitchFamily="18" charset="0"/>
              </a:rPr>
              <a:t>Abstract classes and interfaces can both be used to model common features. </a:t>
            </a:r>
          </a:p>
          <a:p>
            <a:pPr marL="619209" lvl="1" indent="-457200">
              <a:spcAft>
                <a:spcPts val="1701"/>
              </a:spcAft>
            </a:pPr>
            <a:r>
              <a:rPr lang="en-US" altLang="en-US" sz="2800" dirty="0">
                <a:latin typeface="Times New Roman" panose="02020603050405020304" pitchFamily="18" charset="0"/>
                <a:cs typeface="Times New Roman" panose="02020603050405020304" pitchFamily="18" charset="0"/>
              </a:rPr>
              <a:t>How do you decide when to use an interface or a class? </a:t>
            </a:r>
          </a:p>
          <a:p>
            <a:pPr marL="619209" lvl="1" indent="-457200">
              <a:spcAft>
                <a:spcPts val="1701"/>
              </a:spcAft>
            </a:pPr>
            <a:r>
              <a:rPr lang="en-US" altLang="en-US" sz="2800" dirty="0">
                <a:latin typeface="Times New Roman" panose="02020603050405020304" pitchFamily="18" charset="0"/>
                <a:cs typeface="Times New Roman" panose="02020603050405020304" pitchFamily="18" charset="0"/>
              </a:rPr>
              <a:t>In general, a strong is-a relationship that clearly describes a parent-child relationship should be modeled using classes. For example, a staff member is a person. </a:t>
            </a:r>
          </a:p>
          <a:p>
            <a:pPr marL="619209" lvl="1" indent="-457200">
              <a:spcAft>
                <a:spcPts val="1701"/>
              </a:spcAft>
            </a:pPr>
            <a:r>
              <a:rPr lang="en-US" altLang="en-US" sz="2800" dirty="0">
                <a:latin typeface="Times New Roman" panose="02020603050405020304" pitchFamily="18" charset="0"/>
                <a:cs typeface="Times New Roman" panose="02020603050405020304" pitchFamily="18" charset="0"/>
              </a:rPr>
              <a:t>A weak is-a relationship, also known as an is-kind-of relationship, indicates that an object possesses a certain property. A weak is-a relationship can be modeled using interfaces. </a:t>
            </a:r>
          </a:p>
          <a:p>
            <a:pPr marL="1077996" lvl="2" indent="-457200">
              <a:spcAft>
                <a:spcPts val="1701"/>
              </a:spcAft>
            </a:pPr>
            <a:r>
              <a:rPr lang="en-US" altLang="en-US" sz="2400" dirty="0">
                <a:latin typeface="Times New Roman" panose="02020603050405020304" pitchFamily="18" charset="0"/>
                <a:cs typeface="Times New Roman" panose="02020603050405020304" pitchFamily="18" charset="0"/>
              </a:rPr>
              <a:t>For example, all strings are comparable, so the String class implements the Comparable interface. </a:t>
            </a:r>
          </a:p>
          <a:p>
            <a:pPr marL="1077996" lvl="2" indent="-457200">
              <a:spcAft>
                <a:spcPts val="1701"/>
              </a:spcAft>
            </a:pPr>
            <a:r>
              <a:rPr lang="en-US" altLang="en-US" sz="2400" dirty="0">
                <a:latin typeface="Times New Roman" panose="02020603050405020304" pitchFamily="18" charset="0"/>
                <a:cs typeface="Times New Roman" panose="02020603050405020304" pitchFamily="18" charset="0"/>
              </a:rPr>
              <a:t>You can also use interfaces to circumvent single inheritance restriction if multiple inheritance is desired. In the case of multiple inheritance, you have to design one as a superclass, and others as interface. </a:t>
            </a:r>
          </a:p>
        </p:txBody>
      </p:sp>
    </p:spTree>
    <p:extLst>
      <p:ext uri="{BB962C8B-B14F-4D97-AF65-F5344CB8AC3E}">
        <p14:creationId xmlns:p14="http://schemas.microsoft.com/office/powerpoint/2010/main" val="26736825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0" name="Picture 1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3268" y="925116"/>
            <a:ext cx="12431727" cy="67175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48133" name="Rectangle 2"/>
          <p:cNvSpPr>
            <a:spLocks noGrp="1" noChangeArrowheads="1"/>
          </p:cNvSpPr>
          <p:nvPr>
            <p:ph type="title" idx="4294967295"/>
          </p:nvPr>
        </p:nvSpPr>
        <p:spPr>
          <a:xfrm>
            <a:off x="513040" y="204193"/>
            <a:ext cx="12997021" cy="595908"/>
          </a:xfrm>
          <a:prstGeom prst="rect">
            <a:avLst/>
          </a:prstGeom>
        </p:spPr>
        <p:txBody>
          <a:bodyPr lIns="129607" tIns="64804" rIns="129607" bIns="64804"/>
          <a:lstStyle/>
          <a:p>
            <a:pPr algn="ctr"/>
            <a:r>
              <a:rPr lang="en-US" altLang="en-US" sz="4800" b="1" dirty="0">
                <a:solidFill>
                  <a:schemeClr val="tx1"/>
                </a:solidFill>
                <a:latin typeface="Times New Roman" panose="02020603050405020304" pitchFamily="18" charset="0"/>
                <a:cs typeface="Times New Roman" panose="02020603050405020304" pitchFamily="18" charset="0"/>
              </a:rPr>
              <a:t>The </a:t>
            </a:r>
            <a:r>
              <a:rPr lang="en-US" altLang="en-US" sz="4800" b="1" dirty="0">
                <a:solidFill>
                  <a:schemeClr val="tx1"/>
                </a:solidFill>
                <a:latin typeface="Courier New" panose="02070309020205020404" pitchFamily="49" charset="0"/>
                <a:cs typeface="Courier New" panose="02070309020205020404" pitchFamily="49" charset="0"/>
              </a:rPr>
              <a:t>Rational</a:t>
            </a:r>
            <a:r>
              <a:rPr lang="en-US" altLang="en-US" sz="4800" b="1" dirty="0">
                <a:solidFill>
                  <a:schemeClr val="tx1"/>
                </a:solidFill>
                <a:latin typeface="Times New Roman" panose="02020603050405020304" pitchFamily="18" charset="0"/>
                <a:cs typeface="Times New Roman" panose="02020603050405020304" pitchFamily="18" charset="0"/>
              </a:rPr>
              <a:t> Class</a:t>
            </a:r>
          </a:p>
        </p:txBody>
      </p:sp>
      <p:sp>
        <p:nvSpPr>
          <p:cNvPr id="48134" name="Rectangle 6"/>
          <p:cNvSpPr>
            <a:spLocks noChangeArrowheads="1"/>
          </p:cNvSpPr>
          <p:nvPr/>
        </p:nvSpPr>
        <p:spPr bwMode="auto">
          <a:xfrm>
            <a:off x="3204128" y="3035797"/>
            <a:ext cx="13681075" cy="6540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129607" tIns="64804" rIns="129607" bIns="64804">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0"/>
              </a:spcBef>
              <a:buClrTx/>
              <a:buSzTx/>
              <a:buFontTx/>
              <a:buNone/>
            </a:pPr>
            <a:endParaRPr lang="en-US" altLang="en-US" sz="3400"/>
          </a:p>
        </p:txBody>
      </p:sp>
      <p:sp>
        <p:nvSpPr>
          <p:cNvPr id="48135" name="Rectangle 10"/>
          <p:cNvSpPr>
            <a:spLocks noChangeArrowheads="1"/>
          </p:cNvSpPr>
          <p:nvPr/>
        </p:nvSpPr>
        <p:spPr bwMode="auto">
          <a:xfrm>
            <a:off x="0" y="1548187"/>
            <a:ext cx="261810" cy="654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9607" tIns="64804" rIns="129607" bIns="64804" anchor="ctr">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0"/>
              </a:spcBef>
              <a:buClrTx/>
              <a:buSzTx/>
              <a:buFontTx/>
              <a:buNone/>
            </a:pPr>
            <a:endParaRPr lang="en-US" altLang="en-US" sz="3400"/>
          </a:p>
        </p:txBody>
      </p:sp>
      <p:sp>
        <p:nvSpPr>
          <p:cNvPr id="48136" name="Rectangle 14"/>
          <p:cNvSpPr>
            <a:spLocks noChangeArrowheads="1"/>
          </p:cNvSpPr>
          <p:nvPr/>
        </p:nvSpPr>
        <p:spPr bwMode="auto">
          <a:xfrm>
            <a:off x="0" y="1341912"/>
            <a:ext cx="261810" cy="654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9607" tIns="64804" rIns="129607" bIns="64804" anchor="ctr">
            <a:spAutoFit/>
          </a:bodyP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spcBef>
                <a:spcPct val="0"/>
              </a:spcBef>
              <a:buClrTx/>
              <a:buSzTx/>
              <a:buFontTx/>
              <a:buNone/>
            </a:pPr>
            <a:endParaRPr lang="en-US" altLang="en-US" sz="3400"/>
          </a:p>
        </p:txBody>
      </p:sp>
      <p:sp>
        <p:nvSpPr>
          <p:cNvPr id="48137" name="AutoShape 10">
            <a:hlinkClick r:id="rId3" action="ppaction://program" highlightClick="1"/>
          </p:cNvPr>
          <p:cNvSpPr>
            <a:spLocks noChangeArrowheads="1"/>
          </p:cNvSpPr>
          <p:nvPr/>
        </p:nvSpPr>
        <p:spPr bwMode="auto">
          <a:xfrm>
            <a:off x="11377144" y="7800975"/>
            <a:ext cx="1045082" cy="500063"/>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lIns="129607" tIns="64804" rIns="129607" bIns="64804" anchor="ctr"/>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2600">
                <a:latin typeface="Book Antiqua" pitchFamily="18" charset="0"/>
              </a:rPr>
              <a:t>Run</a:t>
            </a:r>
            <a:endParaRPr lang="en-US" altLang="en-US" sz="2600"/>
          </a:p>
        </p:txBody>
      </p:sp>
      <p:sp>
        <p:nvSpPr>
          <p:cNvPr id="48138" name="Rectangle 14">
            <a:hlinkClick r:id="rId4"/>
          </p:cNvPr>
          <p:cNvSpPr>
            <a:spLocks noChangeArrowheads="1"/>
          </p:cNvSpPr>
          <p:nvPr/>
        </p:nvSpPr>
        <p:spPr bwMode="auto">
          <a:xfrm>
            <a:off x="5586439" y="7800975"/>
            <a:ext cx="2128167" cy="500063"/>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lIns="129607" tIns="64804" rIns="129607" bIns="64804"/>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2800"/>
              <a:t>Rational</a:t>
            </a:r>
          </a:p>
        </p:txBody>
      </p:sp>
      <p:sp>
        <p:nvSpPr>
          <p:cNvPr id="48139" name="Rectangle 15">
            <a:hlinkClick r:id="rId5"/>
          </p:cNvPr>
          <p:cNvSpPr>
            <a:spLocks noChangeArrowheads="1"/>
          </p:cNvSpPr>
          <p:nvPr/>
        </p:nvSpPr>
        <p:spPr bwMode="auto">
          <a:xfrm>
            <a:off x="7866619" y="7819728"/>
            <a:ext cx="3294385" cy="500063"/>
          </a:xfrm>
          <a:prstGeom prst="rect">
            <a:avLst/>
          </a:prstGeom>
          <a:solidFill>
            <a:srgbClr val="92D050"/>
          </a:solidFill>
          <a:ln>
            <a:noFill/>
          </a:ln>
          <a:extLst>
            <a:ext uri="{91240B29-F687-4F45-9708-019B960494DF}">
              <a14:hiddenLine xmlns:a14="http://schemas.microsoft.com/office/drawing/2010/main" w="12700" algn="ctr">
                <a:solidFill>
                  <a:srgbClr val="000000"/>
                </a:solidFill>
                <a:round/>
                <a:headEnd type="none" w="sm" len="sm"/>
                <a:tailEnd type="none" w="sm" len="sm"/>
              </a14:hiddenLine>
            </a:ext>
          </a:extLst>
        </p:spPr>
        <p:txBody>
          <a:bodyPr lIns="129607" tIns="64804" rIns="129607" bIns="64804"/>
          <a:lstStyle>
            <a:lvl1pPr>
              <a:spcBef>
                <a:spcPct val="20000"/>
              </a:spcBef>
              <a:buClr>
                <a:schemeClr val="tx2"/>
              </a:buClr>
              <a:buSzPct val="75000"/>
              <a:buFont typeface="Monotype Sorts"/>
              <a:buChar char="F"/>
              <a:defRPr sz="3200">
                <a:solidFill>
                  <a:schemeClr val="tx1"/>
                </a:solidFill>
                <a:latin typeface="Times New Roman" pitchFamily="18" charset="0"/>
              </a:defRPr>
            </a:lvl1pPr>
            <a:lvl2pPr marL="742950" indent="-285750">
              <a:spcBef>
                <a:spcPct val="20000"/>
              </a:spcBef>
              <a:buClr>
                <a:schemeClr val="tx1"/>
              </a:buClr>
              <a:buChar char="–"/>
              <a:defRPr sz="2800">
                <a:solidFill>
                  <a:schemeClr val="tx1"/>
                </a:solidFill>
                <a:latin typeface="Times New Roman"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itchFamily="18" charset="0"/>
              </a:defRPr>
            </a:lvl3pPr>
            <a:lvl4pPr marL="1600200" indent="-228600">
              <a:spcBef>
                <a:spcPct val="20000"/>
              </a:spcBef>
              <a:buClr>
                <a:schemeClr val="tx1"/>
              </a:buClr>
              <a:buChar char="–"/>
              <a:defRPr sz="2000">
                <a:solidFill>
                  <a:schemeClr val="tx1"/>
                </a:solidFill>
                <a:latin typeface="Times New Roman" pitchFamily="18" charset="0"/>
              </a:defRPr>
            </a:lvl4pPr>
            <a:lvl5pPr marL="2057400" indent="-228600">
              <a:spcBef>
                <a:spcPct val="20000"/>
              </a:spcBef>
              <a:buClr>
                <a:schemeClr val="tx2"/>
              </a:buClr>
              <a:buChar char="•"/>
              <a:defRPr sz="2000">
                <a:solidFill>
                  <a:schemeClr val="tx1"/>
                </a:solidFill>
                <a:latin typeface="Times New Roman"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itchFamily="18" charset="0"/>
              </a:defRPr>
            </a:lvl9pPr>
          </a:lstStyle>
          <a:p>
            <a:pPr algn="ctr">
              <a:spcBef>
                <a:spcPct val="0"/>
              </a:spcBef>
              <a:buClrTx/>
              <a:buSzTx/>
              <a:buFontTx/>
              <a:buNone/>
            </a:pPr>
            <a:r>
              <a:rPr lang="en-US" altLang="en-US" sz="2800"/>
              <a:t>TestRationalClass</a:t>
            </a:r>
          </a:p>
        </p:txBody>
      </p:sp>
    </p:spTree>
    <p:extLst>
      <p:ext uri="{BB962C8B-B14F-4D97-AF65-F5344CB8AC3E}">
        <p14:creationId xmlns:p14="http://schemas.microsoft.com/office/powerpoint/2010/main" val="29691971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2"/>
          <p:cNvSpPr>
            <a:spLocks noGrp="1" noChangeArrowheads="1"/>
          </p:cNvSpPr>
          <p:nvPr>
            <p:ph type="title"/>
          </p:nvPr>
        </p:nvSpPr>
        <p:spPr>
          <a:xfrm>
            <a:off x="1026081" y="400050"/>
            <a:ext cx="11628914" cy="1075134"/>
          </a:xfrm>
        </p:spPr>
        <p:txBody>
          <a:bodyPr lIns="129607" tIns="64804" rIns="129607" bIns="64804"/>
          <a:lstStyle/>
          <a:p>
            <a:pPr algn="ctr"/>
            <a:r>
              <a:rPr lang="en-US" altLang="en-US" sz="4800" b="1" dirty="0">
                <a:solidFill>
                  <a:schemeClr val="tx1"/>
                </a:solidFill>
                <a:latin typeface="Times New Roman" panose="02020603050405020304" pitchFamily="18" charset="0"/>
                <a:cs typeface="Times New Roman" panose="02020603050405020304" pitchFamily="18" charset="0"/>
              </a:rPr>
              <a:t>Designing a Class</a:t>
            </a:r>
          </a:p>
        </p:txBody>
      </p:sp>
      <p:sp>
        <p:nvSpPr>
          <p:cNvPr id="49156" name="Rectangle 3"/>
          <p:cNvSpPr>
            <a:spLocks noGrp="1" noChangeArrowheads="1"/>
          </p:cNvSpPr>
          <p:nvPr>
            <p:ph type="body" idx="1"/>
          </p:nvPr>
        </p:nvSpPr>
        <p:spPr>
          <a:xfrm>
            <a:off x="456036" y="1800225"/>
            <a:ext cx="13225039" cy="6300788"/>
          </a:xfrm>
        </p:spPr>
        <p:txBody>
          <a:bodyPr/>
          <a:lstStyle/>
          <a:p>
            <a:pPr>
              <a:spcBef>
                <a:spcPct val="50000"/>
              </a:spcBef>
            </a:pPr>
            <a:r>
              <a:rPr lang="en-US" altLang="en-US" sz="3600" dirty="0">
                <a:latin typeface="Times New Roman" panose="02020603050405020304" pitchFamily="18" charset="0"/>
                <a:cs typeface="Times New Roman" panose="02020603050405020304" pitchFamily="18" charset="0"/>
              </a:rPr>
              <a:t>(Coherence) A class should describe a single entity, and all the class operations should logically fit together to support a coherent purpose. </a:t>
            </a:r>
          </a:p>
          <a:p>
            <a:pPr>
              <a:spcBef>
                <a:spcPct val="50000"/>
              </a:spcBef>
            </a:pPr>
            <a:r>
              <a:rPr lang="en-US" altLang="en-US" sz="3600" dirty="0">
                <a:latin typeface="Times New Roman" panose="02020603050405020304" pitchFamily="18" charset="0"/>
                <a:cs typeface="Times New Roman" panose="02020603050405020304" pitchFamily="18" charset="0"/>
              </a:rPr>
              <a:t>You can use a class for students, for example, but you should not combine students and staff in the same class, because students and staff have different entities. </a:t>
            </a:r>
          </a:p>
        </p:txBody>
      </p:sp>
    </p:spTree>
    <p:extLst>
      <p:ext uri="{BB962C8B-B14F-4D97-AF65-F5344CB8AC3E}">
        <p14:creationId xmlns:p14="http://schemas.microsoft.com/office/powerpoint/2010/main" val="19895290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2"/>
          <p:cNvSpPr>
            <a:spLocks noGrp="1" noChangeArrowheads="1"/>
          </p:cNvSpPr>
          <p:nvPr>
            <p:ph type="title"/>
          </p:nvPr>
        </p:nvSpPr>
        <p:spPr>
          <a:xfrm>
            <a:off x="1026081" y="400050"/>
            <a:ext cx="11628914" cy="1075134"/>
          </a:xfrm>
        </p:spPr>
        <p:txBody>
          <a:bodyPr lIns="129607" tIns="64804" rIns="129607" bIns="64804"/>
          <a:lstStyle/>
          <a:p>
            <a:pPr algn="ctr"/>
            <a:r>
              <a:rPr lang="en-US" altLang="en-US" sz="4800" b="1" dirty="0">
                <a:solidFill>
                  <a:schemeClr val="tx1"/>
                </a:solidFill>
                <a:latin typeface="Times New Roman" panose="02020603050405020304" pitchFamily="18" charset="0"/>
                <a:cs typeface="Times New Roman" panose="02020603050405020304" pitchFamily="18" charset="0"/>
              </a:rPr>
              <a:t>Designing a Class, cont.</a:t>
            </a:r>
          </a:p>
        </p:txBody>
      </p:sp>
      <p:sp>
        <p:nvSpPr>
          <p:cNvPr id="50180" name="Rectangle 3"/>
          <p:cNvSpPr>
            <a:spLocks noGrp="1" noChangeArrowheads="1"/>
          </p:cNvSpPr>
          <p:nvPr>
            <p:ph type="body" idx="1"/>
          </p:nvPr>
        </p:nvSpPr>
        <p:spPr>
          <a:xfrm>
            <a:off x="456036" y="1800225"/>
            <a:ext cx="13225039" cy="6300788"/>
          </a:xfrm>
        </p:spPr>
        <p:txBody>
          <a:bodyPr/>
          <a:lstStyle/>
          <a:p>
            <a:pPr algn="just">
              <a:spcBef>
                <a:spcPct val="50000"/>
              </a:spcBef>
            </a:pPr>
            <a:r>
              <a:rPr lang="en-US" altLang="en-US" sz="3600" dirty="0">
                <a:latin typeface="Times New Roman" panose="02020603050405020304" pitchFamily="18" charset="0"/>
                <a:cs typeface="Times New Roman" panose="02020603050405020304" pitchFamily="18" charset="0"/>
              </a:rPr>
              <a:t>(Separating responsibilities) A single entity with too many responsibilities can be broken into several classes to separate responsibilities. </a:t>
            </a:r>
          </a:p>
          <a:p>
            <a:pPr algn="just">
              <a:spcBef>
                <a:spcPct val="50000"/>
              </a:spcBef>
            </a:pPr>
            <a:r>
              <a:rPr lang="en-US" altLang="en-US" sz="3600" dirty="0">
                <a:latin typeface="Times New Roman" panose="02020603050405020304" pitchFamily="18" charset="0"/>
                <a:cs typeface="Times New Roman" panose="02020603050405020304" pitchFamily="18" charset="0"/>
              </a:rPr>
              <a:t>The classes String, </a:t>
            </a:r>
            <a:r>
              <a:rPr lang="en-US" altLang="en-US" sz="3600" dirty="0" err="1">
                <a:latin typeface="Times New Roman" panose="02020603050405020304" pitchFamily="18" charset="0"/>
                <a:cs typeface="Times New Roman" panose="02020603050405020304" pitchFamily="18" charset="0"/>
              </a:rPr>
              <a:t>StringBuilder</a:t>
            </a:r>
            <a:r>
              <a:rPr lang="en-US" altLang="en-US" sz="3600" dirty="0">
                <a:latin typeface="Times New Roman" panose="02020603050405020304" pitchFamily="18" charset="0"/>
                <a:cs typeface="Times New Roman" panose="02020603050405020304" pitchFamily="18" charset="0"/>
              </a:rPr>
              <a:t>, and </a:t>
            </a:r>
            <a:r>
              <a:rPr lang="en-US" altLang="en-US" sz="3600" dirty="0" err="1">
                <a:latin typeface="Times New Roman" panose="02020603050405020304" pitchFamily="18" charset="0"/>
                <a:cs typeface="Times New Roman" panose="02020603050405020304" pitchFamily="18" charset="0"/>
              </a:rPr>
              <a:t>StringBuffer</a:t>
            </a:r>
            <a:r>
              <a:rPr lang="en-US" altLang="en-US" sz="3600" dirty="0">
                <a:latin typeface="Times New Roman" panose="02020603050405020304" pitchFamily="18" charset="0"/>
                <a:cs typeface="Times New Roman" panose="02020603050405020304" pitchFamily="18" charset="0"/>
              </a:rPr>
              <a:t> all deal with strings, for example, but have different responsibilities. </a:t>
            </a:r>
          </a:p>
          <a:p>
            <a:pPr algn="just">
              <a:spcBef>
                <a:spcPct val="50000"/>
              </a:spcBef>
            </a:pPr>
            <a:r>
              <a:rPr lang="en-US" altLang="en-US" sz="3600" dirty="0">
                <a:latin typeface="Times New Roman" panose="02020603050405020304" pitchFamily="18" charset="0"/>
                <a:cs typeface="Times New Roman" panose="02020603050405020304" pitchFamily="18" charset="0"/>
              </a:rPr>
              <a:t>The String class deals with immutable strings, the </a:t>
            </a:r>
            <a:r>
              <a:rPr lang="en-US" altLang="en-US" sz="3600" dirty="0" err="1">
                <a:latin typeface="Times New Roman" panose="02020603050405020304" pitchFamily="18" charset="0"/>
                <a:cs typeface="Times New Roman" panose="02020603050405020304" pitchFamily="18" charset="0"/>
              </a:rPr>
              <a:t>StringBuilder</a:t>
            </a:r>
            <a:r>
              <a:rPr lang="en-US" altLang="en-US" sz="3600" dirty="0">
                <a:latin typeface="Times New Roman" panose="02020603050405020304" pitchFamily="18" charset="0"/>
                <a:cs typeface="Times New Roman" panose="02020603050405020304" pitchFamily="18" charset="0"/>
              </a:rPr>
              <a:t> class is for creating mutable strings, and the </a:t>
            </a:r>
            <a:r>
              <a:rPr lang="en-US" altLang="en-US" sz="3600" dirty="0" err="1">
                <a:latin typeface="Times New Roman" panose="02020603050405020304" pitchFamily="18" charset="0"/>
                <a:cs typeface="Times New Roman" panose="02020603050405020304" pitchFamily="18" charset="0"/>
              </a:rPr>
              <a:t>StringBuffer</a:t>
            </a:r>
            <a:r>
              <a:rPr lang="en-US" altLang="en-US" sz="3600" dirty="0">
                <a:latin typeface="Times New Roman" panose="02020603050405020304" pitchFamily="18" charset="0"/>
                <a:cs typeface="Times New Roman" panose="02020603050405020304" pitchFamily="18" charset="0"/>
              </a:rPr>
              <a:t> class is similar to </a:t>
            </a:r>
            <a:r>
              <a:rPr lang="en-US" altLang="en-US" sz="3600" dirty="0" err="1">
                <a:latin typeface="Times New Roman" panose="02020603050405020304" pitchFamily="18" charset="0"/>
                <a:cs typeface="Times New Roman" panose="02020603050405020304" pitchFamily="18" charset="0"/>
              </a:rPr>
              <a:t>StringBuilder</a:t>
            </a:r>
            <a:r>
              <a:rPr lang="en-US" altLang="en-US" sz="3600" dirty="0">
                <a:latin typeface="Times New Roman" panose="02020603050405020304" pitchFamily="18" charset="0"/>
                <a:cs typeface="Times New Roman" panose="02020603050405020304" pitchFamily="18" charset="0"/>
              </a:rPr>
              <a:t> except that </a:t>
            </a:r>
            <a:r>
              <a:rPr lang="en-US" altLang="en-US" sz="3600" dirty="0" err="1">
                <a:latin typeface="Times New Roman" panose="02020603050405020304" pitchFamily="18" charset="0"/>
                <a:cs typeface="Times New Roman" panose="02020603050405020304" pitchFamily="18" charset="0"/>
              </a:rPr>
              <a:t>StringBuffer</a:t>
            </a:r>
            <a:r>
              <a:rPr lang="en-US" altLang="en-US" sz="3600" dirty="0">
                <a:latin typeface="Times New Roman" panose="02020603050405020304" pitchFamily="18" charset="0"/>
                <a:cs typeface="Times New Roman" panose="02020603050405020304" pitchFamily="18" charset="0"/>
              </a:rPr>
              <a:t> contains synchronized methods for updating strings. </a:t>
            </a:r>
          </a:p>
        </p:txBody>
      </p:sp>
    </p:spTree>
    <p:extLst>
      <p:ext uri="{BB962C8B-B14F-4D97-AF65-F5344CB8AC3E}">
        <p14:creationId xmlns:p14="http://schemas.microsoft.com/office/powerpoint/2010/main" val="30390970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2"/>
          <p:cNvSpPr>
            <a:spLocks noGrp="1" noChangeArrowheads="1"/>
          </p:cNvSpPr>
          <p:nvPr>
            <p:ph type="title"/>
          </p:nvPr>
        </p:nvSpPr>
        <p:spPr>
          <a:xfrm>
            <a:off x="1026081" y="400050"/>
            <a:ext cx="11628914" cy="1075134"/>
          </a:xfrm>
        </p:spPr>
        <p:txBody>
          <a:bodyPr lIns="129607" tIns="64804" rIns="129607" bIns="64804"/>
          <a:lstStyle/>
          <a:p>
            <a:pPr algn="ctr"/>
            <a:r>
              <a:rPr lang="en-US" altLang="en-US" sz="4800" b="1" dirty="0">
                <a:solidFill>
                  <a:schemeClr val="tx1"/>
                </a:solidFill>
                <a:latin typeface="Times New Roman" panose="02020603050405020304" pitchFamily="18" charset="0"/>
                <a:cs typeface="Times New Roman" panose="02020603050405020304" pitchFamily="18" charset="0"/>
              </a:rPr>
              <a:t>Designing a Class, cont.</a:t>
            </a:r>
          </a:p>
        </p:txBody>
      </p:sp>
      <p:sp>
        <p:nvSpPr>
          <p:cNvPr id="51204" name="Rectangle 3"/>
          <p:cNvSpPr>
            <a:spLocks noGrp="1" noChangeArrowheads="1"/>
          </p:cNvSpPr>
          <p:nvPr>
            <p:ph type="body" idx="1"/>
          </p:nvPr>
        </p:nvSpPr>
        <p:spPr>
          <a:xfrm>
            <a:off x="0" y="1800225"/>
            <a:ext cx="13681075" cy="7200900"/>
          </a:xfrm>
        </p:spPr>
        <p:txBody>
          <a:bodyPr/>
          <a:lstStyle/>
          <a:p>
            <a:pPr>
              <a:spcBef>
                <a:spcPct val="50000"/>
              </a:spcBef>
            </a:pPr>
            <a:r>
              <a:rPr lang="en-US" altLang="en-US" sz="3600" dirty="0">
                <a:latin typeface="Times New Roman" panose="02020603050405020304" pitchFamily="18" charset="0"/>
                <a:cs typeface="Times New Roman" panose="02020603050405020304" pitchFamily="18" charset="0"/>
              </a:rPr>
              <a:t>Classes are designed for reuse. </a:t>
            </a:r>
          </a:p>
          <a:p>
            <a:pPr>
              <a:spcBef>
                <a:spcPct val="50000"/>
              </a:spcBef>
            </a:pPr>
            <a:r>
              <a:rPr lang="en-US" altLang="en-US" sz="3600" dirty="0">
                <a:latin typeface="Times New Roman" panose="02020603050405020304" pitchFamily="18" charset="0"/>
                <a:cs typeface="Times New Roman" panose="02020603050405020304" pitchFamily="18" charset="0"/>
              </a:rPr>
              <a:t>Users can incorporate classes in many different combinations, orders, and environments. </a:t>
            </a:r>
          </a:p>
          <a:p>
            <a:pPr>
              <a:spcBef>
                <a:spcPct val="50000"/>
              </a:spcBef>
            </a:pPr>
            <a:r>
              <a:rPr lang="en-US" altLang="en-US" sz="3600" dirty="0">
                <a:latin typeface="Times New Roman" panose="02020603050405020304" pitchFamily="18" charset="0"/>
                <a:cs typeface="Times New Roman" panose="02020603050405020304" pitchFamily="18" charset="0"/>
              </a:rPr>
              <a:t>Therefore, you should design a class that imposes no restrictions on what or when the user can do with it, design the properties to ensure that the user can set properties in any order, with any combination of values, and design methods to function independently of their order of occurrence.</a:t>
            </a:r>
          </a:p>
        </p:txBody>
      </p:sp>
    </p:spTree>
    <p:extLst>
      <p:ext uri="{BB962C8B-B14F-4D97-AF65-F5344CB8AC3E}">
        <p14:creationId xmlns:p14="http://schemas.microsoft.com/office/powerpoint/2010/main" val="18211276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2"/>
          <p:cNvSpPr>
            <a:spLocks noGrp="1" noChangeArrowheads="1"/>
          </p:cNvSpPr>
          <p:nvPr>
            <p:ph type="title"/>
          </p:nvPr>
        </p:nvSpPr>
        <p:spPr>
          <a:xfrm>
            <a:off x="1026081" y="400050"/>
            <a:ext cx="11628914" cy="1075134"/>
          </a:xfrm>
        </p:spPr>
        <p:txBody>
          <a:bodyPr lIns="129607" tIns="64804" rIns="129607" bIns="64804"/>
          <a:lstStyle/>
          <a:p>
            <a:pPr algn="ctr"/>
            <a:r>
              <a:rPr lang="en-US" altLang="en-US" sz="4800" b="1" dirty="0">
                <a:solidFill>
                  <a:schemeClr val="tx1"/>
                </a:solidFill>
                <a:latin typeface="Times New Roman" panose="02020603050405020304" pitchFamily="18" charset="0"/>
                <a:cs typeface="Times New Roman" panose="02020603050405020304" pitchFamily="18" charset="0"/>
              </a:rPr>
              <a:t>Designing a Class, cont.</a:t>
            </a:r>
          </a:p>
        </p:txBody>
      </p:sp>
      <p:sp>
        <p:nvSpPr>
          <p:cNvPr id="52228" name="Rectangle 3"/>
          <p:cNvSpPr>
            <a:spLocks noGrp="1" noChangeArrowheads="1"/>
          </p:cNvSpPr>
          <p:nvPr>
            <p:ph type="body" idx="1"/>
          </p:nvPr>
        </p:nvSpPr>
        <p:spPr>
          <a:xfrm>
            <a:off x="114009" y="1800225"/>
            <a:ext cx="13567066" cy="7200900"/>
          </a:xfrm>
        </p:spPr>
        <p:txBody>
          <a:bodyPr/>
          <a:lstStyle/>
          <a:p>
            <a:pPr>
              <a:spcBef>
                <a:spcPct val="50000"/>
              </a:spcBef>
            </a:pPr>
            <a:r>
              <a:rPr lang="en-US" altLang="en-US" sz="4000" dirty="0">
                <a:latin typeface="Times New Roman" panose="02020603050405020304" pitchFamily="18" charset="0"/>
                <a:cs typeface="Times New Roman" panose="02020603050405020304" pitchFamily="18" charset="0"/>
              </a:rPr>
              <a:t>Provide a public no-</a:t>
            </a:r>
            <a:r>
              <a:rPr lang="en-US" altLang="en-US" sz="4000" dirty="0" err="1">
                <a:latin typeface="Times New Roman" panose="02020603050405020304" pitchFamily="18" charset="0"/>
                <a:cs typeface="Times New Roman" panose="02020603050405020304" pitchFamily="18" charset="0"/>
              </a:rPr>
              <a:t>arg</a:t>
            </a:r>
            <a:r>
              <a:rPr lang="en-US" altLang="en-US" sz="4000" dirty="0">
                <a:latin typeface="Times New Roman" panose="02020603050405020304" pitchFamily="18" charset="0"/>
                <a:cs typeface="Times New Roman" panose="02020603050405020304" pitchFamily="18" charset="0"/>
              </a:rPr>
              <a:t> constructor and override the </a:t>
            </a:r>
            <a:r>
              <a:rPr lang="en-US" altLang="en-US" sz="4000" u="sng" dirty="0">
                <a:latin typeface="Times New Roman" panose="02020603050405020304" pitchFamily="18" charset="0"/>
                <a:cs typeface="Times New Roman" panose="02020603050405020304" pitchFamily="18" charset="0"/>
              </a:rPr>
              <a:t>equals</a:t>
            </a:r>
            <a:r>
              <a:rPr lang="en-US" altLang="en-US" sz="4000" dirty="0">
                <a:latin typeface="Times New Roman" panose="02020603050405020304" pitchFamily="18" charset="0"/>
                <a:cs typeface="Times New Roman" panose="02020603050405020304" pitchFamily="18" charset="0"/>
              </a:rPr>
              <a:t> method and the </a:t>
            </a:r>
            <a:r>
              <a:rPr lang="en-US" altLang="en-US" sz="4000" u="sng" dirty="0" err="1">
                <a:latin typeface="Times New Roman" panose="02020603050405020304" pitchFamily="18" charset="0"/>
                <a:cs typeface="Times New Roman" panose="02020603050405020304" pitchFamily="18" charset="0"/>
              </a:rPr>
              <a:t>toString</a:t>
            </a:r>
            <a:r>
              <a:rPr lang="en-US" altLang="en-US" sz="4000" dirty="0">
                <a:latin typeface="Times New Roman" panose="02020603050405020304" pitchFamily="18" charset="0"/>
                <a:cs typeface="Times New Roman" panose="02020603050405020304" pitchFamily="18" charset="0"/>
              </a:rPr>
              <a:t> method defined in the </a:t>
            </a:r>
            <a:r>
              <a:rPr lang="en-US" altLang="en-US" sz="4000" u="sng" dirty="0">
                <a:latin typeface="Times New Roman" panose="02020603050405020304" pitchFamily="18" charset="0"/>
                <a:cs typeface="Times New Roman" panose="02020603050405020304" pitchFamily="18" charset="0"/>
              </a:rPr>
              <a:t>Object</a:t>
            </a:r>
            <a:r>
              <a:rPr lang="en-US" altLang="en-US" sz="4000" dirty="0">
                <a:latin typeface="Times New Roman" panose="02020603050405020304" pitchFamily="18" charset="0"/>
                <a:cs typeface="Times New Roman" panose="02020603050405020304" pitchFamily="18" charset="0"/>
              </a:rPr>
              <a:t> class whenever possible. </a:t>
            </a:r>
          </a:p>
        </p:txBody>
      </p:sp>
    </p:spTree>
    <p:extLst>
      <p:ext uri="{BB962C8B-B14F-4D97-AF65-F5344CB8AC3E}">
        <p14:creationId xmlns:p14="http://schemas.microsoft.com/office/powerpoint/2010/main" val="16135475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2"/>
          <p:cNvSpPr>
            <a:spLocks noGrp="1" noChangeArrowheads="1"/>
          </p:cNvSpPr>
          <p:nvPr>
            <p:ph type="title"/>
          </p:nvPr>
        </p:nvSpPr>
        <p:spPr>
          <a:xfrm>
            <a:off x="1026081" y="400050"/>
            <a:ext cx="11628914" cy="1075134"/>
          </a:xfrm>
        </p:spPr>
        <p:txBody>
          <a:bodyPr lIns="129607" tIns="64804" rIns="129607" bIns="64804"/>
          <a:lstStyle/>
          <a:p>
            <a:pPr algn="ctr"/>
            <a:r>
              <a:rPr lang="en-US" altLang="en-US" sz="4800" b="1" dirty="0">
                <a:solidFill>
                  <a:schemeClr val="tx1"/>
                </a:solidFill>
                <a:latin typeface="Times New Roman" panose="02020603050405020304" pitchFamily="18" charset="0"/>
                <a:cs typeface="Times New Roman" panose="02020603050405020304" pitchFamily="18" charset="0"/>
              </a:rPr>
              <a:t>Designing a Class, cont.</a:t>
            </a:r>
          </a:p>
        </p:txBody>
      </p:sp>
      <p:sp>
        <p:nvSpPr>
          <p:cNvPr id="53252" name="Rectangle 3"/>
          <p:cNvSpPr>
            <a:spLocks noGrp="1" noChangeArrowheads="1"/>
          </p:cNvSpPr>
          <p:nvPr>
            <p:ph type="body" idx="1"/>
          </p:nvPr>
        </p:nvSpPr>
        <p:spPr>
          <a:xfrm>
            <a:off x="570045" y="1800225"/>
            <a:ext cx="12540985" cy="6300788"/>
          </a:xfrm>
        </p:spPr>
        <p:txBody>
          <a:bodyPr/>
          <a:lstStyle/>
          <a:p>
            <a:pPr algn="just">
              <a:spcBef>
                <a:spcPct val="50000"/>
              </a:spcBef>
            </a:pPr>
            <a:r>
              <a:rPr lang="en-US" altLang="en-US" sz="4000" dirty="0">
                <a:latin typeface="Times New Roman" panose="02020603050405020304" pitchFamily="18" charset="0"/>
                <a:cs typeface="Times New Roman" panose="02020603050405020304" pitchFamily="18" charset="0"/>
              </a:rPr>
              <a:t>Follow standard Java programming style and naming conventions. </a:t>
            </a:r>
          </a:p>
          <a:p>
            <a:pPr algn="just">
              <a:spcBef>
                <a:spcPct val="50000"/>
              </a:spcBef>
            </a:pPr>
            <a:r>
              <a:rPr lang="en-US" altLang="en-US" sz="4000" dirty="0">
                <a:latin typeface="Times New Roman" panose="02020603050405020304" pitchFamily="18" charset="0"/>
                <a:cs typeface="Times New Roman" panose="02020603050405020304" pitchFamily="18" charset="0"/>
              </a:rPr>
              <a:t>Choose informative names for classes, data fields, and methods. </a:t>
            </a:r>
          </a:p>
          <a:p>
            <a:pPr algn="just">
              <a:spcBef>
                <a:spcPct val="50000"/>
              </a:spcBef>
            </a:pPr>
            <a:r>
              <a:rPr lang="en-US" altLang="en-US" sz="4000" dirty="0">
                <a:latin typeface="Times New Roman" panose="02020603050405020304" pitchFamily="18" charset="0"/>
                <a:cs typeface="Times New Roman" panose="02020603050405020304" pitchFamily="18" charset="0"/>
              </a:rPr>
              <a:t>Always place the data declaration before the constructor, and place constructors before methods. </a:t>
            </a:r>
          </a:p>
          <a:p>
            <a:pPr algn="just">
              <a:spcBef>
                <a:spcPct val="50000"/>
              </a:spcBef>
            </a:pPr>
            <a:r>
              <a:rPr lang="en-US" altLang="en-US" sz="4000" dirty="0">
                <a:latin typeface="Times New Roman" panose="02020603050405020304" pitchFamily="18" charset="0"/>
                <a:cs typeface="Times New Roman" panose="02020603050405020304" pitchFamily="18" charset="0"/>
              </a:rPr>
              <a:t>Always provide a constructor and initialize variables to avoid programming errors. </a:t>
            </a:r>
          </a:p>
        </p:txBody>
      </p:sp>
    </p:spTree>
    <p:extLst>
      <p:ext uri="{BB962C8B-B14F-4D97-AF65-F5344CB8AC3E}">
        <p14:creationId xmlns:p14="http://schemas.microsoft.com/office/powerpoint/2010/main" val="20204052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a:xfrm>
            <a:off x="1026081" y="0"/>
            <a:ext cx="11628914" cy="1875234"/>
          </a:xfrm>
        </p:spPr>
        <p:txBody>
          <a:bodyPr lIns="129607" tIns="64804" rIns="129607" bIns="64804"/>
          <a:lstStyle/>
          <a:p>
            <a:pPr algn="ctr"/>
            <a:r>
              <a:rPr lang="en-US" altLang="en-US" sz="4800" b="1" dirty="0">
                <a:solidFill>
                  <a:schemeClr val="tx1"/>
                </a:solidFill>
                <a:latin typeface="Times New Roman" panose="02020603050405020304" pitchFamily="18" charset="0"/>
                <a:cs typeface="Times New Roman" panose="02020603050405020304" pitchFamily="18" charset="0"/>
              </a:rPr>
              <a:t>Using Visibility Modifiers</a:t>
            </a:r>
          </a:p>
        </p:txBody>
      </p:sp>
      <p:sp>
        <p:nvSpPr>
          <p:cNvPr id="54276" name="Rectangle 3"/>
          <p:cNvSpPr>
            <a:spLocks noGrp="1" noChangeArrowheads="1"/>
          </p:cNvSpPr>
          <p:nvPr>
            <p:ph type="body" idx="1"/>
          </p:nvPr>
        </p:nvSpPr>
        <p:spPr>
          <a:xfrm>
            <a:off x="228018" y="1600200"/>
            <a:ext cx="12883012" cy="6800850"/>
          </a:xfrm>
        </p:spPr>
        <p:txBody>
          <a:bodyPr/>
          <a:lstStyle/>
          <a:p>
            <a:pPr>
              <a:spcBef>
                <a:spcPct val="0"/>
              </a:spcBef>
            </a:pPr>
            <a:r>
              <a:rPr lang="en-US" altLang="en-US" sz="3600" dirty="0">
                <a:latin typeface="Times New Roman" panose="02020603050405020304" pitchFamily="18" charset="0"/>
                <a:cs typeface="Times New Roman" panose="02020603050405020304" pitchFamily="18" charset="0"/>
              </a:rPr>
              <a:t>Each class can present two contracts – one for the users of the class and one for the extenders of the class. </a:t>
            </a:r>
          </a:p>
          <a:p>
            <a:pPr>
              <a:spcBef>
                <a:spcPct val="0"/>
              </a:spcBef>
            </a:pPr>
            <a:r>
              <a:rPr lang="en-US" altLang="en-US" sz="3600" dirty="0">
                <a:latin typeface="Times New Roman" panose="02020603050405020304" pitchFamily="18" charset="0"/>
                <a:cs typeface="Times New Roman" panose="02020603050405020304" pitchFamily="18" charset="0"/>
              </a:rPr>
              <a:t>Make the fields private and accessor methods public if they are intended for the users of the class. </a:t>
            </a:r>
          </a:p>
          <a:p>
            <a:pPr>
              <a:spcBef>
                <a:spcPct val="0"/>
              </a:spcBef>
            </a:pPr>
            <a:r>
              <a:rPr lang="en-US" altLang="en-US" sz="3600" dirty="0">
                <a:latin typeface="Times New Roman" panose="02020603050405020304" pitchFamily="18" charset="0"/>
                <a:cs typeface="Times New Roman" panose="02020603050405020304" pitchFamily="18" charset="0"/>
              </a:rPr>
              <a:t>Make the fields or method protected if they are intended for extenders of the class. </a:t>
            </a:r>
          </a:p>
          <a:p>
            <a:pPr>
              <a:spcBef>
                <a:spcPct val="0"/>
              </a:spcBef>
            </a:pPr>
            <a:r>
              <a:rPr lang="en-US" altLang="en-US" sz="3600" dirty="0">
                <a:latin typeface="Times New Roman" panose="02020603050405020304" pitchFamily="18" charset="0"/>
                <a:cs typeface="Times New Roman" panose="02020603050405020304" pitchFamily="18" charset="0"/>
              </a:rPr>
              <a:t>The contract for the extenders encompasses the contract for the users. </a:t>
            </a:r>
          </a:p>
          <a:p>
            <a:pPr>
              <a:spcBef>
                <a:spcPct val="0"/>
              </a:spcBef>
            </a:pPr>
            <a:r>
              <a:rPr lang="en-US" altLang="en-US" sz="3600" dirty="0">
                <a:latin typeface="Times New Roman" panose="02020603050405020304" pitchFamily="18" charset="0"/>
                <a:cs typeface="Times New Roman" panose="02020603050405020304" pitchFamily="18" charset="0"/>
              </a:rPr>
              <a:t>The extended class may increase the visibility of an instance method from protected to public, or change its implementation, but you should never change the implementation in a way that violates that contract.</a:t>
            </a:r>
          </a:p>
        </p:txBody>
      </p:sp>
    </p:spTree>
    <p:extLst>
      <p:ext uri="{BB962C8B-B14F-4D97-AF65-F5344CB8AC3E}">
        <p14:creationId xmlns:p14="http://schemas.microsoft.com/office/powerpoint/2010/main" val="11527993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2"/>
          <p:cNvSpPr>
            <a:spLocks noGrp="1" noChangeArrowheads="1"/>
          </p:cNvSpPr>
          <p:nvPr>
            <p:ph type="title"/>
          </p:nvPr>
        </p:nvSpPr>
        <p:spPr>
          <a:xfrm>
            <a:off x="1026081" y="300038"/>
            <a:ext cx="11628914" cy="1000125"/>
          </a:xfrm>
        </p:spPr>
        <p:txBody>
          <a:bodyPr lIns="129607" tIns="64804" rIns="129607" bIns="64804"/>
          <a:lstStyle/>
          <a:p>
            <a:pPr algn="ctr"/>
            <a:r>
              <a:rPr lang="en-US" altLang="en-US" sz="4800" b="1" dirty="0">
                <a:solidFill>
                  <a:schemeClr val="tx1"/>
                </a:solidFill>
                <a:latin typeface="Times New Roman" panose="02020603050405020304" pitchFamily="18" charset="0"/>
                <a:cs typeface="Times New Roman" panose="02020603050405020304" pitchFamily="18" charset="0"/>
              </a:rPr>
              <a:t>Using Visibility Modifiers, cont.</a:t>
            </a:r>
          </a:p>
        </p:txBody>
      </p:sp>
      <p:sp>
        <p:nvSpPr>
          <p:cNvPr id="55300" name="Rectangle 3"/>
          <p:cNvSpPr>
            <a:spLocks noGrp="1" noChangeArrowheads="1"/>
          </p:cNvSpPr>
          <p:nvPr>
            <p:ph type="body" idx="1"/>
          </p:nvPr>
        </p:nvSpPr>
        <p:spPr>
          <a:xfrm>
            <a:off x="342027" y="1700213"/>
            <a:ext cx="13339048" cy="7800975"/>
          </a:xfrm>
        </p:spPr>
        <p:txBody>
          <a:bodyPr/>
          <a:lstStyle/>
          <a:p>
            <a:pPr>
              <a:spcBef>
                <a:spcPct val="0"/>
              </a:spcBef>
            </a:pPr>
            <a:r>
              <a:rPr lang="en-US" altLang="en-US" sz="3600" dirty="0">
                <a:latin typeface="Times New Roman" panose="02020603050405020304" pitchFamily="18" charset="0"/>
                <a:cs typeface="Times New Roman" panose="02020603050405020304" pitchFamily="18" charset="0"/>
              </a:rPr>
              <a:t>A class should use the private modifier to hide its data from direct access by clients. </a:t>
            </a:r>
          </a:p>
          <a:p>
            <a:pPr>
              <a:spcBef>
                <a:spcPct val="0"/>
              </a:spcBef>
            </a:pPr>
            <a:r>
              <a:rPr lang="en-US" altLang="en-US" sz="3600" dirty="0">
                <a:latin typeface="Times New Roman" panose="02020603050405020304" pitchFamily="18" charset="0"/>
                <a:cs typeface="Times New Roman" panose="02020603050405020304" pitchFamily="18" charset="0"/>
              </a:rPr>
              <a:t>You can use get methods and set methods to provide users with access to the private data, but only to private data you want the user to see or to modify. </a:t>
            </a:r>
          </a:p>
          <a:p>
            <a:pPr>
              <a:spcBef>
                <a:spcPct val="0"/>
              </a:spcBef>
            </a:pPr>
            <a:r>
              <a:rPr lang="en-US" altLang="en-US" sz="3600" dirty="0">
                <a:latin typeface="Times New Roman" panose="02020603050405020304" pitchFamily="18" charset="0"/>
                <a:cs typeface="Times New Roman" panose="02020603050405020304" pitchFamily="18" charset="0"/>
              </a:rPr>
              <a:t>A class should also hide methods not intended for client use. The </a:t>
            </a:r>
            <a:r>
              <a:rPr lang="en-US" altLang="en-US" sz="3600" dirty="0" err="1">
                <a:latin typeface="Times New Roman" panose="02020603050405020304" pitchFamily="18" charset="0"/>
                <a:cs typeface="Times New Roman" panose="02020603050405020304" pitchFamily="18" charset="0"/>
              </a:rPr>
              <a:t>gcd</a:t>
            </a:r>
            <a:r>
              <a:rPr lang="en-US" altLang="en-US" sz="3600" dirty="0">
                <a:latin typeface="Times New Roman" panose="02020603050405020304" pitchFamily="18" charset="0"/>
                <a:cs typeface="Times New Roman" panose="02020603050405020304" pitchFamily="18" charset="0"/>
              </a:rPr>
              <a:t> method in the Rational class is private, for example, because it is only for internal use within the class.</a:t>
            </a:r>
          </a:p>
        </p:txBody>
      </p:sp>
    </p:spTree>
    <p:extLst>
      <p:ext uri="{BB962C8B-B14F-4D97-AF65-F5344CB8AC3E}">
        <p14:creationId xmlns:p14="http://schemas.microsoft.com/office/powerpoint/2010/main" val="6913709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2"/>
          <p:cNvSpPr>
            <a:spLocks noGrp="1" noChangeArrowheads="1"/>
          </p:cNvSpPr>
          <p:nvPr>
            <p:ph type="title"/>
          </p:nvPr>
        </p:nvSpPr>
        <p:spPr>
          <a:xfrm>
            <a:off x="1026081" y="500063"/>
            <a:ext cx="11628914" cy="1000125"/>
          </a:xfrm>
        </p:spPr>
        <p:txBody>
          <a:bodyPr lIns="129607" tIns="64804" rIns="129607" bIns="64804"/>
          <a:lstStyle/>
          <a:p>
            <a:pPr algn="ctr"/>
            <a:r>
              <a:rPr lang="en-US" altLang="en-US" sz="4800" b="1" dirty="0">
                <a:solidFill>
                  <a:schemeClr val="tx1"/>
                </a:solidFill>
                <a:latin typeface="Times New Roman" panose="02020603050405020304" pitchFamily="18" charset="0"/>
                <a:cs typeface="Times New Roman" panose="02020603050405020304" pitchFamily="18" charset="0"/>
              </a:rPr>
              <a:t>Using the static Modifier</a:t>
            </a:r>
          </a:p>
        </p:txBody>
      </p:sp>
      <p:sp>
        <p:nvSpPr>
          <p:cNvPr id="56324" name="Rectangle 3"/>
          <p:cNvSpPr>
            <a:spLocks noGrp="1" noChangeArrowheads="1"/>
          </p:cNvSpPr>
          <p:nvPr>
            <p:ph type="body" idx="1"/>
          </p:nvPr>
        </p:nvSpPr>
        <p:spPr>
          <a:xfrm>
            <a:off x="570045" y="2400300"/>
            <a:ext cx="12540985" cy="4600575"/>
          </a:xfrm>
        </p:spPr>
        <p:txBody>
          <a:bodyPr/>
          <a:lstStyle/>
          <a:p>
            <a:pPr marL="0" indent="0">
              <a:spcBef>
                <a:spcPct val="0"/>
              </a:spcBef>
              <a:buNone/>
            </a:pPr>
            <a:r>
              <a:rPr lang="en-US" altLang="en-US" sz="3600" dirty="0">
                <a:latin typeface="Times New Roman" panose="02020603050405020304" pitchFamily="18" charset="0"/>
                <a:cs typeface="Times New Roman" panose="02020603050405020304" pitchFamily="18" charset="0"/>
              </a:rPr>
              <a:t>A property that is shared by all the instances of the class should be declared as a static property. </a:t>
            </a:r>
          </a:p>
        </p:txBody>
      </p:sp>
    </p:spTree>
    <p:extLst>
      <p:ext uri="{BB962C8B-B14F-4D97-AF65-F5344CB8AC3E}">
        <p14:creationId xmlns:p14="http://schemas.microsoft.com/office/powerpoint/2010/main" val="15149535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684054" y="4762"/>
            <a:ext cx="12312968" cy="1066800"/>
          </a:xfrm>
        </p:spPr>
        <p:txBody>
          <a:bodyPr/>
          <a:lstStyle/>
          <a:p>
            <a:pPr algn="ctr"/>
            <a:r>
              <a:rPr lang="en-US" b="1" dirty="0">
                <a:solidFill>
                  <a:srgbClr val="0000FF"/>
                </a:solidFill>
              </a:rPr>
              <a:t>Summary</a:t>
            </a:r>
            <a:endParaRPr lang="en-GB" b="1" dirty="0">
              <a:solidFill>
                <a:srgbClr val="0070C0"/>
              </a:solidFill>
            </a:endParaRPr>
          </a:p>
        </p:txBody>
      </p:sp>
      <p:sp>
        <p:nvSpPr>
          <p:cNvPr id="19459" name="Content Placeholder 2"/>
          <p:cNvSpPr>
            <a:spLocks noGrp="1"/>
          </p:cNvSpPr>
          <p:nvPr>
            <p:ph idx="1"/>
          </p:nvPr>
        </p:nvSpPr>
        <p:spPr>
          <a:xfrm>
            <a:off x="490644" y="1293541"/>
            <a:ext cx="12654995" cy="7025269"/>
          </a:xfrm>
        </p:spPr>
        <p:txBody>
          <a:bodyPr/>
          <a:lstStyle/>
          <a:p>
            <a:pPr marL="514350" indent="-514350"/>
            <a:r>
              <a:rPr lang="en-GB" sz="3600" dirty="0">
                <a:latin typeface="Times New Roman" pitchFamily="18" charset="0"/>
                <a:cs typeface="Times New Roman" pitchFamily="18" charset="0"/>
              </a:rPr>
              <a:t>Abstract classes</a:t>
            </a:r>
          </a:p>
          <a:p>
            <a:pPr marL="974725" lvl="1" indent="-514350"/>
            <a:r>
              <a:rPr lang="en-GB" sz="3100" dirty="0">
                <a:latin typeface="Times New Roman" pitchFamily="18" charset="0"/>
                <a:cs typeface="Times New Roman" pitchFamily="18" charset="0"/>
              </a:rPr>
              <a:t>Used for sharing code (concrete methods) and define functionality that concrete subclasses must provide (</a:t>
            </a:r>
            <a:r>
              <a:rPr lang="en-GB" sz="3100" b="1" dirty="0">
                <a:latin typeface="Times New Roman" pitchFamily="18" charset="0"/>
                <a:cs typeface="Times New Roman" pitchFamily="18" charset="0"/>
              </a:rPr>
              <a:t>abstract methods</a:t>
            </a:r>
            <a:r>
              <a:rPr lang="en-GB" sz="3100" dirty="0">
                <a:latin typeface="Times New Roman" pitchFamily="18" charset="0"/>
                <a:cs typeface="Times New Roman" pitchFamily="18" charset="0"/>
              </a:rPr>
              <a:t>).</a:t>
            </a:r>
          </a:p>
          <a:p>
            <a:pPr marL="974725" lvl="1" indent="-514350"/>
            <a:r>
              <a:rPr lang="en-GB" sz="3100" dirty="0">
                <a:latin typeface="Times New Roman" pitchFamily="18" charset="0"/>
                <a:cs typeface="Times New Roman" pitchFamily="18" charset="0"/>
              </a:rPr>
              <a:t>Keyword used by subclasses is </a:t>
            </a:r>
            <a:r>
              <a:rPr lang="en-GB" sz="3100" b="1" dirty="0">
                <a:latin typeface="Times New Roman" pitchFamily="18" charset="0"/>
                <a:cs typeface="Times New Roman" pitchFamily="18" charset="0"/>
              </a:rPr>
              <a:t>extends.</a:t>
            </a:r>
          </a:p>
          <a:p>
            <a:pPr marL="514350" indent="-514350"/>
            <a:r>
              <a:rPr lang="en-GB" sz="3600" dirty="0">
                <a:latin typeface="Times New Roman" pitchFamily="18" charset="0"/>
                <a:cs typeface="Times New Roman" pitchFamily="18" charset="0"/>
              </a:rPr>
              <a:t>Interfaces</a:t>
            </a:r>
          </a:p>
          <a:p>
            <a:pPr marL="974725" lvl="1" indent="-514350"/>
            <a:r>
              <a:rPr lang="en-GB" sz="3100" dirty="0">
                <a:latin typeface="Times New Roman" pitchFamily="18" charset="0"/>
                <a:cs typeface="Times New Roman" pitchFamily="18" charset="0"/>
              </a:rPr>
              <a:t>Used for indicating that a class has a certain property (e.g. Edible) and to define contracts (that is, methods that must be implemented by </a:t>
            </a:r>
            <a:r>
              <a:rPr lang="en-GB" sz="3100">
                <a:latin typeface="Times New Roman" pitchFamily="18" charset="0"/>
                <a:cs typeface="Times New Roman" pitchFamily="18" charset="0"/>
              </a:rPr>
              <a:t>concrete classes to </a:t>
            </a:r>
            <a:r>
              <a:rPr lang="en-GB" sz="3100" dirty="0">
                <a:latin typeface="Times New Roman" pitchFamily="18" charset="0"/>
                <a:cs typeface="Times New Roman" pitchFamily="18" charset="0"/>
              </a:rPr>
              <a:t>qualify for that property).</a:t>
            </a:r>
          </a:p>
          <a:p>
            <a:pPr marL="974725" lvl="1" indent="-514350"/>
            <a:r>
              <a:rPr lang="en-GB" sz="3100" dirty="0">
                <a:latin typeface="Times New Roman" pitchFamily="18" charset="0"/>
                <a:cs typeface="Times New Roman" pitchFamily="18" charset="0"/>
              </a:rPr>
              <a:t>Keyword used by subclasses is </a:t>
            </a:r>
            <a:r>
              <a:rPr lang="en-GB" sz="3100" b="1" dirty="0">
                <a:latin typeface="Times New Roman" pitchFamily="18" charset="0"/>
                <a:cs typeface="Times New Roman" pitchFamily="18" charset="0"/>
              </a:rPr>
              <a:t>implements.</a:t>
            </a:r>
            <a:endParaRPr lang="en-GB" sz="3100" dirty="0">
              <a:latin typeface="Times New Roman" pitchFamily="18" charset="0"/>
              <a:cs typeface="Times New Roman" pitchFamily="18" charset="0"/>
            </a:endParaRPr>
          </a:p>
          <a:p>
            <a:pPr marL="974725" lvl="1" indent="-514350"/>
            <a:endParaRPr lang="en-GB" sz="3000" dirty="0"/>
          </a:p>
        </p:txBody>
      </p:sp>
    </p:spTree>
  </p:cSld>
  <p:clrMapOvr>
    <a:masterClrMapping/>
  </p:clrMapOvr>
  <p:transition>
    <p:wipe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ctrTitle"/>
          </p:nvPr>
        </p:nvSpPr>
        <p:spPr>
          <a:xfrm>
            <a:off x="1709738" y="2200275"/>
            <a:ext cx="10450512" cy="1700213"/>
          </a:xfrm>
          <a:noFill/>
        </p:spPr>
        <p:txBody>
          <a:bodyPr/>
          <a:lstStyle/>
          <a:p>
            <a:pPr algn="ctr" eaLnBrk="1" hangingPunct="1"/>
            <a:r>
              <a:rPr lang="en-US" b="1" dirty="0">
                <a:solidFill>
                  <a:schemeClr val="tx1"/>
                </a:solidFill>
                <a:latin typeface="Times New Roman" panose="02020603050405020304" pitchFamily="18" charset="0"/>
                <a:cs typeface="Times New Roman" panose="02020603050405020304" pitchFamily="18" charset="0"/>
              </a:rPr>
              <a:t>End of </a:t>
            </a:r>
            <a:r>
              <a:rPr lang="en-US" b="1">
                <a:solidFill>
                  <a:schemeClr val="tx1"/>
                </a:solidFill>
                <a:latin typeface="Times New Roman" panose="02020603050405020304" pitchFamily="18" charset="0"/>
                <a:cs typeface="Times New Roman" panose="02020603050405020304" pitchFamily="18" charset="0"/>
              </a:rPr>
              <a:t>Chapter 7</a:t>
            </a:r>
            <a:endParaRPr lang="en-US" b="1" dirty="0">
              <a:solidFill>
                <a:schemeClr val="tx1"/>
              </a:solidFill>
              <a:latin typeface="Times New Roman" panose="02020603050405020304" pitchFamily="18" charset="0"/>
              <a:cs typeface="Times New Roman" panose="02020603050405020304" pitchFamily="18" charset="0"/>
            </a:endParaRPr>
          </a:p>
        </p:txBody>
      </p:sp>
    </p:spTree>
    <p:custDataLst>
      <p:tags r:id="rId1"/>
    </p:custDataLst>
  </p:cSld>
  <p:clrMapOvr>
    <a:masterClrMapping/>
  </p:clrMapOvr>
  <p:transition>
    <p:random/>
  </p:transition>
</p:sld>
</file>

<file path=ppt/tags/tag1.xml><?xml version="1.0" encoding="utf-8"?>
<p:tagLst xmlns:a="http://schemas.openxmlformats.org/drawingml/2006/main" xmlns:r="http://schemas.openxmlformats.org/officeDocument/2006/relationships" xmlns:p="http://schemas.openxmlformats.org/presentationml/2006/main">
  <p:tag name="POWER3D TRANSITION" val="DemoPipes.p3d 0"/>
  <p:tag name="POWER3D OPTIONS" val="Medium "/>
  <p:tag name="POWER3D IMAGE0" val="Pwrtrans.tga"/>
  <p:tag name="POWER3D SOUND" val="Pipes"/>
</p:tagLst>
</file>

<file path=ppt/tags/tag2.xml><?xml version="1.0" encoding="utf-8"?>
<p:tagLst xmlns:a="http://schemas.openxmlformats.org/drawingml/2006/main" xmlns:r="http://schemas.openxmlformats.org/officeDocument/2006/relationships" xmlns:p="http://schemas.openxmlformats.org/presentationml/2006/main">
  <p:tag name="POWER3D TRANSITION" val="DemoPipes.p3d 0"/>
  <p:tag name="POWER3D OPTIONS" val="Medium "/>
  <p:tag name="POWER3D IMAGE0" val="Pwrtrans.tga"/>
  <p:tag name="POWER3D SOUND" val="Pipes"/>
</p:tagLst>
</file>

<file path=ppt/tags/tag3.xml><?xml version="1.0" encoding="utf-8"?>
<p:tagLst xmlns:a="http://schemas.openxmlformats.org/drawingml/2006/main" xmlns:r="http://schemas.openxmlformats.org/officeDocument/2006/relationships" xmlns:p="http://schemas.openxmlformats.org/presentationml/2006/main">
  <p:tag name="POWER3D TRANSITION" val="DemoPipes.p3d 0"/>
  <p:tag name="POWER3D OPTIONS" val="Medium "/>
  <p:tag name="POWER3D IMAGE0" val="Pwrtrans.tga"/>
  <p:tag name="POWER3D SOUND" val="Pipes"/>
</p:tagLst>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8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8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Blends</Template>
  <TotalTime>21200</TotalTime>
  <Words>2552</Words>
  <Application>Microsoft Office PowerPoint</Application>
  <PresentationFormat>Custom</PresentationFormat>
  <Paragraphs>218</Paragraphs>
  <Slides>44</Slides>
  <Notes>7</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44</vt:i4>
      </vt:variant>
    </vt:vector>
  </HeadingPairs>
  <TitlesOfParts>
    <vt:vector size="56" baseType="lpstr">
      <vt:lpstr>PMingLiU</vt:lpstr>
      <vt:lpstr>Arial</vt:lpstr>
      <vt:lpstr>Book Antiqua</vt:lpstr>
      <vt:lpstr>Courier</vt:lpstr>
      <vt:lpstr>Courier New</vt:lpstr>
      <vt:lpstr>Monotype Sorts</vt:lpstr>
      <vt:lpstr>Tahoma</vt:lpstr>
      <vt:lpstr>Times New Roman</vt:lpstr>
      <vt:lpstr>Tw Cen MT Condensed Extra Bold</vt:lpstr>
      <vt:lpstr>Wingdings</vt:lpstr>
      <vt:lpstr>Blends</vt:lpstr>
      <vt:lpstr>Picture</vt:lpstr>
      <vt:lpstr>PowerPoint Presentation</vt:lpstr>
      <vt:lpstr>Learning Objectives</vt:lpstr>
      <vt:lpstr>Motivation</vt:lpstr>
      <vt:lpstr>Abstract Classes and Abstract Methods</vt:lpstr>
      <vt:lpstr>object cannot be created from abstract class </vt:lpstr>
      <vt:lpstr>abstract method → abstract class </vt:lpstr>
      <vt:lpstr>abstract class without abstract method </vt:lpstr>
      <vt:lpstr>superclass of abstract class may be concrete </vt:lpstr>
      <vt:lpstr>concrete method overridden to be abstract </vt:lpstr>
      <vt:lpstr>abstract class as type </vt:lpstr>
      <vt:lpstr>Example: abstract class</vt:lpstr>
      <vt:lpstr>Case Study: the Abstract Number Class </vt:lpstr>
      <vt:lpstr>The Abstract Calendar Class and Its GregorianCalendar subclass</vt:lpstr>
      <vt:lpstr>The Abstract Calendar Class and Its GregorianCalendar subclass</vt:lpstr>
      <vt:lpstr>The GregorianCalendar Class</vt:lpstr>
      <vt:lpstr>The get Method in Calendar Class</vt:lpstr>
      <vt:lpstr>Getting Date/Time Information from Calendar</vt:lpstr>
      <vt:lpstr>Interfaces</vt:lpstr>
      <vt:lpstr>What is an interface?  Why is an interface useful?</vt:lpstr>
      <vt:lpstr>Define an Interface</vt:lpstr>
      <vt:lpstr>Interface is a Special Class</vt:lpstr>
      <vt:lpstr>Example</vt:lpstr>
      <vt:lpstr>Omitting Modifiers in Interfaces</vt:lpstr>
      <vt:lpstr>Example: The Comparable Interface</vt:lpstr>
      <vt:lpstr>The toString, equals, and hashCode Methods </vt:lpstr>
      <vt:lpstr>Integer and BigInteger Classes</vt:lpstr>
      <vt:lpstr>Example</vt:lpstr>
      <vt:lpstr>Generic sort Method</vt:lpstr>
      <vt:lpstr>Defining Classes to Implement Comparable</vt:lpstr>
      <vt:lpstr>Interfaces vs. Abstract Classes</vt:lpstr>
      <vt:lpstr>Interfaces vs. Abstract Classes, cont.</vt:lpstr>
      <vt:lpstr>Caution: conflict interfaces </vt:lpstr>
      <vt:lpstr>When to use an interface or a class?</vt:lpstr>
      <vt:lpstr>The Rational Class</vt:lpstr>
      <vt:lpstr>Designing a Class</vt:lpstr>
      <vt:lpstr>Designing a Class, cont.</vt:lpstr>
      <vt:lpstr>Designing a Class, cont.</vt:lpstr>
      <vt:lpstr>Designing a Class, cont.</vt:lpstr>
      <vt:lpstr>Designing a Class, cont.</vt:lpstr>
      <vt:lpstr>Using Visibility Modifiers</vt:lpstr>
      <vt:lpstr>Using Visibility Modifiers, cont.</vt:lpstr>
      <vt:lpstr>Using the static Modifier</vt:lpstr>
      <vt:lpstr>Summary</vt:lpstr>
      <vt:lpstr>End of Chapter 7</vt:lpstr>
    </vt:vector>
  </TitlesOfParts>
  <Company>Minotaur Research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 to Computer System</dc:title>
  <dc:subject>SAK 3100 Computer Programming</dc:subject>
  <dc:creator>Mohd Taufik Abdullah</dc:creator>
  <cp:lastModifiedBy>KHAIRUL AZHAR BIN KASMIRAN</cp:lastModifiedBy>
  <cp:revision>4029</cp:revision>
  <dcterms:created xsi:type="dcterms:W3CDTF">2003-01-02T20:11:59Z</dcterms:created>
  <dcterms:modified xsi:type="dcterms:W3CDTF">2025-05-20T07:00:16Z</dcterms:modified>
</cp:coreProperties>
</file>