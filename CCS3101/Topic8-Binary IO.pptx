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4"/>
  </p:notesMasterIdLst>
  <p:handoutMasterIdLst>
    <p:handoutMasterId r:id="rId45"/>
  </p:handoutMasterIdLst>
  <p:sldIdLst>
    <p:sldId id="1132" r:id="rId2"/>
    <p:sldId id="1205" r:id="rId3"/>
    <p:sldId id="533" r:id="rId4"/>
    <p:sldId id="494" r:id="rId5"/>
    <p:sldId id="428" r:id="rId6"/>
    <p:sldId id="498" r:id="rId7"/>
    <p:sldId id="510" r:id="rId8"/>
    <p:sldId id="429" r:id="rId9"/>
    <p:sldId id="430" r:id="rId10"/>
    <p:sldId id="511" r:id="rId11"/>
    <p:sldId id="512" r:id="rId12"/>
    <p:sldId id="513" r:id="rId13"/>
    <p:sldId id="514" r:id="rId14"/>
    <p:sldId id="515" r:id="rId15"/>
    <p:sldId id="516" r:id="rId16"/>
    <p:sldId id="517" r:id="rId17"/>
    <p:sldId id="518" r:id="rId18"/>
    <p:sldId id="431" r:id="rId19"/>
    <p:sldId id="505" r:id="rId20"/>
    <p:sldId id="534" r:id="rId21"/>
    <p:sldId id="519" r:id="rId22"/>
    <p:sldId id="520" r:id="rId23"/>
    <p:sldId id="521" r:id="rId24"/>
    <p:sldId id="522" r:id="rId25"/>
    <p:sldId id="524" r:id="rId26"/>
    <p:sldId id="454" r:id="rId27"/>
    <p:sldId id="525" r:id="rId28"/>
    <p:sldId id="433" r:id="rId29"/>
    <p:sldId id="481" r:id="rId30"/>
    <p:sldId id="526" r:id="rId31"/>
    <p:sldId id="527" r:id="rId32"/>
    <p:sldId id="528" r:id="rId33"/>
    <p:sldId id="485" r:id="rId34"/>
    <p:sldId id="497" r:id="rId35"/>
    <p:sldId id="486" r:id="rId36"/>
    <p:sldId id="529" r:id="rId37"/>
    <p:sldId id="487" r:id="rId38"/>
    <p:sldId id="488" r:id="rId39"/>
    <p:sldId id="489" r:id="rId40"/>
    <p:sldId id="490" r:id="rId41"/>
    <p:sldId id="1510" r:id="rId42"/>
    <p:sldId id="1154" r:id="rId43"/>
  </p:sldIdLst>
  <p:sldSz cx="13681075" cy="9001125"/>
  <p:notesSz cx="6834188" cy="9979025"/>
  <p:defaultTextStyle>
    <a:defPPr>
      <a:defRPr lang="en-US"/>
    </a:defPPr>
    <a:lvl1pPr algn="l" rtl="0" eaLnBrk="0" fontAlgn="base" hangingPunct="0">
      <a:spcBef>
        <a:spcPct val="0"/>
      </a:spcBef>
      <a:spcAft>
        <a:spcPct val="0"/>
      </a:spcAft>
      <a:defRPr sz="900" kern="1200">
        <a:solidFill>
          <a:schemeClr val="tx1"/>
        </a:solidFill>
        <a:latin typeface="Tahoma" pitchFamily="34" charset="0"/>
        <a:ea typeface="+mn-ea"/>
        <a:cs typeface="+mn-cs"/>
      </a:defRPr>
    </a:lvl1pPr>
    <a:lvl2pPr marL="523875" indent="-66675" algn="l" rtl="0" eaLnBrk="0" fontAlgn="base" hangingPunct="0">
      <a:spcBef>
        <a:spcPct val="0"/>
      </a:spcBef>
      <a:spcAft>
        <a:spcPct val="0"/>
      </a:spcAft>
      <a:defRPr sz="900" kern="1200">
        <a:solidFill>
          <a:schemeClr val="tx1"/>
        </a:solidFill>
        <a:latin typeface="Tahoma" pitchFamily="34" charset="0"/>
        <a:ea typeface="+mn-ea"/>
        <a:cs typeface="+mn-cs"/>
      </a:defRPr>
    </a:lvl2pPr>
    <a:lvl3pPr marL="1047750" indent="-133350" algn="l" rtl="0" eaLnBrk="0" fontAlgn="base" hangingPunct="0">
      <a:spcBef>
        <a:spcPct val="0"/>
      </a:spcBef>
      <a:spcAft>
        <a:spcPct val="0"/>
      </a:spcAft>
      <a:defRPr sz="900" kern="1200">
        <a:solidFill>
          <a:schemeClr val="tx1"/>
        </a:solidFill>
        <a:latin typeface="Tahoma" pitchFamily="34" charset="0"/>
        <a:ea typeface="+mn-ea"/>
        <a:cs typeface="+mn-cs"/>
      </a:defRPr>
    </a:lvl3pPr>
    <a:lvl4pPr marL="1573213" indent="-201613" algn="l" rtl="0" eaLnBrk="0" fontAlgn="base" hangingPunct="0">
      <a:spcBef>
        <a:spcPct val="0"/>
      </a:spcBef>
      <a:spcAft>
        <a:spcPct val="0"/>
      </a:spcAft>
      <a:defRPr sz="900" kern="1200">
        <a:solidFill>
          <a:schemeClr val="tx1"/>
        </a:solidFill>
        <a:latin typeface="Tahoma" pitchFamily="34" charset="0"/>
        <a:ea typeface="+mn-ea"/>
        <a:cs typeface="+mn-cs"/>
      </a:defRPr>
    </a:lvl4pPr>
    <a:lvl5pPr marL="2097088" indent="-268288" algn="l" rtl="0" eaLnBrk="0" fontAlgn="base" hangingPunct="0">
      <a:spcBef>
        <a:spcPct val="0"/>
      </a:spcBef>
      <a:spcAft>
        <a:spcPct val="0"/>
      </a:spcAft>
      <a:defRPr sz="900" kern="1200">
        <a:solidFill>
          <a:schemeClr val="tx1"/>
        </a:solidFill>
        <a:latin typeface="Tahoma" pitchFamily="34" charset="0"/>
        <a:ea typeface="+mn-ea"/>
        <a:cs typeface="+mn-cs"/>
      </a:defRPr>
    </a:lvl5pPr>
    <a:lvl6pPr marL="2286000" algn="l" defTabSz="914400" rtl="0" eaLnBrk="1" latinLnBrk="0" hangingPunct="1">
      <a:defRPr sz="900" kern="1200">
        <a:solidFill>
          <a:schemeClr val="tx1"/>
        </a:solidFill>
        <a:latin typeface="Tahoma" pitchFamily="34" charset="0"/>
        <a:ea typeface="+mn-ea"/>
        <a:cs typeface="+mn-cs"/>
      </a:defRPr>
    </a:lvl6pPr>
    <a:lvl7pPr marL="2743200" algn="l" defTabSz="914400" rtl="0" eaLnBrk="1" latinLnBrk="0" hangingPunct="1">
      <a:defRPr sz="900" kern="1200">
        <a:solidFill>
          <a:schemeClr val="tx1"/>
        </a:solidFill>
        <a:latin typeface="Tahoma" pitchFamily="34" charset="0"/>
        <a:ea typeface="+mn-ea"/>
        <a:cs typeface="+mn-cs"/>
      </a:defRPr>
    </a:lvl7pPr>
    <a:lvl8pPr marL="3200400" algn="l" defTabSz="914400" rtl="0" eaLnBrk="1" latinLnBrk="0" hangingPunct="1">
      <a:defRPr sz="900" kern="1200">
        <a:solidFill>
          <a:schemeClr val="tx1"/>
        </a:solidFill>
        <a:latin typeface="Tahoma" pitchFamily="34" charset="0"/>
        <a:ea typeface="+mn-ea"/>
        <a:cs typeface="+mn-cs"/>
      </a:defRPr>
    </a:lvl8pPr>
    <a:lvl9pPr marL="3657600" algn="l" defTabSz="914400" rtl="0" eaLnBrk="1" latinLnBrk="0" hangingPunct="1">
      <a:defRPr sz="9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835">
          <p15:clr>
            <a:srgbClr val="A4A3A4"/>
          </p15:clr>
        </p15:guide>
        <p15:guide id="2" pos="4310">
          <p15:clr>
            <a:srgbClr val="A4A3A4"/>
          </p15:clr>
        </p15:guide>
      </p15:sldGuideLst>
    </p:ext>
    <p:ext uri="{2D200454-40CA-4A62-9FC3-DE9A4176ACB9}">
      <p15:notesGuideLst xmlns:p15="http://schemas.microsoft.com/office/powerpoint/2012/main">
        <p15:guide id="1" orient="horz" pos="3143">
          <p15:clr>
            <a:srgbClr val="A4A3A4"/>
          </p15:clr>
        </p15:guide>
        <p15:guide id="2" pos="215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66FF"/>
    <a:srgbClr val="FFFF00"/>
    <a:srgbClr val="00CC00"/>
    <a:srgbClr val="FF0000"/>
    <a:srgbClr val="969696"/>
    <a:srgbClr val="777777"/>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2446" autoAdjust="0"/>
    <p:restoredTop sz="94396" autoAdjust="0"/>
  </p:normalViewPr>
  <p:slideViewPr>
    <p:cSldViewPr snapToGrid="0">
      <p:cViewPr varScale="1">
        <p:scale>
          <a:sx n="60" d="100"/>
          <a:sy n="60" d="100"/>
        </p:scale>
        <p:origin x="1613" y="62"/>
      </p:cViewPr>
      <p:guideLst>
        <p:guide orient="horz" pos="2835"/>
        <p:guide pos="431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58" d="100"/>
        <a:sy n="58" d="100"/>
      </p:scale>
      <p:origin x="0" y="0"/>
    </p:cViewPr>
  </p:sorterViewPr>
  <p:notesViewPr>
    <p:cSldViewPr snapToGrid="0">
      <p:cViewPr varScale="1">
        <p:scale>
          <a:sx n="44" d="100"/>
          <a:sy n="44" d="100"/>
        </p:scale>
        <p:origin x="-1542" y="-114"/>
      </p:cViewPr>
      <p:guideLst>
        <p:guide orient="horz" pos="3143"/>
        <p:guide pos="215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1"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60688" cy="498475"/>
          </a:xfrm>
          <a:prstGeom prst="rect">
            <a:avLst/>
          </a:prstGeom>
        </p:spPr>
        <p:txBody>
          <a:bodyPr vert="horz" lIns="91440" tIns="45720" rIns="91440" bIns="45720" rtlCol="0"/>
          <a:lstStyle>
            <a:lvl1pPr algn="l">
              <a:defRPr sz="1200">
                <a:latin typeface="Tahoma" pitchFamily="34" charset="0"/>
              </a:defRPr>
            </a:lvl1pPr>
          </a:lstStyle>
          <a:p>
            <a:pPr>
              <a:defRPr/>
            </a:pPr>
            <a:endParaRPr lang="en-GB"/>
          </a:p>
        </p:txBody>
      </p:sp>
      <p:sp>
        <p:nvSpPr>
          <p:cNvPr id="3" name="Date Placeholder 2"/>
          <p:cNvSpPr>
            <a:spLocks noGrp="1"/>
          </p:cNvSpPr>
          <p:nvPr>
            <p:ph type="dt" sz="quarter" idx="1"/>
          </p:nvPr>
        </p:nvSpPr>
        <p:spPr>
          <a:xfrm>
            <a:off x="3871913" y="0"/>
            <a:ext cx="2960687" cy="498475"/>
          </a:xfrm>
          <a:prstGeom prst="rect">
            <a:avLst/>
          </a:prstGeom>
        </p:spPr>
        <p:txBody>
          <a:bodyPr vert="horz" lIns="91440" tIns="45720" rIns="91440" bIns="45720" rtlCol="0"/>
          <a:lstStyle>
            <a:lvl1pPr algn="r">
              <a:defRPr sz="1200">
                <a:latin typeface="Tahoma" pitchFamily="34" charset="0"/>
              </a:defRPr>
            </a:lvl1pPr>
          </a:lstStyle>
          <a:p>
            <a:pPr>
              <a:defRPr/>
            </a:pPr>
            <a:fld id="{1795414F-D476-4DD2-856E-DFC31EE8148D}" type="datetimeFigureOut">
              <a:rPr lang="en-US"/>
              <a:pPr>
                <a:defRPr/>
              </a:pPr>
              <a:t>5/23/2025</a:t>
            </a:fld>
            <a:endParaRPr lang="en-GB"/>
          </a:p>
        </p:txBody>
      </p:sp>
      <p:sp>
        <p:nvSpPr>
          <p:cNvPr id="4" name="Footer Placeholder 3"/>
          <p:cNvSpPr>
            <a:spLocks noGrp="1"/>
          </p:cNvSpPr>
          <p:nvPr>
            <p:ph type="ftr" sz="quarter" idx="2"/>
          </p:nvPr>
        </p:nvSpPr>
        <p:spPr>
          <a:xfrm>
            <a:off x="0" y="9478963"/>
            <a:ext cx="2960688" cy="498475"/>
          </a:xfrm>
          <a:prstGeom prst="rect">
            <a:avLst/>
          </a:prstGeom>
        </p:spPr>
        <p:txBody>
          <a:bodyPr vert="horz" lIns="91440" tIns="45720" rIns="91440" bIns="45720" rtlCol="0" anchor="b"/>
          <a:lstStyle>
            <a:lvl1pPr algn="l">
              <a:defRPr sz="1200">
                <a:latin typeface="Tahoma" pitchFamily="34" charset="0"/>
              </a:defRPr>
            </a:lvl1pPr>
          </a:lstStyle>
          <a:p>
            <a:pPr>
              <a:defRPr/>
            </a:pPr>
            <a:endParaRPr lang="en-GB"/>
          </a:p>
        </p:txBody>
      </p:sp>
      <p:sp>
        <p:nvSpPr>
          <p:cNvPr id="5" name="Slide Number Placeholder 4"/>
          <p:cNvSpPr>
            <a:spLocks noGrp="1"/>
          </p:cNvSpPr>
          <p:nvPr>
            <p:ph type="sldNum" sz="quarter" idx="3"/>
          </p:nvPr>
        </p:nvSpPr>
        <p:spPr>
          <a:xfrm>
            <a:off x="3871913" y="9478963"/>
            <a:ext cx="2960687" cy="498475"/>
          </a:xfrm>
          <a:prstGeom prst="rect">
            <a:avLst/>
          </a:prstGeom>
        </p:spPr>
        <p:txBody>
          <a:bodyPr vert="horz" lIns="91440" tIns="45720" rIns="91440" bIns="45720" rtlCol="0" anchor="b"/>
          <a:lstStyle>
            <a:lvl1pPr algn="r">
              <a:defRPr sz="1200">
                <a:latin typeface="Tahoma" pitchFamily="34" charset="0"/>
              </a:defRPr>
            </a:lvl1pPr>
          </a:lstStyle>
          <a:p>
            <a:pPr>
              <a:defRPr/>
            </a:pPr>
            <a:fld id="{E9D598F7-2133-4013-82D1-4B3B491A4AC3}" type="slidenum">
              <a:rPr lang="en-GB"/>
              <a:pPr>
                <a:defRPr/>
              </a:pPr>
              <a:t>‹#›</a:t>
            </a:fld>
            <a:endParaRPr lang="en-GB"/>
          </a:p>
        </p:txBody>
      </p:sp>
    </p:spTree>
    <p:extLst>
      <p:ext uri="{BB962C8B-B14F-4D97-AF65-F5344CB8AC3E}">
        <p14:creationId xmlns:p14="http://schemas.microsoft.com/office/powerpoint/2010/main" val="2527910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699" name="Rectangle 3"/>
          <p:cNvSpPr>
            <a:spLocks noGrp="1" noChangeArrowheads="1"/>
          </p:cNvSpPr>
          <p:nvPr>
            <p:ph type="dt" idx="1"/>
          </p:nvPr>
        </p:nvSpPr>
        <p:spPr bwMode="auto">
          <a:xfrm>
            <a:off x="387350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r" defTabSz="930275" eaLnBrk="1" hangingPunct="1">
              <a:defRPr sz="1200">
                <a:latin typeface="Times New Roman" pitchFamily="18" charset="0"/>
              </a:defRPr>
            </a:lvl1pPr>
          </a:lstStyle>
          <a:p>
            <a:pPr>
              <a:defRPr/>
            </a:pPr>
            <a:endParaRPr lang="en-US"/>
          </a:p>
        </p:txBody>
      </p:sp>
      <p:sp>
        <p:nvSpPr>
          <p:cNvPr id="72708" name="Rectangle 4"/>
          <p:cNvSpPr>
            <a:spLocks noGrp="1" noRot="1" noChangeAspect="1" noChangeArrowheads="1" noTextEdit="1"/>
          </p:cNvSpPr>
          <p:nvPr>
            <p:ph type="sldImg" idx="2"/>
          </p:nvPr>
        </p:nvSpPr>
        <p:spPr bwMode="auto">
          <a:xfrm>
            <a:off x="574675" y="749300"/>
            <a:ext cx="5684838" cy="3741738"/>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911225" y="4740275"/>
            <a:ext cx="5011738" cy="4489450"/>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703" name="Rectangle 7"/>
          <p:cNvSpPr>
            <a:spLocks noGrp="1" noChangeArrowheads="1"/>
          </p:cNvSpPr>
          <p:nvPr>
            <p:ph type="sldNum" sz="quarter" idx="5"/>
          </p:nvPr>
        </p:nvSpPr>
        <p:spPr bwMode="auto">
          <a:xfrm>
            <a:off x="387350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r" defTabSz="930275" eaLnBrk="1" hangingPunct="1">
              <a:defRPr sz="1200">
                <a:latin typeface="Times New Roman" pitchFamily="18" charset="0"/>
              </a:defRPr>
            </a:lvl1pPr>
          </a:lstStyle>
          <a:p>
            <a:pPr>
              <a:defRPr/>
            </a:pPr>
            <a:fld id="{5872934B-F198-4075-B02D-4E5D2B891C00}" type="slidenum">
              <a:rPr lang="en-US"/>
              <a:pPr>
                <a:defRPr/>
              </a:pPr>
              <a:t>‹#›</a:t>
            </a:fld>
            <a:endParaRPr lang="en-US"/>
          </a:p>
        </p:txBody>
      </p:sp>
    </p:spTree>
    <p:extLst>
      <p:ext uri="{BB962C8B-B14F-4D97-AF65-F5344CB8AC3E}">
        <p14:creationId xmlns:p14="http://schemas.microsoft.com/office/powerpoint/2010/main" val="26441655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Times New Roman" pitchFamily="18" charset="0"/>
        <a:ea typeface="+mn-ea"/>
        <a:cs typeface="+mn-cs"/>
      </a:defRPr>
    </a:lvl1pPr>
    <a:lvl2pPr marL="523875" algn="l" rtl="0" eaLnBrk="0" fontAlgn="base" hangingPunct="0">
      <a:spcBef>
        <a:spcPct val="30000"/>
      </a:spcBef>
      <a:spcAft>
        <a:spcPct val="0"/>
      </a:spcAft>
      <a:defRPr sz="1400" kern="1200">
        <a:solidFill>
          <a:schemeClr val="tx1"/>
        </a:solidFill>
        <a:latin typeface="Times New Roman" pitchFamily="18" charset="0"/>
        <a:ea typeface="+mn-ea"/>
        <a:cs typeface="+mn-cs"/>
      </a:defRPr>
    </a:lvl2pPr>
    <a:lvl3pPr marL="1047750" algn="l" rtl="0" eaLnBrk="0" fontAlgn="base" hangingPunct="0">
      <a:spcBef>
        <a:spcPct val="30000"/>
      </a:spcBef>
      <a:spcAft>
        <a:spcPct val="0"/>
      </a:spcAft>
      <a:defRPr sz="1400" kern="1200">
        <a:solidFill>
          <a:schemeClr val="tx1"/>
        </a:solidFill>
        <a:latin typeface="Times New Roman" pitchFamily="18" charset="0"/>
        <a:ea typeface="+mn-ea"/>
        <a:cs typeface="+mn-cs"/>
      </a:defRPr>
    </a:lvl3pPr>
    <a:lvl4pPr marL="1573213" algn="l" rtl="0" eaLnBrk="0" fontAlgn="base" hangingPunct="0">
      <a:spcBef>
        <a:spcPct val="30000"/>
      </a:spcBef>
      <a:spcAft>
        <a:spcPct val="0"/>
      </a:spcAft>
      <a:defRPr sz="1400" kern="1200">
        <a:solidFill>
          <a:schemeClr val="tx1"/>
        </a:solidFill>
        <a:latin typeface="Times New Roman" pitchFamily="18" charset="0"/>
        <a:ea typeface="+mn-ea"/>
        <a:cs typeface="+mn-cs"/>
      </a:defRPr>
    </a:lvl4pPr>
    <a:lvl5pPr marL="2097088" algn="l" rtl="0" eaLnBrk="0" fontAlgn="base" hangingPunct="0">
      <a:spcBef>
        <a:spcPct val="30000"/>
      </a:spcBef>
      <a:spcAft>
        <a:spcPct val="0"/>
      </a:spcAft>
      <a:defRPr sz="1400" kern="1200">
        <a:solidFill>
          <a:schemeClr val="tx1"/>
        </a:solidFill>
        <a:latin typeface="Times New Roman" pitchFamily="18" charset="0"/>
        <a:ea typeface="+mn-ea"/>
        <a:cs typeface="+mn-cs"/>
      </a:defRPr>
    </a:lvl5pPr>
    <a:lvl6pPr marL="2623185" algn="l" defTabSz="1049274" rtl="0" eaLnBrk="1" latinLnBrk="0" hangingPunct="1">
      <a:defRPr sz="1400" kern="1200">
        <a:solidFill>
          <a:schemeClr val="tx1"/>
        </a:solidFill>
        <a:latin typeface="+mn-lt"/>
        <a:ea typeface="+mn-ea"/>
        <a:cs typeface="+mn-cs"/>
      </a:defRPr>
    </a:lvl6pPr>
    <a:lvl7pPr marL="3147822" algn="l" defTabSz="1049274" rtl="0" eaLnBrk="1" latinLnBrk="0" hangingPunct="1">
      <a:defRPr sz="1400" kern="1200">
        <a:solidFill>
          <a:schemeClr val="tx1"/>
        </a:solidFill>
        <a:latin typeface="+mn-lt"/>
        <a:ea typeface="+mn-ea"/>
        <a:cs typeface="+mn-cs"/>
      </a:defRPr>
    </a:lvl7pPr>
    <a:lvl8pPr marL="3672459" algn="l" defTabSz="1049274" rtl="0" eaLnBrk="1" latinLnBrk="0" hangingPunct="1">
      <a:defRPr sz="1400" kern="1200">
        <a:solidFill>
          <a:schemeClr val="tx1"/>
        </a:solidFill>
        <a:latin typeface="+mn-lt"/>
        <a:ea typeface="+mn-ea"/>
        <a:cs typeface="+mn-cs"/>
      </a:defRPr>
    </a:lvl8pPr>
    <a:lvl9pPr marL="4197096" algn="l" defTabSz="104927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C06FD5A2-23F0-49C0-ADD6-9D6095AD17FB}" type="slidenum">
              <a:rPr lang="en-US" smtClean="0"/>
              <a:pPr/>
              <a:t>1</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42E2159F-B7BA-494B-8339-B5CEB89A0CF4}" type="slidenum">
              <a:rPr lang="en-US" smtClean="0"/>
              <a:pPr/>
              <a:t>2</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5788" y="755650"/>
            <a:ext cx="5662612" cy="372745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02BFE9CC-D952-411B-9EBD-7EF48EA6F8F4}" type="slidenum">
              <a:rPr lang="en-US" smtClean="0"/>
              <a:pPr>
                <a:defRPr/>
              </a:pPr>
              <a:t>41</a:t>
            </a:fld>
            <a:endParaRPr lang="en-US"/>
          </a:p>
        </p:txBody>
      </p:sp>
    </p:spTree>
    <p:extLst>
      <p:ext uri="{BB962C8B-B14F-4D97-AF65-F5344CB8AC3E}">
        <p14:creationId xmlns:p14="http://schemas.microsoft.com/office/powerpoint/2010/main" val="1504465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AC48F005-04AC-4296-99F6-03AB785B97CF}" type="slidenum">
              <a:rPr lang="en-US" smtClean="0"/>
              <a:pPr/>
              <a:t>42</a:t>
            </a:fld>
            <a:endParaRPr lang="en-US"/>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8"/>
          <p:cNvGrpSpPr>
            <a:grpSpLocks/>
          </p:cNvGrpSpPr>
          <p:nvPr userDrawn="1"/>
        </p:nvGrpSpPr>
        <p:grpSpPr bwMode="auto">
          <a:xfrm>
            <a:off x="201613" y="3200400"/>
            <a:ext cx="13479462" cy="1381125"/>
            <a:chOff x="0" y="1536"/>
            <a:chExt cx="5675" cy="663"/>
          </a:xfrm>
        </p:grpSpPr>
        <p:grpSp>
          <p:nvGrpSpPr>
            <p:cNvPr id="5" name="Group 19"/>
            <p:cNvGrpSpPr>
              <a:grpSpLocks/>
            </p:cNvGrpSpPr>
            <p:nvPr/>
          </p:nvGrpSpPr>
          <p:grpSpPr bwMode="auto">
            <a:xfrm>
              <a:off x="185" y="1604"/>
              <a:ext cx="449" cy="300"/>
              <a:chOff x="720" y="336"/>
              <a:chExt cx="624" cy="433"/>
            </a:xfrm>
          </p:grpSpPr>
          <p:sp>
            <p:nvSpPr>
              <p:cNvPr id="12" name="Rectangle 20"/>
              <p:cNvSpPr>
                <a:spLocks noChangeArrowheads="1"/>
              </p:cNvSpPr>
              <p:nvPr/>
            </p:nvSpPr>
            <p:spPr bwMode="auto">
              <a:xfrm>
                <a:off x="720" y="336"/>
                <a:ext cx="385" cy="433"/>
              </a:xfrm>
              <a:prstGeom prst="rect">
                <a:avLst/>
              </a:prstGeom>
              <a:solidFill>
                <a:schemeClr val="folHlink"/>
              </a:solidFill>
              <a:ln w="9525">
                <a:noFill/>
                <a:miter lim="800000"/>
                <a:headEnd/>
                <a:tailEnd/>
              </a:ln>
              <a:effectLst/>
            </p:spPr>
            <p:txBody>
              <a:bodyPr wrap="none" anchor="ctr"/>
              <a:lstStyle/>
              <a:p>
                <a:pPr>
                  <a:defRPr/>
                </a:pPr>
                <a:endParaRPr lang="en-GB"/>
              </a:p>
            </p:txBody>
          </p:sp>
          <p:sp>
            <p:nvSpPr>
              <p:cNvPr id="13" name="Rectangle 21"/>
              <p:cNvSpPr>
                <a:spLocks noChangeArrowheads="1"/>
              </p:cNvSpPr>
              <p:nvPr/>
            </p:nvSpPr>
            <p:spPr bwMode="auto">
              <a:xfrm>
                <a:off x="1056" y="336"/>
                <a:ext cx="288" cy="43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GB"/>
              </a:p>
            </p:txBody>
          </p:sp>
        </p:grpSp>
        <p:grpSp>
          <p:nvGrpSpPr>
            <p:cNvPr id="6" name="Group 22"/>
            <p:cNvGrpSpPr>
              <a:grpSpLocks/>
            </p:cNvGrpSpPr>
            <p:nvPr/>
          </p:nvGrpSpPr>
          <p:grpSpPr bwMode="auto">
            <a:xfrm>
              <a:off x="262" y="1872"/>
              <a:ext cx="466" cy="300"/>
              <a:chOff x="912" y="2640"/>
              <a:chExt cx="673" cy="433"/>
            </a:xfrm>
          </p:grpSpPr>
          <p:sp>
            <p:nvSpPr>
              <p:cNvPr id="10" name="Rectangle 23"/>
              <p:cNvSpPr>
                <a:spLocks noChangeArrowheads="1"/>
              </p:cNvSpPr>
              <p:nvPr/>
            </p:nvSpPr>
            <p:spPr bwMode="auto">
              <a:xfrm>
                <a:off x="912" y="2640"/>
                <a:ext cx="384" cy="433"/>
              </a:xfrm>
              <a:prstGeom prst="rect">
                <a:avLst/>
              </a:prstGeom>
              <a:solidFill>
                <a:schemeClr val="accent2"/>
              </a:solidFill>
              <a:ln w="9525">
                <a:noFill/>
                <a:miter lim="800000"/>
                <a:headEnd/>
                <a:tailEnd/>
              </a:ln>
              <a:effectLst/>
            </p:spPr>
            <p:txBody>
              <a:bodyPr wrap="none" anchor="ctr"/>
              <a:lstStyle/>
              <a:p>
                <a:pPr>
                  <a:defRPr/>
                </a:pPr>
                <a:endParaRPr lang="en-GB"/>
              </a:p>
            </p:txBody>
          </p:sp>
          <p:sp>
            <p:nvSpPr>
              <p:cNvPr id="11" name="Rectangle 24"/>
              <p:cNvSpPr>
                <a:spLocks noChangeArrowheads="1"/>
              </p:cNvSpPr>
              <p:nvPr/>
            </p:nvSpPr>
            <p:spPr bwMode="auto">
              <a:xfrm>
                <a:off x="1252" y="2640"/>
                <a:ext cx="333" cy="43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7" name="Rectangle 25"/>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GB"/>
            </a:p>
          </p:txBody>
        </p:sp>
        <p:sp>
          <p:nvSpPr>
            <p:cNvPr id="8" name="Rectangle 26"/>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GB"/>
            </a:p>
          </p:txBody>
        </p:sp>
        <p:sp>
          <p:nvSpPr>
            <p:cNvPr id="9" name="Rectangle 27"/>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230412" name="Rectangle 12"/>
          <p:cNvSpPr>
            <a:spLocks noGrp="1" noChangeArrowheads="1"/>
          </p:cNvSpPr>
          <p:nvPr>
            <p:ph type="ctrTitle"/>
          </p:nvPr>
        </p:nvSpPr>
        <p:spPr bwMode="auto">
          <a:xfrm>
            <a:off x="1710135" y="2200278"/>
            <a:ext cx="11628914" cy="1700213"/>
          </a:xfrm>
          <a:prstGeom prst="rect">
            <a:avLst/>
          </a:prstGeom>
          <a:noFill/>
          <a:ln>
            <a:miter lim="800000"/>
            <a:headEnd/>
            <a:tailEnd/>
          </a:ln>
        </p:spPr>
        <p:txBody>
          <a:bodyPr vert="horz" wrap="square" lIns="104927" tIns="52464" rIns="104927" bIns="52464" numCol="1" anchor="b" anchorCtr="0" compatLnSpc="1">
            <a:prstTxWarp prst="textNoShape">
              <a:avLst/>
            </a:prstTxWarp>
          </a:bodyPr>
          <a:lstStyle>
            <a:lvl1pPr>
              <a:defRPr/>
            </a:lvl1pPr>
          </a:lstStyle>
          <a:p>
            <a:r>
              <a:rPr lang="en-US"/>
              <a:t>Click to edit Master title style</a:t>
            </a:r>
          </a:p>
        </p:txBody>
      </p:sp>
      <p:sp>
        <p:nvSpPr>
          <p:cNvPr id="230413" name="Rectangle 13"/>
          <p:cNvSpPr>
            <a:spLocks noGrp="1" noChangeArrowheads="1"/>
          </p:cNvSpPr>
          <p:nvPr>
            <p:ph type="subTitle" idx="1"/>
          </p:nvPr>
        </p:nvSpPr>
        <p:spPr>
          <a:xfrm>
            <a:off x="912072" y="4581525"/>
            <a:ext cx="12769003" cy="4100513"/>
          </a:xfrm>
        </p:spPr>
        <p:txBody>
          <a:bodyPr/>
          <a:lstStyle>
            <a:lvl1pPr marL="0" indent="0" algn="ctr">
              <a:buFont typeface="Wingdings" pitchFamily="2" charset="2"/>
              <a:buNone/>
              <a:defRPr/>
            </a:lvl1pPr>
          </a:lstStyle>
          <a:p>
            <a:r>
              <a:rPr lang="en-US"/>
              <a:t>Click to edit Master subtitle style</a:t>
            </a: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0713" y="5784060"/>
            <a:ext cx="11628914" cy="1787723"/>
          </a:xfrm>
          <a:prstGeom prst="rect">
            <a:avLst/>
          </a:prstGeom>
        </p:spPr>
        <p:txBody>
          <a:bodyPr lIns="104927" tIns="52464" rIns="104927" bIns="52464" anchor="t"/>
          <a:lstStyle>
            <a:lvl1pPr algn="l">
              <a:defRPr sz="4600" b="1" cap="all"/>
            </a:lvl1pPr>
          </a:lstStyle>
          <a:p>
            <a:r>
              <a:rPr lang="en-US"/>
              <a:t>Click to edit Master title style</a:t>
            </a:r>
            <a:endParaRPr lang="en-GB"/>
          </a:p>
        </p:txBody>
      </p:sp>
      <p:sp>
        <p:nvSpPr>
          <p:cNvPr id="3" name="Text Placeholder 2"/>
          <p:cNvSpPr>
            <a:spLocks noGrp="1"/>
          </p:cNvSpPr>
          <p:nvPr>
            <p:ph type="body" idx="1"/>
          </p:nvPr>
        </p:nvSpPr>
        <p:spPr>
          <a:xfrm>
            <a:off x="1080713" y="3815065"/>
            <a:ext cx="11628914" cy="1968995"/>
          </a:xfrm>
        </p:spPr>
        <p:txBody>
          <a:bodyPr anchor="b"/>
          <a:lstStyle>
            <a:lvl1pPr marL="0" indent="0">
              <a:buNone/>
              <a:defRPr sz="2300"/>
            </a:lvl1pPr>
            <a:lvl2pPr marL="524637" indent="0">
              <a:buNone/>
              <a:defRPr sz="2100"/>
            </a:lvl2pPr>
            <a:lvl3pPr marL="1049274" indent="0">
              <a:buNone/>
              <a:defRPr sz="1800"/>
            </a:lvl3pPr>
            <a:lvl4pPr marL="1573911" indent="0">
              <a:buNone/>
              <a:defRPr sz="1600"/>
            </a:lvl4pPr>
            <a:lvl5pPr marL="2098548" indent="0">
              <a:buNone/>
              <a:defRPr sz="1600"/>
            </a:lvl5pPr>
            <a:lvl6pPr marL="2623185" indent="0">
              <a:buNone/>
              <a:defRPr sz="1600"/>
            </a:lvl6pPr>
            <a:lvl7pPr marL="3147822" indent="0">
              <a:buNone/>
              <a:defRPr sz="1600"/>
            </a:lvl7pPr>
            <a:lvl8pPr marL="3672459" indent="0">
              <a:buNone/>
              <a:defRPr sz="1600"/>
            </a:lvl8pPr>
            <a:lvl9pPr marL="4197096" indent="0">
              <a:buNone/>
              <a:defRPr sz="1600"/>
            </a:lvl9pPr>
          </a:lstStyle>
          <a:p>
            <a:pPr lvl="0"/>
            <a:r>
              <a:rPr lang="en-US"/>
              <a:t>Click to edit Master text styles</a:t>
            </a: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
        <p:nvSpPr>
          <p:cNvPr id="3" name="Content Placeholder 2"/>
          <p:cNvSpPr>
            <a:spLocks noGrp="1"/>
          </p:cNvSpPr>
          <p:nvPr>
            <p:ph sz="half" idx="1"/>
          </p:nvPr>
        </p:nvSpPr>
        <p:spPr>
          <a:xfrm>
            <a:off x="546296" y="0"/>
            <a:ext cx="6151733" cy="856982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926047" y="0"/>
            <a:ext cx="6154110" cy="856982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84054" y="2014836"/>
            <a:ext cx="6044851" cy="839688"/>
          </a:xfrm>
        </p:spPr>
        <p:txBody>
          <a:bodyPr anchor="b"/>
          <a:lstStyle>
            <a:lvl1pPr marL="0" indent="0">
              <a:buNone/>
              <a:defRPr sz="2800" b="1"/>
            </a:lvl1pPr>
            <a:lvl2pPr marL="524637" indent="0">
              <a:buNone/>
              <a:defRPr sz="2300" b="1"/>
            </a:lvl2pPr>
            <a:lvl3pPr marL="1049274" indent="0">
              <a:buNone/>
              <a:defRPr sz="2100" b="1"/>
            </a:lvl3pPr>
            <a:lvl4pPr marL="1573911" indent="0">
              <a:buNone/>
              <a:defRPr sz="1800" b="1"/>
            </a:lvl4pPr>
            <a:lvl5pPr marL="2098548" indent="0">
              <a:buNone/>
              <a:defRPr sz="1800" b="1"/>
            </a:lvl5pPr>
            <a:lvl6pPr marL="2623185" indent="0">
              <a:buNone/>
              <a:defRPr sz="1800" b="1"/>
            </a:lvl6pPr>
            <a:lvl7pPr marL="3147822" indent="0">
              <a:buNone/>
              <a:defRPr sz="1800" b="1"/>
            </a:lvl7pPr>
            <a:lvl8pPr marL="3672459" indent="0">
              <a:buNone/>
              <a:defRPr sz="1800" b="1"/>
            </a:lvl8pPr>
            <a:lvl9pPr marL="4197096" indent="0">
              <a:buNone/>
              <a:defRPr sz="1800" b="1"/>
            </a:lvl9pPr>
          </a:lstStyle>
          <a:p>
            <a:pPr lvl="0"/>
            <a:r>
              <a:rPr lang="en-US"/>
              <a:t>Click to edit Master text styles</a:t>
            </a:r>
          </a:p>
        </p:txBody>
      </p:sp>
      <p:sp>
        <p:nvSpPr>
          <p:cNvPr id="4" name="Content Placeholder 3"/>
          <p:cNvSpPr>
            <a:spLocks noGrp="1"/>
          </p:cNvSpPr>
          <p:nvPr>
            <p:ph sz="half" idx="2"/>
          </p:nvPr>
        </p:nvSpPr>
        <p:spPr>
          <a:xfrm>
            <a:off x="684054" y="2854523"/>
            <a:ext cx="6044851" cy="5186066"/>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949797" y="2014836"/>
            <a:ext cx="6047226" cy="839688"/>
          </a:xfrm>
        </p:spPr>
        <p:txBody>
          <a:bodyPr anchor="b"/>
          <a:lstStyle>
            <a:lvl1pPr marL="0" indent="0">
              <a:buNone/>
              <a:defRPr sz="2800" b="1"/>
            </a:lvl1pPr>
            <a:lvl2pPr marL="524637" indent="0">
              <a:buNone/>
              <a:defRPr sz="2300" b="1"/>
            </a:lvl2pPr>
            <a:lvl3pPr marL="1049274" indent="0">
              <a:buNone/>
              <a:defRPr sz="2100" b="1"/>
            </a:lvl3pPr>
            <a:lvl4pPr marL="1573911" indent="0">
              <a:buNone/>
              <a:defRPr sz="1800" b="1"/>
            </a:lvl4pPr>
            <a:lvl5pPr marL="2098548" indent="0">
              <a:buNone/>
              <a:defRPr sz="1800" b="1"/>
            </a:lvl5pPr>
            <a:lvl6pPr marL="2623185" indent="0">
              <a:buNone/>
              <a:defRPr sz="1800" b="1"/>
            </a:lvl6pPr>
            <a:lvl7pPr marL="3147822" indent="0">
              <a:buNone/>
              <a:defRPr sz="1800" b="1"/>
            </a:lvl7pPr>
            <a:lvl8pPr marL="3672459" indent="0">
              <a:buNone/>
              <a:defRPr sz="1800" b="1"/>
            </a:lvl8pPr>
            <a:lvl9pPr marL="4197096" indent="0">
              <a:buNone/>
              <a:defRPr sz="1800" b="1"/>
            </a:lvl9pPr>
          </a:lstStyle>
          <a:p>
            <a:pPr lvl="0"/>
            <a:r>
              <a:rPr lang="en-US"/>
              <a:t>Click to edit Master text styles</a:t>
            </a:r>
          </a:p>
        </p:txBody>
      </p:sp>
      <p:sp>
        <p:nvSpPr>
          <p:cNvPr id="6" name="Content Placeholder 5"/>
          <p:cNvSpPr>
            <a:spLocks noGrp="1"/>
          </p:cNvSpPr>
          <p:nvPr>
            <p:ph sz="quarter" idx="4"/>
          </p:nvPr>
        </p:nvSpPr>
        <p:spPr>
          <a:xfrm>
            <a:off x="6949797" y="2854523"/>
            <a:ext cx="6047226" cy="5186066"/>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055" y="358381"/>
            <a:ext cx="4500980" cy="1525191"/>
          </a:xfrm>
          <a:prstGeom prst="rect">
            <a:avLst/>
          </a:prstGeom>
        </p:spPr>
        <p:txBody>
          <a:bodyPr lIns="104927" tIns="52464" rIns="104927" bIns="52464" anchor="b"/>
          <a:lstStyle>
            <a:lvl1pPr algn="l">
              <a:defRPr sz="2300" b="1"/>
            </a:lvl1pPr>
          </a:lstStyle>
          <a:p>
            <a:r>
              <a:rPr lang="en-US"/>
              <a:t>Click to edit Master title style</a:t>
            </a:r>
            <a:endParaRPr lang="en-GB"/>
          </a:p>
        </p:txBody>
      </p:sp>
      <p:sp>
        <p:nvSpPr>
          <p:cNvPr id="3" name="Content Placeholder 2"/>
          <p:cNvSpPr>
            <a:spLocks noGrp="1"/>
          </p:cNvSpPr>
          <p:nvPr>
            <p:ph idx="1"/>
          </p:nvPr>
        </p:nvSpPr>
        <p:spPr>
          <a:xfrm>
            <a:off x="5348922" y="358382"/>
            <a:ext cx="7648102" cy="7682211"/>
          </a:xfrm>
        </p:spPr>
        <p:txBody>
          <a:bodyPr/>
          <a:lstStyle>
            <a:lvl1pPr>
              <a:defRPr sz="3700"/>
            </a:lvl1pPr>
            <a:lvl2pPr>
              <a:defRPr sz="3200"/>
            </a:lvl2pPr>
            <a:lvl3pPr>
              <a:defRPr sz="28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84055" y="1883570"/>
            <a:ext cx="4500980" cy="6157020"/>
          </a:xfrm>
        </p:spPr>
        <p:txBody>
          <a:bodyPr/>
          <a:lstStyle>
            <a:lvl1pPr marL="0" indent="0">
              <a:buNone/>
              <a:defRPr sz="1600"/>
            </a:lvl1pPr>
            <a:lvl2pPr marL="524637" indent="0">
              <a:buNone/>
              <a:defRPr sz="1400"/>
            </a:lvl2pPr>
            <a:lvl3pPr marL="1049274" indent="0">
              <a:buNone/>
              <a:defRPr sz="1100"/>
            </a:lvl3pPr>
            <a:lvl4pPr marL="1573911" indent="0">
              <a:buNone/>
              <a:defRPr sz="1000"/>
            </a:lvl4pPr>
            <a:lvl5pPr marL="2098548" indent="0">
              <a:buNone/>
              <a:defRPr sz="1000"/>
            </a:lvl5pPr>
            <a:lvl6pPr marL="2623185" indent="0">
              <a:buNone/>
              <a:defRPr sz="1000"/>
            </a:lvl6pPr>
            <a:lvl7pPr marL="3147822" indent="0">
              <a:buNone/>
              <a:defRPr sz="1000"/>
            </a:lvl7pPr>
            <a:lvl8pPr marL="3672459" indent="0">
              <a:buNone/>
              <a:defRPr sz="1000"/>
            </a:lvl8pPr>
            <a:lvl9pPr marL="4197096" indent="0">
              <a:buNone/>
              <a:defRPr sz="1000"/>
            </a:lvl9pPr>
          </a:lstStyle>
          <a:p>
            <a:pPr lvl="0"/>
            <a:r>
              <a:rPr lang="en-US"/>
              <a:t>Click to edit Master text styles</a:t>
            </a: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1588" y="6300787"/>
            <a:ext cx="8208645" cy="743844"/>
          </a:xfrm>
          <a:prstGeom prst="rect">
            <a:avLst/>
          </a:prstGeom>
        </p:spPr>
        <p:txBody>
          <a:bodyPr lIns="104927" tIns="52464" rIns="104927" bIns="52464" anchor="b"/>
          <a:lstStyle>
            <a:lvl1pPr algn="l">
              <a:defRPr sz="2300" b="1"/>
            </a:lvl1pPr>
          </a:lstStyle>
          <a:p>
            <a:r>
              <a:rPr lang="en-US"/>
              <a:t>Click to edit Master title style</a:t>
            </a:r>
            <a:endParaRPr lang="en-GB"/>
          </a:p>
        </p:txBody>
      </p:sp>
      <p:sp>
        <p:nvSpPr>
          <p:cNvPr id="3" name="Picture Placeholder 2"/>
          <p:cNvSpPr>
            <a:spLocks noGrp="1"/>
          </p:cNvSpPr>
          <p:nvPr>
            <p:ph type="pic" idx="1"/>
          </p:nvPr>
        </p:nvSpPr>
        <p:spPr>
          <a:xfrm>
            <a:off x="2681588" y="804270"/>
            <a:ext cx="8208645" cy="5400675"/>
          </a:xfrm>
        </p:spPr>
        <p:txBody>
          <a:bodyPr/>
          <a:lstStyle>
            <a:lvl1pPr marL="0" indent="0">
              <a:buNone/>
              <a:defRPr sz="3700"/>
            </a:lvl1pPr>
            <a:lvl2pPr marL="524637" indent="0">
              <a:buNone/>
              <a:defRPr sz="3200"/>
            </a:lvl2pPr>
            <a:lvl3pPr marL="1049274" indent="0">
              <a:buNone/>
              <a:defRPr sz="2800"/>
            </a:lvl3pPr>
            <a:lvl4pPr marL="1573911" indent="0">
              <a:buNone/>
              <a:defRPr sz="2300"/>
            </a:lvl4pPr>
            <a:lvl5pPr marL="2098548" indent="0">
              <a:buNone/>
              <a:defRPr sz="2300"/>
            </a:lvl5pPr>
            <a:lvl6pPr marL="2623185" indent="0">
              <a:buNone/>
              <a:defRPr sz="2300"/>
            </a:lvl6pPr>
            <a:lvl7pPr marL="3147822" indent="0">
              <a:buNone/>
              <a:defRPr sz="2300"/>
            </a:lvl7pPr>
            <a:lvl8pPr marL="3672459" indent="0">
              <a:buNone/>
              <a:defRPr sz="2300"/>
            </a:lvl8pPr>
            <a:lvl9pPr marL="4197096" indent="0">
              <a:buNone/>
              <a:defRPr sz="2300"/>
            </a:lvl9pPr>
          </a:lstStyle>
          <a:p>
            <a:pPr lvl="0"/>
            <a:endParaRPr lang="en-GB" noProof="0"/>
          </a:p>
        </p:txBody>
      </p:sp>
      <p:sp>
        <p:nvSpPr>
          <p:cNvPr id="4" name="Text Placeholder 3"/>
          <p:cNvSpPr>
            <a:spLocks noGrp="1"/>
          </p:cNvSpPr>
          <p:nvPr>
            <p:ph type="body" sz="half" idx="2"/>
          </p:nvPr>
        </p:nvSpPr>
        <p:spPr>
          <a:xfrm>
            <a:off x="2681588" y="7044634"/>
            <a:ext cx="8208645" cy="1056381"/>
          </a:xfrm>
        </p:spPr>
        <p:txBody>
          <a:bodyPr/>
          <a:lstStyle>
            <a:lvl1pPr marL="0" indent="0">
              <a:buNone/>
              <a:defRPr sz="1600"/>
            </a:lvl1pPr>
            <a:lvl2pPr marL="524637" indent="0">
              <a:buNone/>
              <a:defRPr sz="1400"/>
            </a:lvl2pPr>
            <a:lvl3pPr marL="1049274" indent="0">
              <a:buNone/>
              <a:defRPr sz="1100"/>
            </a:lvl3pPr>
            <a:lvl4pPr marL="1573911" indent="0">
              <a:buNone/>
              <a:defRPr sz="1000"/>
            </a:lvl4pPr>
            <a:lvl5pPr marL="2098548" indent="0">
              <a:buNone/>
              <a:defRPr sz="1000"/>
            </a:lvl5pPr>
            <a:lvl6pPr marL="2623185" indent="0">
              <a:buNone/>
              <a:defRPr sz="1000"/>
            </a:lvl6pPr>
            <a:lvl7pPr marL="3147822" indent="0">
              <a:buNone/>
              <a:defRPr sz="1000"/>
            </a:lvl7pPr>
            <a:lvl8pPr marL="3672459" indent="0">
              <a:buNone/>
              <a:defRPr sz="1000"/>
            </a:lvl8pPr>
            <a:lvl9pPr marL="4197096" indent="0">
              <a:buNone/>
              <a:defRPr sz="1000"/>
            </a:lvl9pPr>
          </a:lstStyle>
          <a:p>
            <a:pPr lvl="0"/>
            <a:r>
              <a:rPr lang="en-US"/>
              <a:t>Click to edit Master text styles</a:t>
            </a: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47284" y="0"/>
            <a:ext cx="3132871" cy="8569822"/>
          </a:xfrm>
          <a:prstGeom prst="rect">
            <a:avLst/>
          </a:prstGeom>
        </p:spPr>
        <p:txBody>
          <a:bodyPr vert="eaVert" lIns="104927" tIns="52464" rIns="104927" bIns="52464"/>
          <a:lstStyle/>
          <a:p>
            <a:r>
              <a:rPr lang="en-US"/>
              <a:t>Click to edit Master title style</a:t>
            </a:r>
            <a:endParaRPr lang="en-GB"/>
          </a:p>
        </p:txBody>
      </p:sp>
      <p:sp>
        <p:nvSpPr>
          <p:cNvPr id="3" name="Vertical Text Placeholder 2"/>
          <p:cNvSpPr>
            <a:spLocks noGrp="1"/>
          </p:cNvSpPr>
          <p:nvPr>
            <p:ph type="body" orient="vert" idx="1"/>
          </p:nvPr>
        </p:nvSpPr>
        <p:spPr>
          <a:xfrm>
            <a:off x="546293" y="0"/>
            <a:ext cx="9172972" cy="8569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374650"/>
            <a:ext cx="11630025" cy="1500188"/>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2"/>
          <p:cNvSpPr>
            <a:spLocks noGrp="1" noChangeArrowheads="1"/>
          </p:cNvSpPr>
          <p:nvPr>
            <p:ph type="dt" sz="half" idx="10"/>
          </p:nvPr>
        </p:nvSpPr>
        <p:spPr>
          <a:xfrm>
            <a:off x="1025525" y="8401050"/>
            <a:ext cx="2851150" cy="600075"/>
          </a:xfrm>
          <a:prstGeom prst="rect">
            <a:avLst/>
          </a:prstGeom>
          <a:ln/>
        </p:spPr>
        <p:txBody>
          <a:bodyPr/>
          <a:lstStyle>
            <a:lvl1pPr>
              <a:defRPr/>
            </a:lvl1pPr>
          </a:lstStyle>
          <a:p>
            <a:pPr>
              <a:defRPr/>
            </a:pPr>
            <a:endParaRPr lang="en-US"/>
          </a:p>
        </p:txBody>
      </p:sp>
      <p:sp>
        <p:nvSpPr>
          <p:cNvPr id="5" name="Rectangle 34"/>
          <p:cNvSpPr>
            <a:spLocks noGrp="1" noChangeArrowheads="1"/>
          </p:cNvSpPr>
          <p:nvPr>
            <p:ph type="sldNum" sz="quarter" idx="11"/>
          </p:nvPr>
        </p:nvSpPr>
        <p:spPr>
          <a:xfrm>
            <a:off x="9804400" y="8399463"/>
            <a:ext cx="2851150" cy="600075"/>
          </a:xfrm>
          <a:prstGeom prst="rect">
            <a:avLst/>
          </a:prstGeom>
          <a:ln/>
        </p:spPr>
        <p:txBody>
          <a:bodyPr/>
          <a:lstStyle>
            <a:lvl1pPr>
              <a:defRPr/>
            </a:lvl1pPr>
          </a:lstStyle>
          <a:p>
            <a:pPr>
              <a:defRPr/>
            </a:pPr>
            <a:fld id="{C7CEB0B8-E327-4A51-B1B2-05DF9D4D2C03}" type="slidenum">
              <a:rPr lang="en-US"/>
              <a:pPr>
                <a:defRPr/>
              </a:pPr>
              <a:t>‹#›</a:t>
            </a:fld>
            <a:endParaRPr lang="en-US"/>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6081" y="375047"/>
            <a:ext cx="11628914" cy="1500188"/>
          </a:xfrm>
        </p:spPr>
        <p:txBody>
          <a:bodyPr/>
          <a:lstStyle/>
          <a:p>
            <a:r>
              <a:rPr lang="en-US"/>
              <a:t>Click to edit Master title style</a:t>
            </a:r>
          </a:p>
        </p:txBody>
      </p:sp>
      <p:sp>
        <p:nvSpPr>
          <p:cNvPr id="3" name="Text Placeholder 2"/>
          <p:cNvSpPr>
            <a:spLocks noGrp="1"/>
          </p:cNvSpPr>
          <p:nvPr>
            <p:ph type="body" sz="half" idx="1"/>
          </p:nvPr>
        </p:nvSpPr>
        <p:spPr>
          <a:xfrm>
            <a:off x="1026081" y="2175272"/>
            <a:ext cx="5700448" cy="5400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54546" y="2175272"/>
            <a:ext cx="5700448" cy="5400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95113366-D548-3256-41BB-782CDFD62F5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5AD79D8-83F8-3FC8-438C-B33A6BE57950}"/>
              </a:ext>
            </a:extLst>
          </p:cNvPr>
          <p:cNvSpPr>
            <a:spLocks noGrp="1" noChangeArrowheads="1"/>
          </p:cNvSpPr>
          <p:nvPr>
            <p:ph type="sldNum" sz="quarter" idx="11"/>
          </p:nvPr>
        </p:nvSpPr>
        <p:spPr>
          <a:ln/>
        </p:spPr>
        <p:txBody>
          <a:bodyPr/>
          <a:lstStyle>
            <a:lvl1pPr>
              <a:defRPr/>
            </a:lvl1pPr>
          </a:lstStyle>
          <a:p>
            <a:fld id="{DD401EAF-97B1-4505-A373-DC4A8C616468}" type="slidenum">
              <a:rPr lang="en-US" altLang="en-US"/>
              <a:pPr/>
              <a:t>‹#›</a:t>
            </a:fld>
            <a:endParaRPr lang="en-US" altLang="en-US"/>
          </a:p>
        </p:txBody>
      </p:sp>
    </p:spTree>
    <p:extLst>
      <p:ext uri="{BB962C8B-B14F-4D97-AF65-F5344CB8AC3E}">
        <p14:creationId xmlns:p14="http://schemas.microsoft.com/office/powerpoint/2010/main" val="3769062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body" idx="1"/>
          </p:nvPr>
        </p:nvSpPr>
        <p:spPr bwMode="auto">
          <a:xfrm>
            <a:off x="588963" y="44450"/>
            <a:ext cx="12533312" cy="8569325"/>
          </a:xfrm>
          <a:prstGeom prst="rect">
            <a:avLst/>
          </a:prstGeom>
          <a:noFill/>
          <a:ln w="9525">
            <a:noFill/>
            <a:miter lim="800000"/>
            <a:headEnd/>
            <a:tailEnd/>
          </a:ln>
        </p:spPr>
        <p:txBody>
          <a:bodyPr vert="horz" wrap="square" lIns="104927" tIns="52464" rIns="104927" bIns="5246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9393" name="Rectangle 17"/>
          <p:cNvSpPr>
            <a:spLocks noChangeArrowheads="1"/>
          </p:cNvSpPr>
          <p:nvPr/>
        </p:nvSpPr>
        <p:spPr bwMode="auto">
          <a:xfrm>
            <a:off x="0" y="8401050"/>
            <a:ext cx="2849563" cy="600075"/>
          </a:xfrm>
          <a:prstGeom prst="rect">
            <a:avLst/>
          </a:prstGeom>
          <a:noFill/>
          <a:ln w="12700" cap="sq">
            <a:noFill/>
            <a:miter lim="800000"/>
            <a:headEnd type="none" w="sm" len="sm"/>
            <a:tailEnd type="none" w="sm" len="sm"/>
          </a:ln>
          <a:effectLst/>
        </p:spPr>
        <p:txBody>
          <a:bodyPr lIns="104927" tIns="52464" rIns="104927" bIns="52464" anchor="b"/>
          <a:lstStyle/>
          <a:p>
            <a:pPr eaLnBrk="1" hangingPunct="1">
              <a:defRPr/>
            </a:pPr>
            <a:fld id="{A489F54B-69BB-4115-9FC9-7565FFDEE19E}" type="slidenum">
              <a:rPr lang="en-US" sz="1600">
                <a:solidFill>
                  <a:srgbClr val="080808"/>
                </a:solidFill>
                <a:latin typeface="Times New Roman" pitchFamily="18" charset="0"/>
              </a:rPr>
              <a:pPr eaLnBrk="1" hangingPunct="1">
                <a:defRPr/>
              </a:pPr>
              <a:t>‹#›</a:t>
            </a:fld>
            <a:endParaRPr lang="en-US" sz="1600" dirty="0">
              <a:solidFill>
                <a:srgbClr val="080808"/>
              </a:solidFill>
              <a:latin typeface="Times New Roman" pitchFamily="18" charset="0"/>
            </a:endParaRPr>
          </a:p>
        </p:txBody>
      </p:sp>
      <p:sp>
        <p:nvSpPr>
          <p:cNvPr id="229396" name="Rectangle 20"/>
          <p:cNvSpPr>
            <a:spLocks noChangeArrowheads="1"/>
          </p:cNvSpPr>
          <p:nvPr userDrawn="1"/>
        </p:nvSpPr>
        <p:spPr bwMode="ltGray">
          <a:xfrm>
            <a:off x="12018963" y="7761288"/>
            <a:ext cx="490537" cy="622300"/>
          </a:xfrm>
          <a:prstGeom prst="rect">
            <a:avLst/>
          </a:prstGeom>
          <a:gradFill rotWithShape="0">
            <a:gsLst>
              <a:gs pos="0">
                <a:schemeClr val="bg1"/>
              </a:gs>
              <a:gs pos="100000">
                <a:schemeClr val="accent2"/>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0" name="Rectangle 24"/>
          <p:cNvSpPr>
            <a:spLocks noChangeArrowheads="1"/>
          </p:cNvSpPr>
          <p:nvPr userDrawn="1"/>
        </p:nvSpPr>
        <p:spPr bwMode="ltGray">
          <a:xfrm flipH="1">
            <a:off x="11790363" y="8315325"/>
            <a:ext cx="550862" cy="623888"/>
          </a:xfrm>
          <a:prstGeom prst="rect">
            <a:avLst/>
          </a:prstGeom>
          <a:gradFill rotWithShape="0">
            <a:gsLst>
              <a:gs pos="0">
                <a:schemeClr val="bg1"/>
              </a:gs>
              <a:gs pos="100000">
                <a:schemeClr val="folHlink"/>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8" name="Rectangle 22"/>
          <p:cNvSpPr>
            <a:spLocks noChangeArrowheads="1"/>
          </p:cNvSpPr>
          <p:nvPr userDrawn="1"/>
        </p:nvSpPr>
        <p:spPr bwMode="ltGray">
          <a:xfrm>
            <a:off x="12498388" y="7761288"/>
            <a:ext cx="655637" cy="622300"/>
          </a:xfrm>
          <a:prstGeom prst="rect">
            <a:avLst/>
          </a:prstGeom>
          <a:solidFill>
            <a:schemeClr val="accent2"/>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9" name="Rectangle 23"/>
          <p:cNvSpPr>
            <a:spLocks noChangeArrowheads="1"/>
          </p:cNvSpPr>
          <p:nvPr userDrawn="1"/>
        </p:nvSpPr>
        <p:spPr bwMode="ltGray">
          <a:xfrm flipH="1">
            <a:off x="12336463" y="8315325"/>
            <a:ext cx="631825" cy="623888"/>
          </a:xfrm>
          <a:prstGeom prst="rect">
            <a:avLst/>
          </a:prstGeom>
          <a:solidFill>
            <a:schemeClr val="folHlink"/>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1" name="Rectangle 25"/>
          <p:cNvSpPr>
            <a:spLocks noChangeArrowheads="1"/>
          </p:cNvSpPr>
          <p:nvPr userDrawn="1"/>
        </p:nvSpPr>
        <p:spPr bwMode="ltGray">
          <a:xfrm flipH="1">
            <a:off x="12749213" y="8220075"/>
            <a:ext cx="839787" cy="554038"/>
          </a:xfrm>
          <a:prstGeom prst="rect">
            <a:avLst/>
          </a:prstGeom>
          <a:gradFill rotWithShape="0">
            <a:gsLst>
              <a:gs pos="0">
                <a:schemeClr val="hlink"/>
              </a:gs>
              <a:gs pos="100000">
                <a:schemeClr val="bg1"/>
              </a:gs>
            </a:gsLst>
            <a:lin ang="270000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84" name="Rectangle 8"/>
          <p:cNvSpPr>
            <a:spLocks noChangeArrowheads="1"/>
          </p:cNvSpPr>
          <p:nvPr userDrawn="1"/>
        </p:nvSpPr>
        <p:spPr bwMode="gray">
          <a:xfrm>
            <a:off x="822325" y="8656638"/>
            <a:ext cx="12307888" cy="42862"/>
          </a:xfrm>
          <a:prstGeom prst="rect">
            <a:avLst/>
          </a:prstGeom>
          <a:gradFill rotWithShape="0">
            <a:gsLst>
              <a:gs pos="0">
                <a:schemeClr val="bg1"/>
              </a:gs>
              <a:gs pos="100000">
                <a:schemeClr val="tx1"/>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16" name="Text Box 40"/>
          <p:cNvSpPr txBox="1">
            <a:spLocks noChangeArrowheads="1"/>
          </p:cNvSpPr>
          <p:nvPr userDrawn="1"/>
        </p:nvSpPr>
        <p:spPr bwMode="auto">
          <a:xfrm>
            <a:off x="565150" y="8639175"/>
            <a:ext cx="12558713" cy="321396"/>
          </a:xfrm>
          <a:prstGeom prst="rect">
            <a:avLst/>
          </a:prstGeom>
          <a:noFill/>
          <a:ln w="12700" cap="sq">
            <a:noFill/>
            <a:miter lim="800000"/>
            <a:headEnd type="none" w="sm" len="sm"/>
            <a:tailEnd type="none" w="sm" len="sm"/>
          </a:ln>
          <a:effectLst/>
        </p:spPr>
        <p:txBody>
          <a:bodyPr lIns="104927" tIns="52464" rIns="104927" bIns="52464">
            <a:spAutoFit/>
          </a:bodyPr>
          <a:lstStyle/>
          <a:p>
            <a:pPr>
              <a:spcBef>
                <a:spcPct val="50000"/>
              </a:spcBef>
              <a:defRPr/>
            </a:pPr>
            <a:r>
              <a:rPr lang="en-US" sz="1400" dirty="0"/>
              <a:t>Topic</a:t>
            </a:r>
            <a:r>
              <a:rPr lang="en-US" sz="1400" baseline="0" dirty="0"/>
              <a:t> 8 Binary I/O</a:t>
            </a:r>
            <a:r>
              <a:rPr lang="en-US" sz="1400" dirty="0"/>
              <a:t>                                                                                                                                             CCS3101 Object-oriented Programming</a:t>
            </a:r>
          </a:p>
        </p:txBody>
      </p:sp>
    </p:spTree>
  </p:cSld>
  <p:clrMap bg1="lt1" tx1="dk1" bg2="lt2" tx2="dk2" accent1="accent1" accent2="accent2" accent3="accent3" accent4="accent4" accent5="accent5" accent6="accent6" hlink="hlink" folHlink="folHlink"/>
  <p:sldLayoutIdLst>
    <p:sldLayoutId id="2147484208"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 id="2147484209" r:id="rId12"/>
    <p:sldLayoutId id="2147484210" r:id="rId13"/>
  </p:sldLayoutIdLst>
  <p:transition>
    <p:random/>
  </p:transition>
  <p:txStyles>
    <p:titleStyle>
      <a:lvl1pPr algn="l" rtl="0" eaLnBrk="0" fontAlgn="base" hangingPunct="0">
        <a:spcBef>
          <a:spcPct val="0"/>
        </a:spcBef>
        <a:spcAft>
          <a:spcPct val="0"/>
        </a:spcAft>
        <a:defRPr sz="50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Tahoma" pitchFamily="34" charset="0"/>
        </a:defRPr>
      </a:lvl2pPr>
      <a:lvl3pPr algn="l" rtl="0" eaLnBrk="0" fontAlgn="base" hangingPunct="0">
        <a:spcBef>
          <a:spcPct val="0"/>
        </a:spcBef>
        <a:spcAft>
          <a:spcPct val="0"/>
        </a:spcAft>
        <a:defRPr sz="5000">
          <a:solidFill>
            <a:schemeClr val="tx2"/>
          </a:solidFill>
          <a:latin typeface="Tahoma" pitchFamily="34" charset="0"/>
        </a:defRPr>
      </a:lvl3pPr>
      <a:lvl4pPr algn="l" rtl="0" eaLnBrk="0" fontAlgn="base" hangingPunct="0">
        <a:spcBef>
          <a:spcPct val="0"/>
        </a:spcBef>
        <a:spcAft>
          <a:spcPct val="0"/>
        </a:spcAft>
        <a:defRPr sz="5000">
          <a:solidFill>
            <a:schemeClr val="tx2"/>
          </a:solidFill>
          <a:latin typeface="Tahoma" pitchFamily="34" charset="0"/>
        </a:defRPr>
      </a:lvl4pPr>
      <a:lvl5pPr algn="l" rtl="0" eaLnBrk="0" fontAlgn="base" hangingPunct="0">
        <a:spcBef>
          <a:spcPct val="0"/>
        </a:spcBef>
        <a:spcAft>
          <a:spcPct val="0"/>
        </a:spcAft>
        <a:defRPr sz="5000">
          <a:solidFill>
            <a:schemeClr val="tx2"/>
          </a:solidFill>
          <a:latin typeface="Tahoma" pitchFamily="34" charset="0"/>
        </a:defRPr>
      </a:lvl5pPr>
      <a:lvl6pPr marL="524637" algn="l" rtl="0" fontAlgn="base">
        <a:spcBef>
          <a:spcPct val="0"/>
        </a:spcBef>
        <a:spcAft>
          <a:spcPct val="0"/>
        </a:spcAft>
        <a:defRPr sz="5000">
          <a:solidFill>
            <a:schemeClr val="tx2"/>
          </a:solidFill>
          <a:latin typeface="Tahoma" pitchFamily="34" charset="0"/>
        </a:defRPr>
      </a:lvl6pPr>
      <a:lvl7pPr marL="1049274" algn="l" rtl="0" fontAlgn="base">
        <a:spcBef>
          <a:spcPct val="0"/>
        </a:spcBef>
        <a:spcAft>
          <a:spcPct val="0"/>
        </a:spcAft>
        <a:defRPr sz="5000">
          <a:solidFill>
            <a:schemeClr val="tx2"/>
          </a:solidFill>
          <a:latin typeface="Tahoma" pitchFamily="34" charset="0"/>
        </a:defRPr>
      </a:lvl7pPr>
      <a:lvl8pPr marL="1573911" algn="l" rtl="0" fontAlgn="base">
        <a:spcBef>
          <a:spcPct val="0"/>
        </a:spcBef>
        <a:spcAft>
          <a:spcPct val="0"/>
        </a:spcAft>
        <a:defRPr sz="5000">
          <a:solidFill>
            <a:schemeClr val="tx2"/>
          </a:solidFill>
          <a:latin typeface="Tahoma" pitchFamily="34" charset="0"/>
        </a:defRPr>
      </a:lvl8pPr>
      <a:lvl9pPr marL="2098548" algn="l" rtl="0" fontAlgn="base">
        <a:spcBef>
          <a:spcPct val="0"/>
        </a:spcBef>
        <a:spcAft>
          <a:spcPct val="0"/>
        </a:spcAft>
        <a:defRPr sz="5000">
          <a:solidFill>
            <a:schemeClr val="tx2"/>
          </a:solidFill>
          <a:latin typeface="Tahoma" pitchFamily="34" charset="0"/>
        </a:defRPr>
      </a:lvl9pPr>
    </p:titleStyle>
    <p:bodyStyle>
      <a:lvl1pPr marL="392113" indent="-392113" algn="l" rtl="0" eaLnBrk="0" fontAlgn="base" hangingPunct="0">
        <a:spcBef>
          <a:spcPct val="20000"/>
        </a:spcBef>
        <a:spcAft>
          <a:spcPct val="0"/>
        </a:spcAft>
        <a:buClr>
          <a:schemeClr val="folHlink"/>
        </a:buClr>
        <a:buSzPct val="60000"/>
        <a:buFont typeface="Wingdings" pitchFamily="2" charset="2"/>
        <a:buChar char="n"/>
        <a:defRPr sz="3700">
          <a:solidFill>
            <a:schemeClr val="tx1"/>
          </a:solidFill>
          <a:latin typeface="+mn-lt"/>
          <a:ea typeface="+mn-ea"/>
          <a:cs typeface="+mn-cs"/>
        </a:defRPr>
      </a:lvl1pPr>
      <a:lvl2pPr marL="852488" indent="-327025" algn="l" rtl="0" eaLnBrk="0" fontAlgn="base" hangingPunct="0">
        <a:spcBef>
          <a:spcPct val="20000"/>
        </a:spcBef>
        <a:spcAft>
          <a:spcPct val="0"/>
        </a:spcAft>
        <a:buClr>
          <a:schemeClr val="hlink"/>
        </a:buClr>
        <a:buSzPct val="55000"/>
        <a:buFont typeface="Wingdings" pitchFamily="2" charset="2"/>
        <a:buChar char="n"/>
        <a:defRPr sz="3200">
          <a:solidFill>
            <a:schemeClr val="tx1"/>
          </a:solidFill>
          <a:latin typeface="+mn-lt"/>
        </a:defRPr>
      </a:lvl2pPr>
      <a:lvl3pPr marL="1311275" indent="-261938" algn="l" rtl="0" eaLnBrk="0" fontAlgn="base" hangingPunct="0">
        <a:spcBef>
          <a:spcPct val="20000"/>
        </a:spcBef>
        <a:spcAft>
          <a:spcPct val="0"/>
        </a:spcAft>
        <a:buClr>
          <a:schemeClr val="folHlink"/>
        </a:buClr>
        <a:buSzPct val="50000"/>
        <a:buFont typeface="Wingdings" pitchFamily="2" charset="2"/>
        <a:buChar char="n"/>
        <a:defRPr sz="2800">
          <a:solidFill>
            <a:schemeClr val="tx1"/>
          </a:solidFill>
          <a:latin typeface="+mn-lt"/>
        </a:defRPr>
      </a:lvl3pPr>
      <a:lvl4pPr marL="1835150" indent="-261938" algn="l" rtl="0" eaLnBrk="0" fontAlgn="base" hangingPunct="0">
        <a:spcBef>
          <a:spcPct val="20000"/>
        </a:spcBef>
        <a:spcAft>
          <a:spcPct val="0"/>
        </a:spcAft>
        <a:buClr>
          <a:schemeClr val="accent2"/>
        </a:buClr>
        <a:buSzPct val="55000"/>
        <a:buFont typeface="Wingdings" pitchFamily="2" charset="2"/>
        <a:buChar char="n"/>
        <a:defRPr sz="2300">
          <a:solidFill>
            <a:schemeClr val="tx1"/>
          </a:solidFill>
          <a:latin typeface="+mn-lt"/>
        </a:defRPr>
      </a:lvl4pPr>
      <a:lvl5pPr marL="2360613" indent="-261938" algn="l" rtl="0" eaLnBrk="0" fontAlgn="base" hangingPunct="0">
        <a:spcBef>
          <a:spcPct val="20000"/>
        </a:spcBef>
        <a:spcAft>
          <a:spcPct val="0"/>
        </a:spcAft>
        <a:buClr>
          <a:schemeClr val="accent1"/>
        </a:buClr>
        <a:buSzPct val="50000"/>
        <a:buFont typeface="Wingdings" pitchFamily="2" charset="2"/>
        <a:buChar char="n"/>
        <a:defRPr sz="2300">
          <a:solidFill>
            <a:schemeClr val="tx1"/>
          </a:solidFill>
          <a:latin typeface="+mn-lt"/>
        </a:defRPr>
      </a:lvl5pPr>
      <a:lvl6pPr marL="2885504"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6pPr>
      <a:lvl7pPr marL="3410141"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7pPr>
      <a:lvl8pPr marL="3934778"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8pPr>
      <a:lvl9pPr marL="4459415"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9pPr>
    </p:bodyStyle>
    <p:otherStyle>
      <a:defPPr>
        <a:defRPr lang="en-US"/>
      </a:defPPr>
      <a:lvl1pPr marL="0" algn="l" defTabSz="1049274" rtl="0" eaLnBrk="1" latinLnBrk="0" hangingPunct="1">
        <a:defRPr sz="2100" kern="1200">
          <a:solidFill>
            <a:schemeClr val="tx1"/>
          </a:solidFill>
          <a:latin typeface="+mn-lt"/>
          <a:ea typeface="+mn-ea"/>
          <a:cs typeface="+mn-cs"/>
        </a:defRPr>
      </a:lvl1pPr>
      <a:lvl2pPr marL="524637" algn="l" defTabSz="1049274" rtl="0" eaLnBrk="1" latinLnBrk="0" hangingPunct="1">
        <a:defRPr sz="2100" kern="1200">
          <a:solidFill>
            <a:schemeClr val="tx1"/>
          </a:solidFill>
          <a:latin typeface="+mn-lt"/>
          <a:ea typeface="+mn-ea"/>
          <a:cs typeface="+mn-cs"/>
        </a:defRPr>
      </a:lvl2pPr>
      <a:lvl3pPr marL="1049274" algn="l" defTabSz="1049274" rtl="0" eaLnBrk="1" latinLnBrk="0" hangingPunct="1">
        <a:defRPr sz="2100" kern="1200">
          <a:solidFill>
            <a:schemeClr val="tx1"/>
          </a:solidFill>
          <a:latin typeface="+mn-lt"/>
          <a:ea typeface="+mn-ea"/>
          <a:cs typeface="+mn-cs"/>
        </a:defRPr>
      </a:lvl3pPr>
      <a:lvl4pPr marL="1573911" algn="l" defTabSz="1049274" rtl="0" eaLnBrk="1" latinLnBrk="0" hangingPunct="1">
        <a:defRPr sz="2100" kern="1200">
          <a:solidFill>
            <a:schemeClr val="tx1"/>
          </a:solidFill>
          <a:latin typeface="+mn-lt"/>
          <a:ea typeface="+mn-ea"/>
          <a:cs typeface="+mn-cs"/>
        </a:defRPr>
      </a:lvl4pPr>
      <a:lvl5pPr marL="2098548" algn="l" defTabSz="1049274" rtl="0" eaLnBrk="1" latinLnBrk="0" hangingPunct="1">
        <a:defRPr sz="2100" kern="1200">
          <a:solidFill>
            <a:schemeClr val="tx1"/>
          </a:solidFill>
          <a:latin typeface="+mn-lt"/>
          <a:ea typeface="+mn-ea"/>
          <a:cs typeface="+mn-cs"/>
        </a:defRPr>
      </a:lvl5pPr>
      <a:lvl6pPr marL="2623185" algn="l" defTabSz="1049274" rtl="0" eaLnBrk="1" latinLnBrk="0" hangingPunct="1">
        <a:defRPr sz="2100" kern="1200">
          <a:solidFill>
            <a:schemeClr val="tx1"/>
          </a:solidFill>
          <a:latin typeface="+mn-lt"/>
          <a:ea typeface="+mn-ea"/>
          <a:cs typeface="+mn-cs"/>
        </a:defRPr>
      </a:lvl6pPr>
      <a:lvl7pPr marL="3147822" algn="l" defTabSz="1049274" rtl="0" eaLnBrk="1" latinLnBrk="0" hangingPunct="1">
        <a:defRPr sz="2100" kern="1200">
          <a:solidFill>
            <a:schemeClr val="tx1"/>
          </a:solidFill>
          <a:latin typeface="+mn-lt"/>
          <a:ea typeface="+mn-ea"/>
          <a:cs typeface="+mn-cs"/>
        </a:defRPr>
      </a:lvl7pPr>
      <a:lvl8pPr marL="3672459" algn="l" defTabSz="1049274" rtl="0" eaLnBrk="1" latinLnBrk="0" hangingPunct="1">
        <a:defRPr sz="2100" kern="1200">
          <a:solidFill>
            <a:schemeClr val="tx1"/>
          </a:solidFill>
          <a:latin typeface="+mn-lt"/>
          <a:ea typeface="+mn-ea"/>
          <a:cs typeface="+mn-cs"/>
        </a:defRPr>
      </a:lvl8pPr>
      <a:lvl9pPr marL="4197096" algn="l" defTabSz="1049274"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ml/TestFileStream.bat" TargetMode="External"/><Relationship Id="rId2" Type="http://schemas.openxmlformats.org/officeDocument/2006/relationships/hyperlink" Target="https://liveexample.pearsoncmg.com/html/TestFileStream.html"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ml/TestFileStream.bat" TargetMode="External"/><Relationship Id="rId2" Type="http://schemas.openxmlformats.org/officeDocument/2006/relationships/hyperlink" Target="https://liveexample.pearsoncmg.com/html/TestDataStream.html" TargetMode="Externa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liveexample.pearsoncmg.com/html/Copy.html" TargetMode="External"/><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hyperlink" Target="html/Copy.bat"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1.bin"/><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hyperlink" Target="html/TestObjectInputStream.bat" TargetMode="External"/><Relationship Id="rId2" Type="http://schemas.openxmlformats.org/officeDocument/2006/relationships/hyperlink" Target="http://www.cs.armstrong.edu/liang/intro11e/html/TestObjectInputStream.html" TargetMode="External"/><Relationship Id="rId1" Type="http://schemas.openxmlformats.org/officeDocument/2006/relationships/slideLayout" Target="../slideLayouts/slideLayout12.xml"/><Relationship Id="rId5" Type="http://schemas.openxmlformats.org/officeDocument/2006/relationships/hyperlink" Target="html/TestObjectOutputStream.bat" TargetMode="External"/><Relationship Id="rId4" Type="http://schemas.openxmlformats.org/officeDocument/2006/relationships/hyperlink" Target="https://liveexample.pearsoncmg.com/html/TestObjectOutputStream.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hyperlink" Target="html/TestObjectStreamForArray.bat" TargetMode="External"/><Relationship Id="rId2" Type="http://schemas.openxmlformats.org/officeDocument/2006/relationships/hyperlink" Target="https://liveexample.pearsoncmg.com/html/TestObjectStreamForArray.html" TargetMode="Externa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hyperlink" Target="html/TestRandomAccessFile.bat" TargetMode="External"/><Relationship Id="rId2" Type="http://schemas.openxmlformats.org/officeDocument/2006/relationships/hyperlink" Target="https://liveexample.pearsoncmg.com/html/TestRandomAccessFile.html" TargetMode="Externa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1539875" y="2171011"/>
            <a:ext cx="11791950" cy="1708150"/>
          </a:xfrm>
          <a:prstGeom prst="rect">
            <a:avLst/>
          </a:prstGeom>
          <a:noFill/>
          <a:ln w="12700" cap="sq">
            <a:noFill/>
            <a:miter lim="800000"/>
            <a:headEnd type="none" w="sm" len="sm"/>
            <a:tailEnd type="none" w="sm" len="sm"/>
          </a:ln>
        </p:spPr>
        <p:txBody>
          <a:bodyPr lIns="104927" tIns="52464" rIns="104927" bIns="52464" anchor="ctr"/>
          <a:lstStyle/>
          <a:p>
            <a:pPr eaLnBrk="1" hangingPunct="1"/>
            <a:r>
              <a:rPr lang="en-US" sz="5000" b="1" dirty="0">
                <a:latin typeface="Times New Roman" panose="02020603050405020304" pitchFamily="18" charset="0"/>
                <a:cs typeface="Times New Roman" panose="02020603050405020304" pitchFamily="18" charset="0"/>
              </a:rPr>
              <a:t>CCS3101 </a:t>
            </a:r>
          </a:p>
          <a:p>
            <a:pPr eaLnBrk="1" hangingPunct="1"/>
            <a:r>
              <a:rPr lang="en-US" sz="5000" b="1" dirty="0">
                <a:latin typeface="Times New Roman" panose="02020603050405020304" pitchFamily="18" charset="0"/>
                <a:cs typeface="Times New Roman" panose="02020603050405020304" pitchFamily="18" charset="0"/>
              </a:rPr>
              <a:t>OBJECT-ORIENTED PROGRAMMING</a:t>
            </a:r>
            <a:br>
              <a:rPr lang="pl-PL" sz="5000" b="1" dirty="0">
                <a:latin typeface="Times New Roman" panose="02020603050405020304" pitchFamily="18" charset="0"/>
                <a:cs typeface="Times New Roman" panose="02020603050405020304" pitchFamily="18" charset="0"/>
              </a:rPr>
            </a:br>
            <a:r>
              <a:rPr lang="en-US" sz="5000" b="1" dirty="0">
                <a:latin typeface="Times New Roman" panose="02020603050405020304" pitchFamily="18" charset="0"/>
                <a:cs typeface="Times New Roman" panose="02020603050405020304" pitchFamily="18" charset="0"/>
              </a:rPr>
              <a:t>Topic 8 Binary I/O</a:t>
            </a:r>
          </a:p>
        </p:txBody>
      </p:sp>
      <p:sp>
        <p:nvSpPr>
          <p:cNvPr id="4099" name="Rectangle 3"/>
          <p:cNvSpPr>
            <a:spLocks noChangeArrowheads="1"/>
          </p:cNvSpPr>
          <p:nvPr/>
        </p:nvSpPr>
        <p:spPr bwMode="auto">
          <a:xfrm>
            <a:off x="798513" y="4900613"/>
            <a:ext cx="11399837" cy="4100512"/>
          </a:xfrm>
          <a:prstGeom prst="rect">
            <a:avLst/>
          </a:prstGeom>
          <a:noFill/>
          <a:ln w="12700" cap="sq">
            <a:noFill/>
            <a:miter lim="800000"/>
            <a:headEnd type="none" w="sm" len="sm"/>
            <a:tailEnd type="none" w="sm" len="sm"/>
          </a:ln>
        </p:spPr>
        <p:txBody>
          <a:bodyPr lIns="104927" tIns="52464" rIns="104927" bIns="52464"/>
          <a:lstStyle/>
          <a:p>
            <a:pPr algn="ctr" eaLnBrk="1" hangingPunct="1">
              <a:spcBef>
                <a:spcPct val="20000"/>
              </a:spcBef>
              <a:buClr>
                <a:schemeClr val="folHlink"/>
              </a:buClr>
              <a:buSzPct val="60000"/>
              <a:buFont typeface="Wingdings" pitchFamily="2" charset="2"/>
              <a:buNone/>
            </a:pPr>
            <a:endParaRPr lang="en-US" sz="1600" dirty="0">
              <a:latin typeface="Tw Cen MT Condensed Extra Bold" pitchFamily="34" charset="0"/>
            </a:endParaRPr>
          </a:p>
          <a:p>
            <a:pPr algn="ctr" eaLnBrk="1" hangingPunct="1">
              <a:spcBef>
                <a:spcPct val="20000"/>
              </a:spcBef>
              <a:buClr>
                <a:schemeClr val="folHlink"/>
              </a:buClr>
              <a:buSzPct val="60000"/>
              <a:buFont typeface="Wingdings" pitchFamily="2" charset="2"/>
              <a:buNone/>
            </a:pPr>
            <a:endParaRPr lang="pl-PL" sz="1600" dirty="0"/>
          </a:p>
        </p:txBody>
      </p:sp>
    </p:spTree>
    <p:custDataLst>
      <p:tags r:id="rId1"/>
    </p:custData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bwMode="auto">
          <a:xfrm>
            <a:off x="0" y="4763"/>
            <a:ext cx="13681075" cy="1033462"/>
          </a:xfrm>
          <a:prstGeom prst="rect">
            <a:avLst/>
          </a:prstGeom>
          <a:solidFill>
            <a:srgbClr val="FFFFFF"/>
          </a:solidFill>
          <a:ln>
            <a:miter lim="800000"/>
            <a:headEnd/>
            <a:tailEnd/>
          </a:ln>
        </p:spPr>
        <p:txBody>
          <a:bodyPr lIns="104927" tIns="52464" rIns="104927" bIns="52464" anchor="ctr"/>
          <a:lstStyle/>
          <a:p>
            <a:pPr algn="ctr" eaLnBrk="1" hangingPunct="1"/>
            <a:r>
              <a:rPr lang="en-US" sz="4800" b="1" dirty="0">
                <a:solidFill>
                  <a:schemeClr val="tx1"/>
                </a:solidFill>
                <a:latin typeface="Times New Roman" panose="02020603050405020304" pitchFamily="18" charset="0"/>
                <a:cs typeface="Times New Roman" panose="02020603050405020304" pitchFamily="18" charset="0"/>
              </a:rPr>
              <a:t>Learning Objectives</a:t>
            </a:r>
          </a:p>
        </p:txBody>
      </p:sp>
      <p:sp>
        <p:nvSpPr>
          <p:cNvPr id="3" name="Rectangle 2"/>
          <p:cNvSpPr txBox="1">
            <a:spLocks noChangeArrowheads="1"/>
          </p:cNvSpPr>
          <p:nvPr/>
        </p:nvSpPr>
        <p:spPr bwMode="auto">
          <a:xfrm>
            <a:off x="0" y="1147763"/>
            <a:ext cx="13681075" cy="6075362"/>
          </a:xfrm>
          <a:prstGeom prst="rect">
            <a:avLst/>
          </a:prstGeom>
          <a:solidFill>
            <a:srgbClr val="FFFFFF"/>
          </a:solidFill>
          <a:ln>
            <a:miter lim="800000"/>
            <a:headEnd/>
            <a:tailEnd/>
          </a:ln>
        </p:spPr>
        <p:txBody>
          <a:bodyPr lIns="104927" tIns="52464" rIns="104927" bIns="52464"/>
          <a:lstStyle/>
          <a:p>
            <a:pPr marL="413100" indent="-413100" eaLnBrk="1" hangingPunct="1">
              <a:buFont typeface="Arial" pitchFamily="34" charset="0"/>
              <a:buChar char="•"/>
              <a:defRPr/>
            </a:pPr>
            <a:r>
              <a:rPr lang="en-US" sz="4000" kern="0" dirty="0">
                <a:latin typeface="Times New Roman" panose="02020603050405020304" pitchFamily="18" charset="0"/>
                <a:ea typeface="+mj-ea"/>
                <a:cs typeface="Times New Roman" panose="02020603050405020304" pitchFamily="18" charset="0"/>
              </a:rPr>
              <a:t>At the end of this chapter, you will be able to:</a:t>
            </a:r>
          </a:p>
          <a:p>
            <a:pPr marL="1054100" lvl="1" indent="-530225">
              <a:buFont typeface="Arial" pitchFamily="34" charset="0"/>
              <a:buChar char="•"/>
              <a:defRPr/>
            </a:pPr>
            <a:r>
              <a:rPr lang="en-GB" sz="4000" dirty="0">
                <a:latin typeface="Times New Roman" panose="02020603050405020304" pitchFamily="18" charset="0"/>
                <a:cs typeface="Times New Roman" panose="02020603050405020304" pitchFamily="18" charset="0"/>
              </a:rPr>
              <a:t>Explain binary input/output concepts (C2)</a:t>
            </a:r>
          </a:p>
          <a:p>
            <a:pPr marL="1054100" lvl="1" indent="-530225">
              <a:buFont typeface="Arial" pitchFamily="34" charset="0"/>
              <a:buChar char="•"/>
              <a:defRPr/>
            </a:pPr>
            <a:r>
              <a:rPr lang="en-GB" sz="4000" dirty="0">
                <a:latin typeface="Times New Roman" panose="02020603050405020304" pitchFamily="18" charset="0"/>
                <a:cs typeface="Times New Roman" panose="02020603050405020304" pitchFamily="18" charset="0"/>
              </a:rPr>
              <a:t>Construct and demonstrate binary input/output classes in solving programming problems (P4)</a:t>
            </a:r>
          </a:p>
          <a:p>
            <a:pPr marL="1054100" lvl="1" indent="-530225">
              <a:buFont typeface="Arial" pitchFamily="34" charset="0"/>
              <a:buChar char="•"/>
              <a:defRPr/>
            </a:pPr>
            <a:r>
              <a:rPr lang="en-GB" sz="4000" dirty="0">
                <a:latin typeface="Times New Roman" panose="02020603050405020304" pitchFamily="18" charset="0"/>
                <a:cs typeface="Times New Roman" panose="02020603050405020304" pitchFamily="18" charset="0"/>
              </a:rPr>
              <a:t>Explain the similarities and differences between text and binary input/output (C3)</a:t>
            </a:r>
          </a:p>
          <a:p>
            <a:pPr marL="1054100" lvl="1" indent="-530225">
              <a:buFont typeface="Arial" pitchFamily="34" charset="0"/>
              <a:buChar char="•"/>
              <a:defRPr/>
            </a:pPr>
            <a:endParaRPr lang="ms-MY" sz="40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F5CDF8A8-5E37-63AC-713B-1DB07544891B}"/>
              </a:ext>
            </a:extLst>
          </p:cNvPr>
          <p:cNvSpPr>
            <a:spLocks noGrp="1" noChangeArrowheads="1"/>
          </p:cNvSpPr>
          <p:nvPr>
            <p:ph type="title"/>
          </p:nvPr>
        </p:nvSpPr>
        <p:spPr>
          <a:xfrm>
            <a:off x="1039812" y="300037"/>
            <a:ext cx="11501438" cy="1400175"/>
          </a:xfrm>
        </p:spPr>
        <p:txBody>
          <a:bodyPr/>
          <a:lstStyle/>
          <a:p>
            <a:pPr algn="ctr"/>
            <a:r>
              <a:rPr lang="en-US" altLang="en-US" b="1" dirty="0"/>
              <a:t>Motivations</a:t>
            </a:r>
          </a:p>
        </p:txBody>
      </p:sp>
      <p:sp>
        <p:nvSpPr>
          <p:cNvPr id="5124" name="Rectangle 3">
            <a:extLst>
              <a:ext uri="{FF2B5EF4-FFF2-40B4-BE49-F238E27FC236}">
                <a16:creationId xmlns:a16="http://schemas.microsoft.com/office/drawing/2014/main" id="{A47A4DE9-7A5F-D820-CE0D-23FF7C6B4AB8}"/>
              </a:ext>
            </a:extLst>
          </p:cNvPr>
          <p:cNvSpPr>
            <a:spLocks noGrp="1" noChangeArrowheads="1"/>
          </p:cNvSpPr>
          <p:nvPr>
            <p:ph type="body" idx="1"/>
          </p:nvPr>
        </p:nvSpPr>
        <p:spPr>
          <a:xfrm>
            <a:off x="1239837" y="1800225"/>
            <a:ext cx="11201400" cy="5000625"/>
          </a:xfrm>
        </p:spPr>
        <p:txBody>
          <a:bodyPr/>
          <a:lstStyle/>
          <a:p>
            <a:pPr marL="0" indent="0">
              <a:buNone/>
            </a:pPr>
            <a:r>
              <a:rPr lang="en-US" altLang="en-US" sz="3675" dirty="0"/>
              <a:t>Data stored in a text file is represented in human-readable form. Data stored in a binary file is represented in binary form. You cannot read binary files. They are designed to be read by programs. For example, Java source programs are stored in text files and can be read by a text editor, but Java classes are stored in binary files and are read by the JVM. The advantage of binary files is that they are more efficient to process than text files.</a:t>
            </a:r>
          </a:p>
        </p:txBody>
      </p:sp>
      <p:sp>
        <p:nvSpPr>
          <p:cNvPr id="5125" name="Rectangle 4">
            <a:extLst>
              <a:ext uri="{FF2B5EF4-FFF2-40B4-BE49-F238E27FC236}">
                <a16:creationId xmlns:a16="http://schemas.microsoft.com/office/drawing/2014/main" id="{A8C15CDB-B9D2-B3CC-8E68-0B8620410A3F}"/>
              </a:ext>
            </a:extLst>
          </p:cNvPr>
          <p:cNvSpPr>
            <a:spLocks noChangeArrowheads="1"/>
          </p:cNvSpPr>
          <p:nvPr/>
        </p:nvSpPr>
        <p:spPr bwMode="auto">
          <a:xfrm>
            <a:off x="839788" y="-288540"/>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5126" name="Rectangle 5">
            <a:extLst>
              <a:ext uri="{FF2B5EF4-FFF2-40B4-BE49-F238E27FC236}">
                <a16:creationId xmlns:a16="http://schemas.microsoft.com/office/drawing/2014/main" id="{98CF36C8-A83D-3351-2310-DD1F9F048A39}"/>
              </a:ext>
            </a:extLst>
          </p:cNvPr>
          <p:cNvSpPr>
            <a:spLocks noChangeArrowheads="1"/>
          </p:cNvSpPr>
          <p:nvPr/>
        </p:nvSpPr>
        <p:spPr bwMode="auto">
          <a:xfrm>
            <a:off x="839787" y="1202981"/>
            <a:ext cx="386644" cy="29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313" b="1">
                <a:latin typeface="Courier New" panose="02070309020205020404" pitchFamily="49" charset="0"/>
                <a:ea typeface="Times New Roman" panose="02020603050405020304" pitchFamily="18" charset="0"/>
                <a:cs typeface="Courier New" panose="02070309020205020404" pitchFamily="49" charset="0"/>
              </a:rPr>
              <a:t>  </a:t>
            </a:r>
            <a:endParaRPr lang="en-US" altLang="en-US" sz="3150">
              <a:ea typeface="Times New Roman" panose="02020603050405020304" pitchFamily="18" charset="0"/>
              <a:cs typeface="Courier New" panose="02070309020205020404" pitchFamily="49" charset="0"/>
            </a:endParaRPr>
          </a:p>
        </p:txBody>
      </p:sp>
      <p:sp>
        <p:nvSpPr>
          <p:cNvPr id="5127" name="Rectangle 6">
            <a:extLst>
              <a:ext uri="{FF2B5EF4-FFF2-40B4-BE49-F238E27FC236}">
                <a16:creationId xmlns:a16="http://schemas.microsoft.com/office/drawing/2014/main" id="{C744AB5B-544E-0BCC-F80F-1BA859EB42DE}"/>
              </a:ext>
            </a:extLst>
          </p:cNvPr>
          <p:cNvSpPr>
            <a:spLocks noChangeArrowheads="1"/>
          </p:cNvSpPr>
          <p:nvPr/>
        </p:nvSpPr>
        <p:spPr bwMode="auto">
          <a:xfrm>
            <a:off x="839787" y="2724005"/>
            <a:ext cx="386644" cy="29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313">
                <a:latin typeface="Courier New" panose="02070309020205020404" pitchFamily="49" charset="0"/>
                <a:ea typeface="Times New Roman" panose="02020603050405020304" pitchFamily="18" charset="0"/>
                <a:cs typeface="Courier New" panose="02070309020205020404" pitchFamily="49" charset="0"/>
              </a:rPr>
              <a:t>  </a:t>
            </a:r>
            <a:endParaRPr lang="en-US" altLang="en-US" sz="3150">
              <a:ea typeface="Times New Roman" panose="02020603050405020304" pitchFamily="18" charset="0"/>
              <a:cs typeface="Courier New" panose="02070309020205020404" pitchFamily="49" charset="0"/>
            </a:endParaRPr>
          </a:p>
        </p:txBody>
      </p:sp>
      <p:sp>
        <p:nvSpPr>
          <p:cNvPr id="5128" name="Rectangle 7">
            <a:extLst>
              <a:ext uri="{FF2B5EF4-FFF2-40B4-BE49-F238E27FC236}">
                <a16:creationId xmlns:a16="http://schemas.microsoft.com/office/drawing/2014/main" id="{B8B29F62-11E9-FA2F-794A-9193E6D2FA02}"/>
              </a:ext>
            </a:extLst>
          </p:cNvPr>
          <p:cNvSpPr>
            <a:spLocks noChangeArrowheads="1"/>
          </p:cNvSpPr>
          <p:nvPr/>
        </p:nvSpPr>
        <p:spPr bwMode="auto">
          <a:xfrm>
            <a:off x="839787" y="4234609"/>
            <a:ext cx="386644" cy="29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313" b="1">
                <a:latin typeface="Courier New" panose="02070309020205020404" pitchFamily="49" charset="0"/>
                <a:ea typeface="Times New Roman" panose="02020603050405020304" pitchFamily="18" charset="0"/>
                <a:cs typeface="Courier New" panose="02070309020205020404" pitchFamily="49" charset="0"/>
              </a:rPr>
              <a:t>  </a:t>
            </a:r>
            <a:endParaRPr lang="en-US" altLang="en-US" sz="3150">
              <a:ea typeface="Times New Roman" panose="02020603050405020304" pitchFamily="18" charset="0"/>
              <a:cs typeface="Courier New" panose="02070309020205020404" pitchFamily="49" charset="0"/>
            </a:endParaRP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79FEDB2E-74EB-5889-AA0C-58437D066344}"/>
              </a:ext>
            </a:extLst>
          </p:cNvPr>
          <p:cNvSpPr>
            <a:spLocks noGrp="1" noChangeArrowheads="1"/>
          </p:cNvSpPr>
          <p:nvPr>
            <p:ph type="title"/>
          </p:nvPr>
        </p:nvSpPr>
        <p:spPr>
          <a:xfrm>
            <a:off x="1739900" y="200025"/>
            <a:ext cx="10201275" cy="800100"/>
          </a:xfrm>
        </p:spPr>
        <p:txBody>
          <a:bodyPr/>
          <a:lstStyle/>
          <a:p>
            <a:pPr algn="ctr"/>
            <a:r>
              <a:rPr lang="en-US" altLang="en-US" b="1" dirty="0"/>
              <a:t>Objectives</a:t>
            </a:r>
          </a:p>
        </p:txBody>
      </p:sp>
      <p:sp>
        <p:nvSpPr>
          <p:cNvPr id="6148" name="Rectangle 3">
            <a:extLst>
              <a:ext uri="{FF2B5EF4-FFF2-40B4-BE49-F238E27FC236}">
                <a16:creationId xmlns:a16="http://schemas.microsoft.com/office/drawing/2014/main" id="{BED6AD9E-A91E-D5A7-F1FA-CBB769346498}"/>
              </a:ext>
            </a:extLst>
          </p:cNvPr>
          <p:cNvSpPr>
            <a:spLocks noGrp="1" noChangeArrowheads="1"/>
          </p:cNvSpPr>
          <p:nvPr>
            <p:ph type="body" idx="1"/>
          </p:nvPr>
        </p:nvSpPr>
        <p:spPr>
          <a:xfrm>
            <a:off x="1039812" y="1300162"/>
            <a:ext cx="11401425" cy="7100888"/>
          </a:xfrm>
        </p:spPr>
        <p:txBody>
          <a:bodyPr/>
          <a:lstStyle/>
          <a:p>
            <a:pPr>
              <a:lnSpc>
                <a:spcPct val="90000"/>
              </a:lnSpc>
              <a:buFont typeface="Wingdings" panose="05000000000000000000" pitchFamily="2" charset="2"/>
              <a:buChar char="q"/>
            </a:pPr>
            <a:r>
              <a:rPr lang="en-US" altLang="en-US" sz="3150"/>
              <a:t>To discover how I/O is processed in Java (§17.2).</a:t>
            </a:r>
          </a:p>
          <a:p>
            <a:pPr>
              <a:lnSpc>
                <a:spcPct val="90000"/>
              </a:lnSpc>
              <a:buFont typeface="Wingdings" panose="05000000000000000000" pitchFamily="2" charset="2"/>
              <a:buChar char="q"/>
            </a:pPr>
            <a:r>
              <a:rPr lang="en-US" altLang="en-US" sz="3150"/>
              <a:t>To distinguish between text I/O and binary I/O (§17.3).</a:t>
            </a:r>
          </a:p>
          <a:p>
            <a:pPr>
              <a:lnSpc>
                <a:spcPct val="90000"/>
              </a:lnSpc>
              <a:buFont typeface="Wingdings" panose="05000000000000000000" pitchFamily="2" charset="2"/>
              <a:buChar char="q"/>
            </a:pPr>
            <a:r>
              <a:rPr lang="en-US" altLang="en-US" sz="3150"/>
              <a:t>To read and write bytes using FileInputStream and FileOutputStream (§17.4.1).</a:t>
            </a:r>
          </a:p>
          <a:p>
            <a:pPr>
              <a:lnSpc>
                <a:spcPct val="90000"/>
              </a:lnSpc>
              <a:buFont typeface="Wingdings" panose="05000000000000000000" pitchFamily="2" charset="2"/>
              <a:buChar char="q"/>
            </a:pPr>
            <a:r>
              <a:rPr lang="en-US" altLang="en-US" sz="3150"/>
              <a:t>To read and write primitive values and strings using DataInputStream/DataOutputStream (§17.4.3).</a:t>
            </a:r>
          </a:p>
          <a:p>
            <a:pPr>
              <a:lnSpc>
                <a:spcPct val="90000"/>
              </a:lnSpc>
              <a:buFont typeface="Wingdings" panose="05000000000000000000" pitchFamily="2" charset="2"/>
              <a:buChar char="q"/>
            </a:pPr>
            <a:r>
              <a:rPr lang="en-US" altLang="en-US" sz="3150"/>
              <a:t>To store and restore objects using ObjectOutputStream and ObjectInputStream, and to understand how objects are serialized and what kind of objects can be serialized (§17.6). </a:t>
            </a:r>
          </a:p>
          <a:p>
            <a:pPr>
              <a:lnSpc>
                <a:spcPct val="90000"/>
              </a:lnSpc>
              <a:buFont typeface="Wingdings" panose="05000000000000000000" pitchFamily="2" charset="2"/>
              <a:buChar char="q"/>
            </a:pPr>
            <a:r>
              <a:rPr lang="en-US" altLang="en-US" sz="3150"/>
              <a:t>To implement the Serializable interface to make objects serializable (§17.6.1).</a:t>
            </a:r>
          </a:p>
          <a:p>
            <a:pPr>
              <a:lnSpc>
                <a:spcPct val="90000"/>
              </a:lnSpc>
              <a:buFont typeface="Wingdings" panose="05000000000000000000" pitchFamily="2" charset="2"/>
              <a:buChar char="q"/>
            </a:pPr>
            <a:r>
              <a:rPr lang="en-US" altLang="en-US" sz="3150"/>
              <a:t>To serialize arrays (§17.6.2).</a:t>
            </a:r>
          </a:p>
          <a:p>
            <a:pPr>
              <a:lnSpc>
                <a:spcPct val="90000"/>
              </a:lnSpc>
              <a:buFont typeface="Wingdings" panose="05000000000000000000" pitchFamily="2" charset="2"/>
              <a:buChar char="q"/>
            </a:pPr>
            <a:r>
              <a:rPr lang="en-US" altLang="en-US" sz="3150"/>
              <a:t>To read and write the same file using the RandomAccessFile class (§17.7).</a:t>
            </a: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BA0976D7-34EB-8CFB-7405-AD9D1163933C}"/>
              </a:ext>
            </a:extLst>
          </p:cNvPr>
          <p:cNvSpPr>
            <a:spLocks noGrp="1" noChangeArrowheads="1"/>
          </p:cNvSpPr>
          <p:nvPr>
            <p:ph type="title"/>
          </p:nvPr>
        </p:nvSpPr>
        <p:spPr>
          <a:xfrm>
            <a:off x="1739900" y="300037"/>
            <a:ext cx="10201275" cy="875109"/>
          </a:xfrm>
        </p:spPr>
        <p:txBody>
          <a:bodyPr/>
          <a:lstStyle/>
          <a:p>
            <a:pPr algn="ctr"/>
            <a:r>
              <a:rPr lang="en-US" altLang="en-US" b="1" dirty="0"/>
              <a:t>How is I/O Handled in Java?</a:t>
            </a:r>
          </a:p>
        </p:txBody>
      </p:sp>
      <p:sp>
        <p:nvSpPr>
          <p:cNvPr id="7172" name="Rectangle 3">
            <a:extLst>
              <a:ext uri="{FF2B5EF4-FFF2-40B4-BE49-F238E27FC236}">
                <a16:creationId xmlns:a16="http://schemas.microsoft.com/office/drawing/2014/main" id="{76EC6D99-AE91-6E07-A7E6-AE24B691774E}"/>
              </a:ext>
            </a:extLst>
          </p:cNvPr>
          <p:cNvSpPr>
            <a:spLocks noGrp="1" noChangeArrowheads="1"/>
          </p:cNvSpPr>
          <p:nvPr>
            <p:ph type="body" idx="1"/>
          </p:nvPr>
        </p:nvSpPr>
        <p:spPr>
          <a:xfrm>
            <a:off x="1139825" y="1400174"/>
            <a:ext cx="11401425" cy="1500188"/>
          </a:xfrm>
        </p:spPr>
        <p:txBody>
          <a:bodyPr/>
          <a:lstStyle/>
          <a:p>
            <a:pPr marL="0" indent="0">
              <a:buNone/>
            </a:pPr>
            <a:r>
              <a:rPr lang="en-US" altLang="en-US" sz="2700" dirty="0">
                <a:cs typeface="Courier New" panose="02070309020205020404" pitchFamily="49" charset="0"/>
              </a:rPr>
              <a:t>A File object encapsulates the properties of a file or a path, but does not contain the methods for reading/writing data from/to a file. In order to perform I/O, you need to create objects using appropriate Java I/O classes. </a:t>
            </a:r>
          </a:p>
        </p:txBody>
      </p:sp>
      <p:sp>
        <p:nvSpPr>
          <p:cNvPr id="7173" name="Rectangle 7">
            <a:extLst>
              <a:ext uri="{FF2B5EF4-FFF2-40B4-BE49-F238E27FC236}">
                <a16:creationId xmlns:a16="http://schemas.microsoft.com/office/drawing/2014/main" id="{3A81CE5F-5706-08FF-2D10-2944D2901D38}"/>
              </a:ext>
            </a:extLst>
          </p:cNvPr>
          <p:cNvSpPr>
            <a:spLocks noChangeArrowheads="1"/>
          </p:cNvSpPr>
          <p:nvPr/>
        </p:nvSpPr>
        <p:spPr bwMode="auto">
          <a:xfrm>
            <a:off x="4071442" y="3300413"/>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160776" name="Rectangle 8">
            <a:extLst>
              <a:ext uri="{FF2B5EF4-FFF2-40B4-BE49-F238E27FC236}">
                <a16:creationId xmlns:a16="http://schemas.microsoft.com/office/drawing/2014/main" id="{9E980B44-BD8E-1ED8-2025-6B0BE978B598}"/>
              </a:ext>
            </a:extLst>
          </p:cNvPr>
          <p:cNvSpPr>
            <a:spLocks noChangeArrowheads="1"/>
          </p:cNvSpPr>
          <p:nvPr/>
        </p:nvSpPr>
        <p:spPr bwMode="auto">
          <a:xfrm>
            <a:off x="1839912" y="6900862"/>
            <a:ext cx="8701088" cy="130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625"/>
              <a:t>PrintWriter output = new PrintWriter("temp.txt");</a:t>
            </a:r>
          </a:p>
          <a:p>
            <a:pPr>
              <a:buFont typeface="Monotype Sorts"/>
              <a:buNone/>
            </a:pPr>
            <a:r>
              <a:rPr lang="en-US" altLang="en-US" sz="2625"/>
              <a:t>output.println("Java 101");</a:t>
            </a:r>
          </a:p>
          <a:p>
            <a:pPr>
              <a:buFont typeface="Monotype Sorts"/>
              <a:buNone/>
            </a:pPr>
            <a:r>
              <a:rPr lang="en-US" altLang="en-US" sz="2625"/>
              <a:t>output.close();</a:t>
            </a:r>
            <a:endParaRPr lang="en-US" altLang="en-US" sz="2625">
              <a:cs typeface="Courier New" panose="02070309020205020404" pitchFamily="49" charset="0"/>
            </a:endParaRPr>
          </a:p>
        </p:txBody>
      </p:sp>
      <p:sp>
        <p:nvSpPr>
          <p:cNvPr id="160777" name="Rectangle 9">
            <a:extLst>
              <a:ext uri="{FF2B5EF4-FFF2-40B4-BE49-F238E27FC236}">
                <a16:creationId xmlns:a16="http://schemas.microsoft.com/office/drawing/2014/main" id="{8D42E1AF-E1CC-A491-FC93-06CF9DAB1B4A}"/>
              </a:ext>
            </a:extLst>
          </p:cNvPr>
          <p:cNvSpPr>
            <a:spLocks noChangeArrowheads="1"/>
          </p:cNvSpPr>
          <p:nvPr/>
        </p:nvSpPr>
        <p:spPr bwMode="auto">
          <a:xfrm>
            <a:off x="1739899" y="3000375"/>
            <a:ext cx="8701088"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625"/>
              <a:t>Scanner input = new Scanner(new File("temp.txt"));</a:t>
            </a:r>
          </a:p>
          <a:p>
            <a:pPr>
              <a:buFont typeface="Monotype Sorts"/>
              <a:buNone/>
            </a:pPr>
            <a:r>
              <a:rPr lang="en-US" altLang="en-US" sz="2625"/>
              <a:t>System.out.println(input.nextLine());</a:t>
            </a:r>
          </a:p>
        </p:txBody>
      </p:sp>
      <p:sp>
        <p:nvSpPr>
          <p:cNvPr id="7176" name="Rectangle 13">
            <a:extLst>
              <a:ext uri="{FF2B5EF4-FFF2-40B4-BE49-F238E27FC236}">
                <a16:creationId xmlns:a16="http://schemas.microsoft.com/office/drawing/2014/main" id="{40C0FFD7-2A5B-6B4B-DB69-1DC887EB45FB}"/>
              </a:ext>
            </a:extLst>
          </p:cNvPr>
          <p:cNvSpPr>
            <a:spLocks noChangeArrowheads="1"/>
          </p:cNvSpPr>
          <p:nvPr/>
        </p:nvSpPr>
        <p:spPr bwMode="auto">
          <a:xfrm>
            <a:off x="839788" y="3011873"/>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graphicFrame>
        <p:nvGraphicFramePr>
          <p:cNvPr id="7177" name="Object 12">
            <a:extLst>
              <a:ext uri="{FF2B5EF4-FFF2-40B4-BE49-F238E27FC236}">
                <a16:creationId xmlns:a16="http://schemas.microsoft.com/office/drawing/2014/main" id="{29DAA0F6-1CCA-664A-CC41-F2F970033030}"/>
              </a:ext>
            </a:extLst>
          </p:cNvPr>
          <p:cNvGraphicFramePr>
            <a:graphicFrameLocks noChangeAspect="1"/>
          </p:cNvGraphicFramePr>
          <p:nvPr/>
        </p:nvGraphicFramePr>
        <p:xfrm>
          <a:off x="3640138" y="4400550"/>
          <a:ext cx="5529858" cy="2400300"/>
        </p:xfrm>
        <a:graphic>
          <a:graphicData uri="http://schemas.openxmlformats.org/presentationml/2006/ole">
            <mc:AlternateContent xmlns:mc="http://schemas.openxmlformats.org/markup-compatibility/2006">
              <mc:Choice xmlns:v="urn:schemas-microsoft-com:vml" Requires="v">
                <p:oleObj name="Picture" r:id="rId2" imgW="4219956" imgH="1827276" progId="Word.Picture.8">
                  <p:embed/>
                </p:oleObj>
              </mc:Choice>
              <mc:Fallback>
                <p:oleObj name="Picture" r:id="rId2" imgW="4219956" imgH="1827276" progId="Word.Picture.8">
                  <p:embed/>
                  <p:pic>
                    <p:nvPicPr>
                      <p:cNvPr id="7177" name="Object 12">
                        <a:extLst>
                          <a:ext uri="{FF2B5EF4-FFF2-40B4-BE49-F238E27FC236}">
                            <a16:creationId xmlns:a16="http://schemas.microsoft.com/office/drawing/2014/main" id="{29DAA0F6-1CCA-664A-CC41-F2F9700330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0138" y="4400550"/>
                        <a:ext cx="5529858"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9" name="Line 11">
            <a:extLst>
              <a:ext uri="{FF2B5EF4-FFF2-40B4-BE49-F238E27FC236}">
                <a16:creationId xmlns:a16="http://schemas.microsoft.com/office/drawing/2014/main" id="{7BCA3CE7-156B-FB55-2BF3-FC321CBC8BA8}"/>
              </a:ext>
            </a:extLst>
          </p:cNvPr>
          <p:cNvSpPr>
            <a:spLocks noChangeShapeType="1"/>
          </p:cNvSpPr>
          <p:nvPr/>
        </p:nvSpPr>
        <p:spPr bwMode="auto">
          <a:xfrm>
            <a:off x="3640137" y="3400425"/>
            <a:ext cx="700088" cy="16002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60778" name="Line 10">
            <a:extLst>
              <a:ext uri="{FF2B5EF4-FFF2-40B4-BE49-F238E27FC236}">
                <a16:creationId xmlns:a16="http://schemas.microsoft.com/office/drawing/2014/main" id="{A5512BFB-E7A7-DC9F-D78C-7CA6303D9DB7}"/>
              </a:ext>
            </a:extLst>
          </p:cNvPr>
          <p:cNvSpPr>
            <a:spLocks noChangeShapeType="1"/>
          </p:cNvSpPr>
          <p:nvPr/>
        </p:nvSpPr>
        <p:spPr bwMode="auto">
          <a:xfrm flipV="1">
            <a:off x="4140199" y="6000750"/>
            <a:ext cx="300038" cy="1000125"/>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0777"/>
                                        </p:tgtEl>
                                        <p:attrNameLst>
                                          <p:attrName>style.visibility</p:attrName>
                                        </p:attrNameLst>
                                      </p:cBhvr>
                                      <p:to>
                                        <p:strVal val="visible"/>
                                      </p:to>
                                    </p:set>
                                    <p:anim calcmode="lin" valueType="num">
                                      <p:cBhvr additive="base">
                                        <p:cTn id="7" dur="500" fill="hold"/>
                                        <p:tgtEl>
                                          <p:spTgt spid="160777"/>
                                        </p:tgtEl>
                                        <p:attrNameLst>
                                          <p:attrName>ppt_x</p:attrName>
                                        </p:attrNameLst>
                                      </p:cBhvr>
                                      <p:tavLst>
                                        <p:tav tm="0">
                                          <p:val>
                                            <p:strVal val="0-#ppt_w/2"/>
                                          </p:val>
                                        </p:tav>
                                        <p:tav tm="100000">
                                          <p:val>
                                            <p:strVal val="#ppt_x"/>
                                          </p:val>
                                        </p:tav>
                                      </p:tavLst>
                                    </p:anim>
                                    <p:anim calcmode="lin" valueType="num">
                                      <p:cBhvr additive="base">
                                        <p:cTn id="8" dur="500" fill="hold"/>
                                        <p:tgtEl>
                                          <p:spTgt spid="16077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0779"/>
                                        </p:tgtEl>
                                        <p:attrNameLst>
                                          <p:attrName>style.visibility</p:attrName>
                                        </p:attrNameLst>
                                      </p:cBhvr>
                                      <p:to>
                                        <p:strVal val="visible"/>
                                      </p:to>
                                    </p:set>
                                    <p:anim calcmode="lin" valueType="num">
                                      <p:cBhvr additive="base">
                                        <p:cTn id="13" dur="500" fill="hold"/>
                                        <p:tgtEl>
                                          <p:spTgt spid="160779"/>
                                        </p:tgtEl>
                                        <p:attrNameLst>
                                          <p:attrName>ppt_x</p:attrName>
                                        </p:attrNameLst>
                                      </p:cBhvr>
                                      <p:tavLst>
                                        <p:tav tm="0">
                                          <p:val>
                                            <p:strVal val="0-#ppt_w/2"/>
                                          </p:val>
                                        </p:tav>
                                        <p:tav tm="100000">
                                          <p:val>
                                            <p:strVal val="#ppt_x"/>
                                          </p:val>
                                        </p:tav>
                                      </p:tavLst>
                                    </p:anim>
                                    <p:anim calcmode="lin" valueType="num">
                                      <p:cBhvr additive="base">
                                        <p:cTn id="14" dur="500" fill="hold"/>
                                        <p:tgtEl>
                                          <p:spTgt spid="16077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0776"/>
                                        </p:tgtEl>
                                        <p:attrNameLst>
                                          <p:attrName>style.visibility</p:attrName>
                                        </p:attrNameLst>
                                      </p:cBhvr>
                                      <p:to>
                                        <p:strVal val="visible"/>
                                      </p:to>
                                    </p:set>
                                    <p:anim calcmode="lin" valueType="num">
                                      <p:cBhvr additive="base">
                                        <p:cTn id="19" dur="500" fill="hold"/>
                                        <p:tgtEl>
                                          <p:spTgt spid="160776"/>
                                        </p:tgtEl>
                                        <p:attrNameLst>
                                          <p:attrName>ppt_x</p:attrName>
                                        </p:attrNameLst>
                                      </p:cBhvr>
                                      <p:tavLst>
                                        <p:tav tm="0">
                                          <p:val>
                                            <p:strVal val="0-#ppt_w/2"/>
                                          </p:val>
                                        </p:tav>
                                        <p:tav tm="100000">
                                          <p:val>
                                            <p:strVal val="#ppt_x"/>
                                          </p:val>
                                        </p:tav>
                                      </p:tavLst>
                                    </p:anim>
                                    <p:anim calcmode="lin" valueType="num">
                                      <p:cBhvr additive="base">
                                        <p:cTn id="20" dur="500" fill="hold"/>
                                        <p:tgtEl>
                                          <p:spTgt spid="16077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0778"/>
                                        </p:tgtEl>
                                        <p:attrNameLst>
                                          <p:attrName>style.visibility</p:attrName>
                                        </p:attrNameLst>
                                      </p:cBhvr>
                                      <p:to>
                                        <p:strVal val="visible"/>
                                      </p:to>
                                    </p:set>
                                    <p:anim calcmode="lin" valueType="num">
                                      <p:cBhvr additive="base">
                                        <p:cTn id="25" dur="500" fill="hold"/>
                                        <p:tgtEl>
                                          <p:spTgt spid="160778"/>
                                        </p:tgtEl>
                                        <p:attrNameLst>
                                          <p:attrName>ppt_x</p:attrName>
                                        </p:attrNameLst>
                                      </p:cBhvr>
                                      <p:tavLst>
                                        <p:tav tm="0">
                                          <p:val>
                                            <p:strVal val="0-#ppt_w/2"/>
                                          </p:val>
                                        </p:tav>
                                        <p:tav tm="100000">
                                          <p:val>
                                            <p:strVal val="#ppt_x"/>
                                          </p:val>
                                        </p:tav>
                                      </p:tavLst>
                                    </p:anim>
                                    <p:anim calcmode="lin" valueType="num">
                                      <p:cBhvr additive="base">
                                        <p:cTn id="26" dur="500" fill="hold"/>
                                        <p:tgtEl>
                                          <p:spTgt spid="1607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6" grpId="0" autoUpdateAnimBg="0"/>
      <p:bldP spid="160777"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2DA583A1-E2D8-BD38-C628-03AA73155742}"/>
              </a:ext>
            </a:extLst>
          </p:cNvPr>
          <p:cNvSpPr>
            <a:spLocks noGrp="1" noChangeArrowheads="1"/>
          </p:cNvSpPr>
          <p:nvPr>
            <p:ph type="title"/>
          </p:nvPr>
        </p:nvSpPr>
        <p:spPr>
          <a:xfrm>
            <a:off x="1739900" y="300037"/>
            <a:ext cx="10201275" cy="800100"/>
          </a:xfrm>
        </p:spPr>
        <p:txBody>
          <a:bodyPr/>
          <a:lstStyle/>
          <a:p>
            <a:pPr algn="ctr"/>
            <a:r>
              <a:rPr lang="en-US" altLang="en-US" b="1" dirty="0"/>
              <a:t>Text File vs. Binary File</a:t>
            </a:r>
          </a:p>
        </p:txBody>
      </p:sp>
      <p:sp>
        <p:nvSpPr>
          <p:cNvPr id="8196" name="Rectangle 3">
            <a:extLst>
              <a:ext uri="{FF2B5EF4-FFF2-40B4-BE49-F238E27FC236}">
                <a16:creationId xmlns:a16="http://schemas.microsoft.com/office/drawing/2014/main" id="{4DB2BD6D-0467-E8AA-B744-DDBF3D3A3FDF}"/>
              </a:ext>
            </a:extLst>
          </p:cNvPr>
          <p:cNvSpPr>
            <a:spLocks noGrp="1" noChangeArrowheads="1"/>
          </p:cNvSpPr>
          <p:nvPr>
            <p:ph type="body" idx="1"/>
          </p:nvPr>
        </p:nvSpPr>
        <p:spPr>
          <a:xfrm>
            <a:off x="1039812" y="1200149"/>
            <a:ext cx="11501438" cy="7300913"/>
          </a:xfrm>
        </p:spPr>
        <p:txBody>
          <a:bodyPr/>
          <a:lstStyle/>
          <a:p>
            <a:pPr>
              <a:lnSpc>
                <a:spcPct val="90000"/>
              </a:lnSpc>
              <a:buFont typeface="Wingdings" panose="05000000000000000000" pitchFamily="2" charset="2"/>
              <a:buChar char="q"/>
            </a:pPr>
            <a:r>
              <a:rPr lang="en-US" altLang="en-US" sz="3200" dirty="0">
                <a:cs typeface="Courier New" panose="02070309020205020404" pitchFamily="49" charset="0"/>
              </a:rPr>
              <a:t>Data stored in a text file are represented in human-readable form. Data stored in a binary file are represented in binary form. You cannot read binary files. Binary files are designed to be read by programs. For example, the Java source programs are stored in text files and can be read by a text editor, but the Java classes are stored in binary files and are read by the JVM. The advantage of binary files is that they are more efficient to process than text files.</a:t>
            </a:r>
          </a:p>
          <a:p>
            <a:pPr>
              <a:lnSpc>
                <a:spcPct val="90000"/>
              </a:lnSpc>
              <a:buFont typeface="Wingdings" panose="05000000000000000000" pitchFamily="2" charset="2"/>
              <a:buChar char="q"/>
            </a:pPr>
            <a:endParaRPr lang="en-US" altLang="en-US" sz="3200" dirty="0">
              <a:cs typeface="Courier New" panose="02070309020205020404" pitchFamily="49" charset="0"/>
            </a:endParaRPr>
          </a:p>
          <a:p>
            <a:pPr>
              <a:lnSpc>
                <a:spcPct val="90000"/>
              </a:lnSpc>
              <a:buFont typeface="Wingdings" panose="05000000000000000000" pitchFamily="2" charset="2"/>
              <a:buChar char="q"/>
            </a:pPr>
            <a:r>
              <a:rPr lang="en-US" altLang="en-US" sz="3200" dirty="0">
                <a:cs typeface="Courier New" panose="02070309020205020404" pitchFamily="49" charset="0"/>
              </a:rPr>
              <a:t>Although it is not technically precise and correct, you can imagine that a text file consists of a sequence of characters and a binary file consists of a sequence of bits. For example, the decimal integer 199 is stored as the sequence of three characters: '1', '9', '9' in a text file and the same integer is stored as a byte-type value C7 in a binary file, because decimal 199 equals to hex C7.</a:t>
            </a: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1D98A77C-E445-CC20-CFEE-01B8119428A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4200">
                <a:solidFill>
                  <a:schemeClr val="tx1"/>
                </a:solidFill>
                <a:latin typeface="Times New Roman" panose="02020603050405020304" pitchFamily="18" charset="0"/>
              </a:defRPr>
            </a:lvl1pPr>
            <a:lvl2pPr marL="975122" indent="-375047">
              <a:spcBef>
                <a:spcPct val="20000"/>
              </a:spcBef>
              <a:buClr>
                <a:schemeClr val="tx1"/>
              </a:buClr>
              <a:buChar char="–"/>
              <a:defRPr sz="3675">
                <a:solidFill>
                  <a:schemeClr val="tx1"/>
                </a:solidFill>
                <a:latin typeface="Times New Roman" panose="02020603050405020304" pitchFamily="18" charset="0"/>
              </a:defRPr>
            </a:lvl2pPr>
            <a:lvl3pPr marL="1500188" indent="-300038">
              <a:spcBef>
                <a:spcPct val="20000"/>
              </a:spcBef>
              <a:buClr>
                <a:schemeClr val="accent2"/>
              </a:buClr>
              <a:buSzPct val="65000"/>
              <a:buFont typeface="Monotype Sorts"/>
              <a:buChar char="u"/>
              <a:defRPr sz="3150">
                <a:solidFill>
                  <a:schemeClr val="tx1"/>
                </a:solidFill>
                <a:latin typeface="Times New Roman" panose="02020603050405020304" pitchFamily="18" charset="0"/>
              </a:defRPr>
            </a:lvl3pPr>
            <a:lvl4pPr marL="2100263" indent="-300038">
              <a:spcBef>
                <a:spcPct val="20000"/>
              </a:spcBef>
              <a:buClr>
                <a:schemeClr val="tx1"/>
              </a:buClr>
              <a:buChar char="–"/>
              <a:defRPr sz="2625">
                <a:solidFill>
                  <a:schemeClr val="tx1"/>
                </a:solidFill>
                <a:latin typeface="Times New Roman" panose="02020603050405020304" pitchFamily="18" charset="0"/>
              </a:defRPr>
            </a:lvl4pPr>
            <a:lvl5pPr marL="2700338" indent="-300038">
              <a:spcBef>
                <a:spcPct val="20000"/>
              </a:spcBef>
              <a:buClr>
                <a:schemeClr val="tx2"/>
              </a:buClr>
              <a:buChar char="•"/>
              <a:defRPr sz="2625">
                <a:solidFill>
                  <a:schemeClr val="tx1"/>
                </a:solidFill>
                <a:latin typeface="Times New Roman" panose="02020603050405020304" pitchFamily="18" charset="0"/>
              </a:defRPr>
            </a:lvl5pPr>
            <a:lvl6pPr marL="3300413" indent="-300038" eaLnBrk="0" fontAlgn="base" hangingPunct="0">
              <a:spcBef>
                <a:spcPct val="20000"/>
              </a:spcBef>
              <a:spcAft>
                <a:spcPct val="0"/>
              </a:spcAft>
              <a:buClr>
                <a:schemeClr val="tx2"/>
              </a:buClr>
              <a:buChar char="•"/>
              <a:defRPr sz="2625">
                <a:solidFill>
                  <a:schemeClr val="tx1"/>
                </a:solidFill>
                <a:latin typeface="Times New Roman" panose="02020603050405020304" pitchFamily="18" charset="0"/>
              </a:defRPr>
            </a:lvl6pPr>
            <a:lvl7pPr marL="3900488" indent="-300038" eaLnBrk="0" fontAlgn="base" hangingPunct="0">
              <a:spcBef>
                <a:spcPct val="20000"/>
              </a:spcBef>
              <a:spcAft>
                <a:spcPct val="0"/>
              </a:spcAft>
              <a:buClr>
                <a:schemeClr val="tx2"/>
              </a:buClr>
              <a:buChar char="•"/>
              <a:defRPr sz="2625">
                <a:solidFill>
                  <a:schemeClr val="tx1"/>
                </a:solidFill>
                <a:latin typeface="Times New Roman" panose="02020603050405020304" pitchFamily="18" charset="0"/>
              </a:defRPr>
            </a:lvl7pPr>
            <a:lvl8pPr marL="4500563" indent="-300038" eaLnBrk="0" fontAlgn="base" hangingPunct="0">
              <a:spcBef>
                <a:spcPct val="20000"/>
              </a:spcBef>
              <a:spcAft>
                <a:spcPct val="0"/>
              </a:spcAft>
              <a:buClr>
                <a:schemeClr val="tx2"/>
              </a:buClr>
              <a:buChar char="•"/>
              <a:defRPr sz="2625">
                <a:solidFill>
                  <a:schemeClr val="tx1"/>
                </a:solidFill>
                <a:latin typeface="Times New Roman" panose="02020603050405020304" pitchFamily="18" charset="0"/>
              </a:defRPr>
            </a:lvl8pPr>
            <a:lvl9pPr marL="5100638" indent="-300038" eaLnBrk="0" fontAlgn="base" hangingPunct="0">
              <a:spcBef>
                <a:spcPct val="20000"/>
              </a:spcBef>
              <a:spcAft>
                <a:spcPct val="0"/>
              </a:spcAft>
              <a:buClr>
                <a:schemeClr val="tx2"/>
              </a:buClr>
              <a:buChar char="•"/>
              <a:defRPr sz="2625">
                <a:solidFill>
                  <a:schemeClr val="tx1"/>
                </a:solidFill>
                <a:latin typeface="Times New Roman" panose="02020603050405020304" pitchFamily="18" charset="0"/>
              </a:defRPr>
            </a:lvl9pPr>
          </a:lstStyle>
          <a:p>
            <a:pPr>
              <a:spcBef>
                <a:spcPct val="0"/>
              </a:spcBef>
              <a:buClrTx/>
              <a:buSzTx/>
              <a:buFontTx/>
              <a:buNone/>
            </a:pPr>
            <a:fld id="{5078DAB8-3EF1-4522-9F15-BF95B6E70422}" type="slidenum">
              <a:rPr lang="en-US" altLang="en-US" sz="1838"/>
              <a:pPr>
                <a:spcBef>
                  <a:spcPct val="0"/>
                </a:spcBef>
                <a:buClrTx/>
                <a:buSzTx/>
                <a:buFontTx/>
                <a:buNone/>
              </a:pPr>
              <a:t>7</a:t>
            </a:fld>
            <a:endParaRPr lang="en-US" altLang="en-US" sz="1838"/>
          </a:p>
        </p:txBody>
      </p:sp>
      <p:sp>
        <p:nvSpPr>
          <p:cNvPr id="9219" name="Rectangle 2">
            <a:extLst>
              <a:ext uri="{FF2B5EF4-FFF2-40B4-BE49-F238E27FC236}">
                <a16:creationId xmlns:a16="http://schemas.microsoft.com/office/drawing/2014/main" id="{ACB636FB-1DD6-DB66-7846-A89E11C9E11D}"/>
              </a:ext>
            </a:extLst>
          </p:cNvPr>
          <p:cNvSpPr>
            <a:spLocks noGrp="1" noChangeArrowheads="1"/>
          </p:cNvSpPr>
          <p:nvPr>
            <p:ph type="title"/>
          </p:nvPr>
        </p:nvSpPr>
        <p:spPr>
          <a:xfrm>
            <a:off x="1739900" y="200024"/>
            <a:ext cx="10201275" cy="925116"/>
          </a:xfrm>
        </p:spPr>
        <p:txBody>
          <a:bodyPr/>
          <a:lstStyle/>
          <a:p>
            <a:pPr algn="ctr"/>
            <a:r>
              <a:rPr lang="en-US" altLang="en-US" b="1" dirty="0"/>
              <a:t>Binary I/O</a:t>
            </a:r>
          </a:p>
        </p:txBody>
      </p:sp>
      <p:sp>
        <p:nvSpPr>
          <p:cNvPr id="9220" name="Rectangle 3">
            <a:extLst>
              <a:ext uri="{FF2B5EF4-FFF2-40B4-BE49-F238E27FC236}">
                <a16:creationId xmlns:a16="http://schemas.microsoft.com/office/drawing/2014/main" id="{836F2B11-73E3-B545-06EC-2DE1C2811FE7}"/>
              </a:ext>
            </a:extLst>
          </p:cNvPr>
          <p:cNvSpPr>
            <a:spLocks noGrp="1" noChangeArrowheads="1"/>
          </p:cNvSpPr>
          <p:nvPr>
            <p:ph type="body" sz="half" idx="1"/>
          </p:nvPr>
        </p:nvSpPr>
        <p:spPr>
          <a:xfrm>
            <a:off x="1239837" y="1200150"/>
            <a:ext cx="11101388" cy="3000375"/>
          </a:xfrm>
        </p:spPr>
        <p:txBody>
          <a:bodyPr/>
          <a:lstStyle/>
          <a:p>
            <a:pPr marL="0" indent="0">
              <a:buNone/>
            </a:pPr>
            <a:r>
              <a:rPr lang="en-US" altLang="en-US" sz="2800" dirty="0">
                <a:cs typeface="Courier New" panose="02070309020205020404" pitchFamily="49" charset="0"/>
              </a:rPr>
              <a:t>Text I/O requires encoding and decoding. The JVM converts a Unicode to a file specific encoding when writing a character and coverts a file specific encoding to a Unicode when reading a character. Binary I/O does not require conversions. When you write a byte to a file, the original byte is copied into the file. When you read a byte from a file, the exact byte in the file is returned.</a:t>
            </a:r>
          </a:p>
        </p:txBody>
      </p:sp>
      <p:sp>
        <p:nvSpPr>
          <p:cNvPr id="9221" name="Rectangle 5">
            <a:extLst>
              <a:ext uri="{FF2B5EF4-FFF2-40B4-BE49-F238E27FC236}">
                <a16:creationId xmlns:a16="http://schemas.microsoft.com/office/drawing/2014/main" id="{0306F918-AE62-FDF7-7B0A-0E0A28F7C047}"/>
              </a:ext>
            </a:extLst>
          </p:cNvPr>
          <p:cNvSpPr>
            <a:spLocks noChangeArrowheads="1"/>
          </p:cNvSpPr>
          <p:nvPr/>
        </p:nvSpPr>
        <p:spPr bwMode="auto">
          <a:xfrm>
            <a:off x="3933924" y="3300413"/>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9222" name="Picture 7">
            <a:extLst>
              <a:ext uri="{FF2B5EF4-FFF2-40B4-BE49-F238E27FC236}">
                <a16:creationId xmlns:a16="http://schemas.microsoft.com/office/drawing/2014/main" id="{E07ABD70-65A7-DD9B-352B-93B2E93A0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0062" y="4333875"/>
            <a:ext cx="7100888" cy="4121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3246D5F2-A1C0-9802-B791-ECE97C6BDF30}"/>
              </a:ext>
            </a:extLst>
          </p:cNvPr>
          <p:cNvSpPr>
            <a:spLocks noGrp="1" noChangeArrowheads="1"/>
          </p:cNvSpPr>
          <p:nvPr>
            <p:ph type="title"/>
          </p:nvPr>
        </p:nvSpPr>
        <p:spPr>
          <a:xfrm>
            <a:off x="1739900" y="300037"/>
            <a:ext cx="10201275" cy="900113"/>
          </a:xfrm>
        </p:spPr>
        <p:txBody>
          <a:bodyPr/>
          <a:lstStyle/>
          <a:p>
            <a:pPr algn="ctr"/>
            <a:r>
              <a:rPr lang="en-US" altLang="en-US" b="1" dirty="0"/>
              <a:t>Binary I/O Classes</a:t>
            </a:r>
          </a:p>
        </p:txBody>
      </p:sp>
      <p:sp>
        <p:nvSpPr>
          <p:cNvPr id="10244" name="Rectangle 15">
            <a:extLst>
              <a:ext uri="{FF2B5EF4-FFF2-40B4-BE49-F238E27FC236}">
                <a16:creationId xmlns:a16="http://schemas.microsoft.com/office/drawing/2014/main" id="{348E0FD6-2E14-191A-C1C6-96DD47567FC3}"/>
              </a:ext>
            </a:extLst>
          </p:cNvPr>
          <p:cNvSpPr>
            <a:spLocks noChangeArrowheads="1"/>
          </p:cNvSpPr>
          <p:nvPr/>
        </p:nvSpPr>
        <p:spPr bwMode="auto">
          <a:xfrm>
            <a:off x="2865040" y="1910656"/>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10245" name="Rectangle 17">
            <a:extLst>
              <a:ext uri="{FF2B5EF4-FFF2-40B4-BE49-F238E27FC236}">
                <a16:creationId xmlns:a16="http://schemas.microsoft.com/office/drawing/2014/main" id="{EC254A26-EB87-A77C-5FEF-C2D47CB6A779}"/>
              </a:ext>
            </a:extLst>
          </p:cNvPr>
          <p:cNvSpPr>
            <a:spLocks noChangeArrowheads="1"/>
          </p:cNvSpPr>
          <p:nvPr/>
        </p:nvSpPr>
        <p:spPr bwMode="auto">
          <a:xfrm>
            <a:off x="3802657" y="3337917"/>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10246" name="Picture 7">
            <a:extLst>
              <a:ext uri="{FF2B5EF4-FFF2-40B4-BE49-F238E27FC236}">
                <a16:creationId xmlns:a16="http://schemas.microsoft.com/office/drawing/2014/main" id="{E1070600-0F14-2A9C-CD23-2C1D13F58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9849" y="2100263"/>
            <a:ext cx="10976372" cy="4163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7">
            <a:extLst>
              <a:ext uri="{FF2B5EF4-FFF2-40B4-BE49-F238E27FC236}">
                <a16:creationId xmlns:a16="http://schemas.microsoft.com/office/drawing/2014/main" id="{311C47A2-FB50-2A5E-0257-976DAC1229E3}"/>
              </a:ext>
            </a:extLst>
          </p:cNvPr>
          <p:cNvSpPr>
            <a:spLocks noChangeArrowheads="1"/>
          </p:cNvSpPr>
          <p:nvPr/>
        </p:nvSpPr>
        <p:spPr bwMode="auto">
          <a:xfrm>
            <a:off x="3833912" y="2719091"/>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graphicFrame>
        <p:nvGraphicFramePr>
          <p:cNvPr id="11268" name="Object 6">
            <a:extLst>
              <a:ext uri="{FF2B5EF4-FFF2-40B4-BE49-F238E27FC236}">
                <a16:creationId xmlns:a16="http://schemas.microsoft.com/office/drawing/2014/main" id="{68DC8917-B719-1173-797C-C0C0F074F513}"/>
              </a:ext>
            </a:extLst>
          </p:cNvPr>
          <p:cNvGraphicFramePr>
            <a:graphicFrameLocks noChangeAspect="1"/>
          </p:cNvGraphicFramePr>
          <p:nvPr/>
        </p:nvGraphicFramePr>
        <p:xfrm>
          <a:off x="839787" y="1500187"/>
          <a:ext cx="11701463" cy="6934200"/>
        </p:xfrm>
        <a:graphic>
          <a:graphicData uri="http://schemas.openxmlformats.org/presentationml/2006/ole">
            <mc:AlternateContent xmlns:mc="http://schemas.openxmlformats.org/markup-compatibility/2006">
              <mc:Choice xmlns:v="urn:schemas-microsoft-com:vml" Requires="v">
                <p:oleObj r:id="rId2" imgW="4581144" imgH="2709672" progId="Word.Picture.8">
                  <p:embed/>
                </p:oleObj>
              </mc:Choice>
              <mc:Fallback>
                <p:oleObj r:id="rId2" imgW="4581144" imgH="2709672" progId="Word.Picture.8">
                  <p:embed/>
                  <p:pic>
                    <p:nvPicPr>
                      <p:cNvPr id="11268" name="Object 6">
                        <a:extLst>
                          <a:ext uri="{FF2B5EF4-FFF2-40B4-BE49-F238E27FC236}">
                            <a16:creationId xmlns:a16="http://schemas.microsoft.com/office/drawing/2014/main" id="{68DC8917-B719-1173-797C-C0C0F074F5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87" y="1500187"/>
                        <a:ext cx="11701463" cy="693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9" name="Rectangle 9">
            <a:extLst>
              <a:ext uri="{FF2B5EF4-FFF2-40B4-BE49-F238E27FC236}">
                <a16:creationId xmlns:a16="http://schemas.microsoft.com/office/drawing/2014/main" id="{65E2F718-5046-908C-9B52-17AB85BC9BE8}"/>
              </a:ext>
            </a:extLst>
          </p:cNvPr>
          <p:cNvSpPr>
            <a:spLocks noGrp="1" noChangeArrowheads="1"/>
          </p:cNvSpPr>
          <p:nvPr>
            <p:ph type="body" idx="1"/>
          </p:nvPr>
        </p:nvSpPr>
        <p:spPr>
          <a:xfrm>
            <a:off x="5540374" y="1300162"/>
            <a:ext cx="7100888" cy="600075"/>
          </a:xfrm>
        </p:spPr>
        <p:txBody>
          <a:bodyPr/>
          <a:lstStyle/>
          <a:p>
            <a:pPr marL="0" indent="0">
              <a:buNone/>
            </a:pPr>
            <a:r>
              <a:rPr lang="en-US" altLang="en-US" sz="3150"/>
              <a:t>The value returned is a byte as an int type.</a:t>
            </a:r>
          </a:p>
        </p:txBody>
      </p:sp>
      <p:sp>
        <p:nvSpPr>
          <p:cNvPr id="11270" name="Line 10">
            <a:extLst>
              <a:ext uri="{FF2B5EF4-FFF2-40B4-BE49-F238E27FC236}">
                <a16:creationId xmlns:a16="http://schemas.microsoft.com/office/drawing/2014/main" id="{77F4992F-D6D0-7752-797F-AF276DB82D30}"/>
              </a:ext>
            </a:extLst>
          </p:cNvPr>
          <p:cNvSpPr>
            <a:spLocks noChangeShapeType="1"/>
          </p:cNvSpPr>
          <p:nvPr/>
        </p:nvSpPr>
        <p:spPr bwMode="auto">
          <a:xfrm flipH="1">
            <a:off x="2339974" y="1600199"/>
            <a:ext cx="3500438" cy="1100138"/>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1271" name="Line 11">
            <a:extLst>
              <a:ext uri="{FF2B5EF4-FFF2-40B4-BE49-F238E27FC236}">
                <a16:creationId xmlns:a16="http://schemas.microsoft.com/office/drawing/2014/main" id="{E2A092AE-B754-374C-1A4B-BB89D9F80336}"/>
              </a:ext>
            </a:extLst>
          </p:cNvPr>
          <p:cNvSpPr>
            <a:spLocks noChangeShapeType="1"/>
          </p:cNvSpPr>
          <p:nvPr/>
        </p:nvSpPr>
        <p:spPr bwMode="auto">
          <a:xfrm flipH="1">
            <a:off x="7240587" y="1800224"/>
            <a:ext cx="2600325" cy="900113"/>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1272" name="Rectangle 13">
            <a:extLst>
              <a:ext uri="{FF2B5EF4-FFF2-40B4-BE49-F238E27FC236}">
                <a16:creationId xmlns:a16="http://schemas.microsoft.com/office/drawing/2014/main" id="{4EA814DF-23CC-F2C6-E52D-0ADCBC0F2E1A}"/>
              </a:ext>
            </a:extLst>
          </p:cNvPr>
          <p:cNvSpPr>
            <a:spLocks noChangeArrowheads="1"/>
          </p:cNvSpPr>
          <p:nvPr/>
        </p:nvSpPr>
        <p:spPr bwMode="auto">
          <a:xfrm>
            <a:off x="6840537" y="2700337"/>
            <a:ext cx="900113" cy="300038"/>
          </a:xfrm>
          <a:prstGeom prst="rect">
            <a:avLst/>
          </a:prstGeom>
          <a:noFill/>
          <a:ln w="1270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11273" name="Rectangle 14">
            <a:extLst>
              <a:ext uri="{FF2B5EF4-FFF2-40B4-BE49-F238E27FC236}">
                <a16:creationId xmlns:a16="http://schemas.microsoft.com/office/drawing/2014/main" id="{809BD210-197F-D08E-B0AF-333957F585A5}"/>
              </a:ext>
            </a:extLst>
          </p:cNvPr>
          <p:cNvSpPr>
            <a:spLocks noGrp="1" noChangeArrowheads="1"/>
          </p:cNvSpPr>
          <p:nvPr>
            <p:ph type="title"/>
          </p:nvPr>
        </p:nvSpPr>
        <p:spPr>
          <a:xfrm>
            <a:off x="1739900" y="300037"/>
            <a:ext cx="10201275" cy="900113"/>
          </a:xfrm>
        </p:spPr>
        <p:txBody>
          <a:bodyPr/>
          <a:lstStyle/>
          <a:p>
            <a:pPr algn="ctr"/>
            <a:r>
              <a:rPr lang="en-US" altLang="en-US" b="1" dirty="0" err="1"/>
              <a:t>InputStream</a:t>
            </a:r>
            <a:endParaRPr lang="en-US" altLang="en-US" b="1" dirty="0"/>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3DB689F7-9281-25B2-C2E6-E148FAFF32BC}"/>
              </a:ext>
            </a:extLst>
          </p:cNvPr>
          <p:cNvSpPr>
            <a:spLocks noChangeArrowheads="1"/>
          </p:cNvSpPr>
          <p:nvPr/>
        </p:nvSpPr>
        <p:spPr bwMode="auto">
          <a:xfrm>
            <a:off x="3833912" y="2719091"/>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12292" name="Rectangle 4">
            <a:extLst>
              <a:ext uri="{FF2B5EF4-FFF2-40B4-BE49-F238E27FC236}">
                <a16:creationId xmlns:a16="http://schemas.microsoft.com/office/drawing/2014/main" id="{8198B9D1-0127-10BC-CC21-0A96B1957FEC}"/>
              </a:ext>
            </a:extLst>
          </p:cNvPr>
          <p:cNvSpPr>
            <a:spLocks noGrp="1" noChangeArrowheads="1"/>
          </p:cNvSpPr>
          <p:nvPr>
            <p:ph type="body" idx="1"/>
          </p:nvPr>
        </p:nvSpPr>
        <p:spPr>
          <a:xfrm>
            <a:off x="5540374" y="2100262"/>
            <a:ext cx="7100888" cy="600075"/>
          </a:xfrm>
        </p:spPr>
        <p:txBody>
          <a:bodyPr/>
          <a:lstStyle/>
          <a:p>
            <a:pPr marL="0" indent="0">
              <a:buNone/>
            </a:pPr>
            <a:r>
              <a:rPr lang="en-US" altLang="en-US" sz="3150"/>
              <a:t>The value is a byte as an int type.</a:t>
            </a:r>
          </a:p>
        </p:txBody>
      </p:sp>
      <p:sp>
        <p:nvSpPr>
          <p:cNvPr id="12293" name="Rectangle 8">
            <a:extLst>
              <a:ext uri="{FF2B5EF4-FFF2-40B4-BE49-F238E27FC236}">
                <a16:creationId xmlns:a16="http://schemas.microsoft.com/office/drawing/2014/main" id="{09DF8805-B58F-421A-CC80-348E08984943}"/>
              </a:ext>
            </a:extLst>
          </p:cNvPr>
          <p:cNvSpPr>
            <a:spLocks noGrp="1" noChangeArrowheads="1"/>
          </p:cNvSpPr>
          <p:nvPr>
            <p:ph type="title"/>
          </p:nvPr>
        </p:nvSpPr>
        <p:spPr>
          <a:xfrm>
            <a:off x="1739900" y="300037"/>
            <a:ext cx="10201275" cy="900113"/>
          </a:xfrm>
        </p:spPr>
        <p:txBody>
          <a:bodyPr/>
          <a:lstStyle/>
          <a:p>
            <a:pPr algn="ctr"/>
            <a:r>
              <a:rPr lang="en-US" altLang="en-US" b="1" dirty="0" err="1"/>
              <a:t>OutputStream</a:t>
            </a:r>
            <a:endParaRPr lang="en-US" altLang="en-US" b="1" dirty="0"/>
          </a:p>
        </p:txBody>
      </p:sp>
      <p:sp>
        <p:nvSpPr>
          <p:cNvPr id="12294" name="Rectangle 10">
            <a:extLst>
              <a:ext uri="{FF2B5EF4-FFF2-40B4-BE49-F238E27FC236}">
                <a16:creationId xmlns:a16="http://schemas.microsoft.com/office/drawing/2014/main" id="{8924316F-5CBC-C01E-D58A-24431CBA0A7A}"/>
              </a:ext>
            </a:extLst>
          </p:cNvPr>
          <p:cNvSpPr>
            <a:spLocks noChangeArrowheads="1"/>
          </p:cNvSpPr>
          <p:nvPr/>
        </p:nvSpPr>
        <p:spPr bwMode="auto">
          <a:xfrm>
            <a:off x="3833912" y="3456683"/>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graphicFrame>
        <p:nvGraphicFramePr>
          <p:cNvPr id="12295" name="Object 9">
            <a:extLst>
              <a:ext uri="{FF2B5EF4-FFF2-40B4-BE49-F238E27FC236}">
                <a16:creationId xmlns:a16="http://schemas.microsoft.com/office/drawing/2014/main" id="{2BC2DE2E-4FC5-169F-B0CC-40EE2C449986}"/>
              </a:ext>
            </a:extLst>
          </p:cNvPr>
          <p:cNvGraphicFramePr>
            <a:graphicFrameLocks noChangeAspect="1"/>
          </p:cNvGraphicFramePr>
          <p:nvPr/>
        </p:nvGraphicFramePr>
        <p:xfrm>
          <a:off x="839787" y="2898280"/>
          <a:ext cx="12001500" cy="4171355"/>
        </p:xfrm>
        <a:graphic>
          <a:graphicData uri="http://schemas.openxmlformats.org/presentationml/2006/ole">
            <mc:AlternateContent xmlns:mc="http://schemas.openxmlformats.org/markup-compatibility/2006">
              <mc:Choice xmlns:v="urn:schemas-microsoft-com:vml" Requires="v">
                <p:oleObj name="Picture" r:id="rId2" imgW="4584700" imgH="1587500" progId="Word.Picture.8">
                  <p:embed/>
                </p:oleObj>
              </mc:Choice>
              <mc:Fallback>
                <p:oleObj name="Picture" r:id="rId2" imgW="4584700" imgH="1587500" progId="Word.Picture.8">
                  <p:embed/>
                  <p:pic>
                    <p:nvPicPr>
                      <p:cNvPr id="12295" name="Object 9">
                        <a:extLst>
                          <a:ext uri="{FF2B5EF4-FFF2-40B4-BE49-F238E27FC236}">
                            <a16:creationId xmlns:a16="http://schemas.microsoft.com/office/drawing/2014/main" id="{2BC2DE2E-4FC5-169F-B0CC-40EE2C4499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87" y="2898280"/>
                        <a:ext cx="12001500" cy="417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6" name="Line 11">
            <a:extLst>
              <a:ext uri="{FF2B5EF4-FFF2-40B4-BE49-F238E27FC236}">
                <a16:creationId xmlns:a16="http://schemas.microsoft.com/office/drawing/2014/main" id="{92BF5A2E-A4D0-AB0C-2810-ED102BDFB79B}"/>
              </a:ext>
            </a:extLst>
          </p:cNvPr>
          <p:cNvSpPr>
            <a:spLocks noChangeShapeType="1"/>
          </p:cNvSpPr>
          <p:nvPr/>
        </p:nvSpPr>
        <p:spPr bwMode="auto">
          <a:xfrm flipH="1">
            <a:off x="4640262" y="2600324"/>
            <a:ext cx="3200400" cy="1700213"/>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2297" name="Rectangle 12">
            <a:extLst>
              <a:ext uri="{FF2B5EF4-FFF2-40B4-BE49-F238E27FC236}">
                <a16:creationId xmlns:a16="http://schemas.microsoft.com/office/drawing/2014/main" id="{E1282253-58D1-779E-06EE-9BEBC92E8CAC}"/>
              </a:ext>
            </a:extLst>
          </p:cNvPr>
          <p:cNvSpPr>
            <a:spLocks noChangeArrowheads="1"/>
          </p:cNvSpPr>
          <p:nvPr/>
        </p:nvSpPr>
        <p:spPr bwMode="auto">
          <a:xfrm>
            <a:off x="4040187" y="4200525"/>
            <a:ext cx="900113" cy="400050"/>
          </a:xfrm>
          <a:prstGeom prst="rect">
            <a:avLst/>
          </a:prstGeom>
          <a:noFill/>
          <a:ln w="1270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12298" name="Line 13">
            <a:extLst>
              <a:ext uri="{FF2B5EF4-FFF2-40B4-BE49-F238E27FC236}">
                <a16:creationId xmlns:a16="http://schemas.microsoft.com/office/drawing/2014/main" id="{260D2B58-28FB-11AC-295E-0CACA09ED497}"/>
              </a:ext>
            </a:extLst>
          </p:cNvPr>
          <p:cNvSpPr>
            <a:spLocks noChangeShapeType="1"/>
          </p:cNvSpPr>
          <p:nvPr/>
        </p:nvSpPr>
        <p:spPr bwMode="auto">
          <a:xfrm flipH="1">
            <a:off x="2339974" y="2600325"/>
            <a:ext cx="4100513" cy="1400175"/>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913EC2F5-44C3-4500-124A-B5875C3C6E97}"/>
              </a:ext>
            </a:extLst>
          </p:cNvPr>
          <p:cNvSpPr>
            <a:spLocks noGrp="1" noChangeArrowheads="1"/>
          </p:cNvSpPr>
          <p:nvPr>
            <p:ph type="title"/>
          </p:nvPr>
        </p:nvSpPr>
        <p:spPr>
          <a:xfrm>
            <a:off x="1139825" y="300037"/>
            <a:ext cx="11401425" cy="800100"/>
          </a:xfrm>
        </p:spPr>
        <p:txBody>
          <a:bodyPr/>
          <a:lstStyle/>
          <a:p>
            <a:pPr algn="ctr"/>
            <a:r>
              <a:rPr lang="en-US" altLang="en-US" sz="4800" b="1" dirty="0" err="1"/>
              <a:t>FileInputStream</a:t>
            </a:r>
            <a:r>
              <a:rPr lang="en-US" altLang="en-US" sz="4800" b="1" dirty="0"/>
              <a:t>/</a:t>
            </a:r>
            <a:r>
              <a:rPr lang="en-US" altLang="en-US" sz="4800" b="1" dirty="0" err="1"/>
              <a:t>FileOutputStream</a:t>
            </a:r>
            <a:endParaRPr lang="en-US" altLang="en-US" sz="4800" b="1" dirty="0"/>
          </a:p>
        </p:txBody>
      </p:sp>
      <p:sp>
        <p:nvSpPr>
          <p:cNvPr id="13316" name="Rectangle 3">
            <a:extLst>
              <a:ext uri="{FF2B5EF4-FFF2-40B4-BE49-F238E27FC236}">
                <a16:creationId xmlns:a16="http://schemas.microsoft.com/office/drawing/2014/main" id="{2B062193-606C-A1C4-EE03-B402EB9A49AE}"/>
              </a:ext>
            </a:extLst>
          </p:cNvPr>
          <p:cNvSpPr>
            <a:spLocks noGrp="1" noChangeArrowheads="1"/>
          </p:cNvSpPr>
          <p:nvPr>
            <p:ph type="body" idx="1"/>
          </p:nvPr>
        </p:nvSpPr>
        <p:spPr>
          <a:xfrm>
            <a:off x="1239837" y="6000749"/>
            <a:ext cx="7300913" cy="2300288"/>
          </a:xfrm>
        </p:spPr>
        <p:txBody>
          <a:bodyPr/>
          <a:lstStyle/>
          <a:p>
            <a:pPr marL="0" indent="0">
              <a:lnSpc>
                <a:spcPct val="90000"/>
              </a:lnSpc>
              <a:buNone/>
            </a:pPr>
            <a:r>
              <a:rPr lang="en-US" altLang="en-US" sz="3150">
                <a:cs typeface="Courier New" panose="02070309020205020404" pitchFamily="49" charset="0"/>
              </a:rPr>
              <a:t>FileInputStream/FileOutputStream associates a binary input/output stream with an external file. All the methods in FileInputStream/FileOuptputStream are inherited from its superclasses. </a:t>
            </a:r>
          </a:p>
        </p:txBody>
      </p:sp>
      <p:graphicFrame>
        <p:nvGraphicFramePr>
          <p:cNvPr id="13317" name="Object 7">
            <a:extLst>
              <a:ext uri="{FF2B5EF4-FFF2-40B4-BE49-F238E27FC236}">
                <a16:creationId xmlns:a16="http://schemas.microsoft.com/office/drawing/2014/main" id="{56494767-3184-787E-AF5B-EA026D2AF252}"/>
              </a:ext>
            </a:extLst>
          </p:cNvPr>
          <p:cNvGraphicFramePr>
            <a:graphicFrameLocks noChangeAspect="1"/>
          </p:cNvGraphicFramePr>
          <p:nvPr/>
        </p:nvGraphicFramePr>
        <p:xfrm>
          <a:off x="1139825" y="1500187"/>
          <a:ext cx="11201400" cy="4285953"/>
        </p:xfrm>
        <a:graphic>
          <a:graphicData uri="http://schemas.openxmlformats.org/presentationml/2006/ole">
            <mc:AlternateContent xmlns:mc="http://schemas.openxmlformats.org/markup-compatibility/2006">
              <mc:Choice xmlns:v="urn:schemas-microsoft-com:vml" Requires="v">
                <p:oleObj name="Picture" r:id="rId2" imgW="4629912" imgH="1772412" progId="Word.Picture.8">
                  <p:embed/>
                </p:oleObj>
              </mc:Choice>
              <mc:Fallback>
                <p:oleObj name="Picture" r:id="rId2" imgW="4629912" imgH="1772412" progId="Word.Picture.8">
                  <p:embed/>
                  <p:pic>
                    <p:nvPicPr>
                      <p:cNvPr id="13317" name="Object 7">
                        <a:extLst>
                          <a:ext uri="{FF2B5EF4-FFF2-40B4-BE49-F238E27FC236}">
                            <a16:creationId xmlns:a16="http://schemas.microsoft.com/office/drawing/2014/main" id="{56494767-3184-787E-AF5B-EA026D2AF2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825" y="1500187"/>
                        <a:ext cx="11201400" cy="4285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8" name="Line 6">
            <a:extLst>
              <a:ext uri="{FF2B5EF4-FFF2-40B4-BE49-F238E27FC236}">
                <a16:creationId xmlns:a16="http://schemas.microsoft.com/office/drawing/2014/main" id="{5E232DDB-1A48-6C47-9CA2-4A3612A68E1B}"/>
              </a:ext>
            </a:extLst>
          </p:cNvPr>
          <p:cNvSpPr>
            <a:spLocks noChangeShapeType="1"/>
          </p:cNvSpPr>
          <p:nvPr/>
        </p:nvSpPr>
        <p:spPr bwMode="auto">
          <a:xfrm flipV="1">
            <a:off x="2940049" y="2000250"/>
            <a:ext cx="3300413" cy="4200525"/>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3319" name="Line 5">
            <a:extLst>
              <a:ext uri="{FF2B5EF4-FFF2-40B4-BE49-F238E27FC236}">
                <a16:creationId xmlns:a16="http://schemas.microsoft.com/office/drawing/2014/main" id="{561928BD-7983-A507-DF83-F1808B16D6E2}"/>
              </a:ext>
            </a:extLst>
          </p:cNvPr>
          <p:cNvSpPr>
            <a:spLocks noChangeShapeType="1"/>
          </p:cNvSpPr>
          <p:nvPr/>
        </p:nvSpPr>
        <p:spPr bwMode="auto">
          <a:xfrm flipV="1">
            <a:off x="5240337" y="4200524"/>
            <a:ext cx="800100" cy="1900238"/>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CCEB9519-7879-DBB4-0DC0-6F35DC9ACEEA}"/>
              </a:ext>
            </a:extLst>
          </p:cNvPr>
          <p:cNvSpPr>
            <a:spLocks noGrp="1" noChangeArrowheads="1"/>
          </p:cNvSpPr>
          <p:nvPr>
            <p:ph type="title"/>
          </p:nvPr>
        </p:nvSpPr>
        <p:spPr>
          <a:xfrm>
            <a:off x="1839912" y="300037"/>
            <a:ext cx="10201275" cy="975122"/>
          </a:xfrm>
        </p:spPr>
        <p:txBody>
          <a:bodyPr/>
          <a:lstStyle/>
          <a:p>
            <a:pPr algn="ctr"/>
            <a:r>
              <a:rPr lang="en-US" altLang="en-US" b="1" dirty="0" err="1"/>
              <a:t>FileInputStream</a:t>
            </a:r>
            <a:endParaRPr lang="en-US" altLang="en-US" b="1" dirty="0"/>
          </a:p>
        </p:txBody>
      </p:sp>
      <p:sp>
        <p:nvSpPr>
          <p:cNvPr id="14340" name="Rectangle 3">
            <a:extLst>
              <a:ext uri="{FF2B5EF4-FFF2-40B4-BE49-F238E27FC236}">
                <a16:creationId xmlns:a16="http://schemas.microsoft.com/office/drawing/2014/main" id="{D15CB61C-BA3D-E3BE-137A-8F085307E1BD}"/>
              </a:ext>
            </a:extLst>
          </p:cNvPr>
          <p:cNvSpPr>
            <a:spLocks noGrp="1" noChangeArrowheads="1"/>
          </p:cNvSpPr>
          <p:nvPr>
            <p:ph type="body" idx="1"/>
          </p:nvPr>
        </p:nvSpPr>
        <p:spPr>
          <a:xfrm>
            <a:off x="1239837" y="1500187"/>
            <a:ext cx="11401425" cy="5100638"/>
          </a:xfrm>
        </p:spPr>
        <p:txBody>
          <a:bodyPr/>
          <a:lstStyle/>
          <a:p>
            <a:pPr marL="0" indent="0">
              <a:buNone/>
            </a:pPr>
            <a:r>
              <a:rPr lang="en-US" altLang="en-US" sz="3675">
                <a:cs typeface="Courier New" panose="02070309020205020404" pitchFamily="49" charset="0"/>
              </a:rPr>
              <a:t>To construct a FileInputStream, use the following constructors:</a:t>
            </a:r>
            <a:endParaRPr lang="en-US" altLang="en-US" sz="3675">
              <a:cs typeface="Times New Roman" panose="02020603050405020304" pitchFamily="18" charset="0"/>
            </a:endParaRPr>
          </a:p>
          <a:p>
            <a:pPr marL="150019" lvl="1" indent="450056">
              <a:buNone/>
            </a:pPr>
            <a:r>
              <a:rPr lang="en-US" altLang="en-US" sz="3150">
                <a:cs typeface="Courier New" panose="02070309020205020404" pitchFamily="49" charset="0"/>
              </a:rPr>
              <a:t>public FileInputStream(String filename)</a:t>
            </a:r>
            <a:endParaRPr lang="en-US" altLang="en-US" sz="3150">
              <a:cs typeface="Times New Roman" panose="02020603050405020304" pitchFamily="18" charset="0"/>
            </a:endParaRPr>
          </a:p>
          <a:p>
            <a:pPr marL="150019" lvl="1" indent="450056">
              <a:buNone/>
            </a:pPr>
            <a:r>
              <a:rPr lang="en-US" altLang="en-US" sz="3150">
                <a:cs typeface="Courier New" panose="02070309020205020404" pitchFamily="49" charset="0"/>
              </a:rPr>
              <a:t>public FileInputStream(File file)</a:t>
            </a:r>
          </a:p>
          <a:p>
            <a:pPr marL="150019" lvl="1" indent="450056">
              <a:buNone/>
            </a:pPr>
            <a:endParaRPr lang="en-US" altLang="en-US" sz="3150">
              <a:cs typeface="Courier New" panose="02070309020205020404" pitchFamily="49" charset="0"/>
            </a:endParaRPr>
          </a:p>
          <a:p>
            <a:pPr marL="150019" lvl="1" indent="450056">
              <a:buNone/>
            </a:pPr>
            <a:r>
              <a:rPr lang="en-US" altLang="en-US" sz="3150">
                <a:cs typeface="Courier New" panose="02070309020205020404" pitchFamily="49" charset="0"/>
              </a:rPr>
              <a:t>A </a:t>
            </a:r>
            <a:r>
              <a:rPr lang="en-US" altLang="en-US" sz="3150" u="sng">
                <a:cs typeface="Courier New" panose="02070309020205020404" pitchFamily="49" charset="0"/>
              </a:rPr>
              <a:t>java.io.FileNotFoundException</a:t>
            </a:r>
            <a:r>
              <a:rPr lang="en-US" altLang="en-US" sz="3150">
                <a:cs typeface="Courier New" panose="02070309020205020404" pitchFamily="49" charset="0"/>
              </a:rPr>
              <a:t> would occur if you attempt to create a </a:t>
            </a:r>
            <a:r>
              <a:rPr lang="en-US" altLang="en-US" sz="3150" u="sng">
                <a:cs typeface="Courier New" panose="02070309020205020404" pitchFamily="49" charset="0"/>
              </a:rPr>
              <a:t>FileInputStream</a:t>
            </a:r>
            <a:r>
              <a:rPr lang="en-US" altLang="en-US" sz="3150">
                <a:cs typeface="Courier New" panose="02070309020205020404" pitchFamily="49" charset="0"/>
              </a:rPr>
              <a:t> with a nonexistent file. </a:t>
            </a: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DD1BF269-A1BB-E1F5-0FEF-A1DEA2740C00}"/>
              </a:ext>
            </a:extLst>
          </p:cNvPr>
          <p:cNvSpPr>
            <a:spLocks noGrp="1" noChangeArrowheads="1"/>
          </p:cNvSpPr>
          <p:nvPr>
            <p:ph type="title"/>
          </p:nvPr>
        </p:nvSpPr>
        <p:spPr>
          <a:xfrm>
            <a:off x="1839912" y="300037"/>
            <a:ext cx="10201275" cy="975122"/>
          </a:xfrm>
        </p:spPr>
        <p:txBody>
          <a:bodyPr/>
          <a:lstStyle/>
          <a:p>
            <a:pPr algn="ctr"/>
            <a:r>
              <a:rPr lang="en-US" altLang="en-US" b="1" dirty="0" err="1"/>
              <a:t>FileOutputStream</a:t>
            </a:r>
            <a:endParaRPr lang="en-US" altLang="en-US" b="1" dirty="0"/>
          </a:p>
        </p:txBody>
      </p:sp>
      <p:sp>
        <p:nvSpPr>
          <p:cNvPr id="15364" name="Rectangle 3">
            <a:extLst>
              <a:ext uri="{FF2B5EF4-FFF2-40B4-BE49-F238E27FC236}">
                <a16:creationId xmlns:a16="http://schemas.microsoft.com/office/drawing/2014/main" id="{480179DC-47A4-4F4C-B483-5B20B25C141D}"/>
              </a:ext>
            </a:extLst>
          </p:cNvPr>
          <p:cNvSpPr>
            <a:spLocks noGrp="1" noChangeArrowheads="1"/>
          </p:cNvSpPr>
          <p:nvPr>
            <p:ph type="body" idx="1"/>
          </p:nvPr>
        </p:nvSpPr>
        <p:spPr>
          <a:xfrm>
            <a:off x="1039812" y="1343022"/>
            <a:ext cx="11601450" cy="5500688"/>
          </a:xfrm>
        </p:spPr>
        <p:txBody>
          <a:bodyPr/>
          <a:lstStyle/>
          <a:p>
            <a:pPr marL="0" indent="0">
              <a:lnSpc>
                <a:spcPct val="90000"/>
              </a:lnSpc>
              <a:buNone/>
            </a:pPr>
            <a:r>
              <a:rPr lang="en-US" altLang="en-US" sz="3150" dirty="0">
                <a:cs typeface="Courier New" panose="02070309020205020404" pitchFamily="49" charset="0"/>
              </a:rPr>
              <a:t>To construct a </a:t>
            </a:r>
            <a:r>
              <a:rPr lang="en-US" altLang="en-US" sz="3150" dirty="0" err="1">
                <a:cs typeface="Courier New" panose="02070309020205020404" pitchFamily="49" charset="0"/>
              </a:rPr>
              <a:t>FileOutputStream</a:t>
            </a:r>
            <a:r>
              <a:rPr lang="en-US" altLang="en-US" sz="3150" dirty="0">
                <a:cs typeface="Courier New" panose="02070309020205020404" pitchFamily="49" charset="0"/>
              </a:rPr>
              <a:t>, use the following constructors:</a:t>
            </a:r>
          </a:p>
          <a:p>
            <a:pPr marL="0" indent="0">
              <a:lnSpc>
                <a:spcPct val="90000"/>
              </a:lnSpc>
              <a:buNone/>
            </a:pPr>
            <a:endParaRPr lang="en-US" altLang="en-US" sz="3150" dirty="0">
              <a:cs typeface="Times New Roman" panose="02020603050405020304" pitchFamily="18" charset="0"/>
            </a:endParaRPr>
          </a:p>
          <a:p>
            <a:pPr lvl="1">
              <a:lnSpc>
                <a:spcPct val="90000"/>
              </a:lnSpc>
              <a:buFontTx/>
              <a:buNone/>
            </a:pPr>
            <a:r>
              <a:rPr lang="en-US" altLang="en-US" sz="2625" dirty="0">
                <a:cs typeface="Courier New" panose="02070309020205020404" pitchFamily="49" charset="0"/>
              </a:rPr>
              <a:t>public </a:t>
            </a:r>
            <a:r>
              <a:rPr lang="en-US" altLang="en-US" sz="2625" dirty="0" err="1">
                <a:cs typeface="Courier New" panose="02070309020205020404" pitchFamily="49" charset="0"/>
              </a:rPr>
              <a:t>FileOutputStream</a:t>
            </a:r>
            <a:r>
              <a:rPr lang="en-US" altLang="en-US" sz="2625" dirty="0">
                <a:cs typeface="Courier New" panose="02070309020205020404" pitchFamily="49" charset="0"/>
              </a:rPr>
              <a:t>(String filename)</a:t>
            </a:r>
            <a:endParaRPr lang="en-US" altLang="en-US" sz="2625" dirty="0">
              <a:cs typeface="Times New Roman" panose="02020603050405020304" pitchFamily="18" charset="0"/>
            </a:endParaRPr>
          </a:p>
          <a:p>
            <a:pPr lvl="1">
              <a:lnSpc>
                <a:spcPct val="90000"/>
              </a:lnSpc>
              <a:buFontTx/>
              <a:buNone/>
            </a:pPr>
            <a:r>
              <a:rPr lang="en-US" altLang="en-US" sz="2625" dirty="0">
                <a:cs typeface="Courier New" panose="02070309020205020404" pitchFamily="49" charset="0"/>
              </a:rPr>
              <a:t>public </a:t>
            </a:r>
            <a:r>
              <a:rPr lang="en-US" altLang="en-US" sz="2625" dirty="0" err="1">
                <a:cs typeface="Courier New" panose="02070309020205020404" pitchFamily="49" charset="0"/>
              </a:rPr>
              <a:t>FileOutputStream</a:t>
            </a:r>
            <a:r>
              <a:rPr lang="en-US" altLang="en-US" sz="2625" dirty="0">
                <a:cs typeface="Courier New" panose="02070309020205020404" pitchFamily="49" charset="0"/>
              </a:rPr>
              <a:t>(File file)</a:t>
            </a:r>
            <a:endParaRPr lang="en-US" altLang="en-US" sz="2625" dirty="0">
              <a:cs typeface="Times New Roman" panose="02020603050405020304" pitchFamily="18" charset="0"/>
            </a:endParaRPr>
          </a:p>
          <a:p>
            <a:pPr lvl="1">
              <a:lnSpc>
                <a:spcPct val="90000"/>
              </a:lnSpc>
              <a:buFontTx/>
              <a:buNone/>
            </a:pPr>
            <a:r>
              <a:rPr lang="en-US" altLang="en-US" sz="2625" dirty="0">
                <a:cs typeface="Courier New" panose="02070309020205020404" pitchFamily="49" charset="0"/>
              </a:rPr>
              <a:t>public </a:t>
            </a:r>
            <a:r>
              <a:rPr lang="en-US" altLang="en-US" sz="2625" dirty="0" err="1">
                <a:cs typeface="Courier New" panose="02070309020205020404" pitchFamily="49" charset="0"/>
              </a:rPr>
              <a:t>FileOutputStream</a:t>
            </a:r>
            <a:r>
              <a:rPr lang="en-US" altLang="en-US" sz="2625" dirty="0">
                <a:cs typeface="Courier New" panose="02070309020205020404" pitchFamily="49" charset="0"/>
              </a:rPr>
              <a:t>(String filename, </a:t>
            </a:r>
            <a:r>
              <a:rPr lang="en-US" altLang="en-US" sz="2625" dirty="0" err="1">
                <a:cs typeface="Courier New" panose="02070309020205020404" pitchFamily="49" charset="0"/>
              </a:rPr>
              <a:t>boolean</a:t>
            </a:r>
            <a:r>
              <a:rPr lang="en-US" altLang="en-US" sz="2625" dirty="0">
                <a:cs typeface="Courier New" panose="02070309020205020404" pitchFamily="49" charset="0"/>
              </a:rPr>
              <a:t> append)</a:t>
            </a:r>
            <a:endParaRPr lang="en-US" altLang="en-US" sz="2625" dirty="0">
              <a:cs typeface="Times New Roman" panose="02020603050405020304" pitchFamily="18" charset="0"/>
            </a:endParaRPr>
          </a:p>
          <a:p>
            <a:pPr lvl="1">
              <a:lnSpc>
                <a:spcPct val="90000"/>
              </a:lnSpc>
              <a:buFontTx/>
              <a:buNone/>
            </a:pPr>
            <a:r>
              <a:rPr lang="en-US" altLang="en-US" sz="2625" dirty="0">
                <a:cs typeface="Courier New" panose="02070309020205020404" pitchFamily="49" charset="0"/>
              </a:rPr>
              <a:t>public </a:t>
            </a:r>
            <a:r>
              <a:rPr lang="en-US" altLang="en-US" sz="2625" dirty="0" err="1">
                <a:cs typeface="Courier New" panose="02070309020205020404" pitchFamily="49" charset="0"/>
              </a:rPr>
              <a:t>FileOutputStream</a:t>
            </a:r>
            <a:r>
              <a:rPr lang="en-US" altLang="en-US" sz="2625" dirty="0">
                <a:cs typeface="Courier New" panose="02070309020205020404" pitchFamily="49" charset="0"/>
              </a:rPr>
              <a:t>(File </a:t>
            </a:r>
            <a:r>
              <a:rPr lang="en-US" altLang="en-US" sz="2625" dirty="0" err="1">
                <a:cs typeface="Courier New" panose="02070309020205020404" pitchFamily="49" charset="0"/>
              </a:rPr>
              <a:t>file</a:t>
            </a:r>
            <a:r>
              <a:rPr lang="en-US" altLang="en-US" sz="2625" dirty="0">
                <a:cs typeface="Courier New" panose="02070309020205020404" pitchFamily="49" charset="0"/>
              </a:rPr>
              <a:t>, </a:t>
            </a:r>
            <a:r>
              <a:rPr lang="en-US" altLang="en-US" sz="2625" dirty="0" err="1">
                <a:cs typeface="Courier New" panose="02070309020205020404" pitchFamily="49" charset="0"/>
              </a:rPr>
              <a:t>boolean</a:t>
            </a:r>
            <a:r>
              <a:rPr lang="en-US" altLang="en-US" sz="2625" dirty="0">
                <a:cs typeface="Courier New" panose="02070309020205020404" pitchFamily="49" charset="0"/>
              </a:rPr>
              <a:t> append)</a:t>
            </a:r>
            <a:endParaRPr lang="en-US" altLang="en-US" sz="2625" dirty="0">
              <a:cs typeface="Times New Roman" panose="02020603050405020304" pitchFamily="18" charset="0"/>
            </a:endParaRPr>
          </a:p>
          <a:p>
            <a:pPr marL="0" indent="0">
              <a:lnSpc>
                <a:spcPct val="90000"/>
              </a:lnSpc>
              <a:buNone/>
            </a:pPr>
            <a:r>
              <a:rPr lang="en-US" altLang="en-US" sz="3150" dirty="0">
                <a:cs typeface="Courier New" panose="02070309020205020404" pitchFamily="49" charset="0"/>
              </a:rPr>
              <a:t>  </a:t>
            </a:r>
            <a:endParaRPr lang="en-US" altLang="en-US" sz="3150" dirty="0">
              <a:cs typeface="Times New Roman" panose="02020603050405020304" pitchFamily="18" charset="0"/>
            </a:endParaRPr>
          </a:p>
          <a:p>
            <a:pPr marL="0" indent="0">
              <a:lnSpc>
                <a:spcPct val="90000"/>
              </a:lnSpc>
              <a:buNone/>
            </a:pPr>
            <a:r>
              <a:rPr lang="en-US" altLang="en-US" sz="3150" dirty="0">
                <a:cs typeface="Courier New" panose="02070309020205020404" pitchFamily="49" charset="0"/>
              </a:rPr>
              <a:t>If the file does not exist, a new file would be created. If the file already exists, the first two constructors would delete the current contents in the file. To retain the current content and append new data into the file, use the last two constructors by passing true to the append parameter. </a:t>
            </a:r>
          </a:p>
        </p:txBody>
      </p:sp>
      <p:sp>
        <p:nvSpPr>
          <p:cNvPr id="15365" name="Line 6">
            <a:extLst>
              <a:ext uri="{FF2B5EF4-FFF2-40B4-BE49-F238E27FC236}">
                <a16:creationId xmlns:a16="http://schemas.microsoft.com/office/drawing/2014/main" id="{902496E5-BDE8-A36B-C9AF-D99F5965D0CE}"/>
              </a:ext>
            </a:extLst>
          </p:cNvPr>
          <p:cNvSpPr>
            <a:spLocks noChangeShapeType="1"/>
          </p:cNvSpPr>
          <p:nvPr/>
        </p:nvSpPr>
        <p:spPr bwMode="auto">
          <a:xfrm flipH="1" flipV="1">
            <a:off x="6540500" y="4100512"/>
            <a:ext cx="2000250" cy="2100263"/>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5366" name="Rectangle 8">
            <a:hlinkClick r:id="rId2"/>
            <a:extLst>
              <a:ext uri="{FF2B5EF4-FFF2-40B4-BE49-F238E27FC236}">
                <a16:creationId xmlns:a16="http://schemas.microsoft.com/office/drawing/2014/main" id="{AB1CC23F-26ED-CF52-2ADE-DCEC66D824CD}"/>
              </a:ext>
            </a:extLst>
          </p:cNvPr>
          <p:cNvSpPr>
            <a:spLocks noChangeArrowheads="1"/>
          </p:cNvSpPr>
          <p:nvPr/>
        </p:nvSpPr>
        <p:spPr bwMode="auto">
          <a:xfrm>
            <a:off x="7257256" y="7400924"/>
            <a:ext cx="3050381"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TestFileStream</a:t>
            </a:r>
          </a:p>
        </p:txBody>
      </p:sp>
      <p:sp>
        <p:nvSpPr>
          <p:cNvPr id="15367" name="AutoShape 10">
            <a:hlinkClick r:id="rId3" action="ppaction://program" highlightClick="1"/>
            <a:extLst>
              <a:ext uri="{FF2B5EF4-FFF2-40B4-BE49-F238E27FC236}">
                <a16:creationId xmlns:a16="http://schemas.microsoft.com/office/drawing/2014/main" id="{1F1E0E00-BE3F-0BE4-30BE-4B4A8283C9F4}"/>
              </a:ext>
            </a:extLst>
          </p:cNvPr>
          <p:cNvSpPr>
            <a:spLocks noChangeArrowheads="1"/>
          </p:cNvSpPr>
          <p:nvPr/>
        </p:nvSpPr>
        <p:spPr bwMode="auto">
          <a:xfrm>
            <a:off x="10440987" y="7400924"/>
            <a:ext cx="916781"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BC3BEDB8-2C78-8C73-6156-611EA50C6AE6}"/>
              </a:ext>
            </a:extLst>
          </p:cNvPr>
          <p:cNvSpPr>
            <a:spLocks noGrp="1" noChangeArrowheads="1"/>
          </p:cNvSpPr>
          <p:nvPr>
            <p:ph type="title"/>
          </p:nvPr>
        </p:nvSpPr>
        <p:spPr>
          <a:xfrm>
            <a:off x="1139825" y="300037"/>
            <a:ext cx="11401425" cy="800100"/>
          </a:xfrm>
        </p:spPr>
        <p:txBody>
          <a:bodyPr/>
          <a:lstStyle/>
          <a:p>
            <a:pPr algn="ctr"/>
            <a:r>
              <a:rPr lang="en-US" altLang="en-US" sz="4400" b="1" dirty="0" err="1"/>
              <a:t>FilterInputStream</a:t>
            </a:r>
            <a:r>
              <a:rPr lang="en-US" altLang="en-US" sz="4400" b="1" dirty="0"/>
              <a:t>/</a:t>
            </a:r>
            <a:r>
              <a:rPr lang="en-US" altLang="en-US" sz="4400" b="1" dirty="0" err="1"/>
              <a:t>FilterOutputStream</a:t>
            </a:r>
            <a:endParaRPr lang="en-US" altLang="en-US" sz="4400" b="1" dirty="0"/>
          </a:p>
        </p:txBody>
      </p:sp>
      <p:sp>
        <p:nvSpPr>
          <p:cNvPr id="16388" name="Rectangle 3">
            <a:extLst>
              <a:ext uri="{FF2B5EF4-FFF2-40B4-BE49-F238E27FC236}">
                <a16:creationId xmlns:a16="http://schemas.microsoft.com/office/drawing/2014/main" id="{002FCB10-15EF-04E3-B62D-1B6708E1B5FB}"/>
              </a:ext>
            </a:extLst>
          </p:cNvPr>
          <p:cNvSpPr>
            <a:spLocks noGrp="1" noChangeArrowheads="1"/>
          </p:cNvSpPr>
          <p:nvPr>
            <p:ph type="body" idx="1"/>
          </p:nvPr>
        </p:nvSpPr>
        <p:spPr>
          <a:xfrm>
            <a:off x="1239837" y="6000749"/>
            <a:ext cx="10701338" cy="2500313"/>
          </a:xfrm>
        </p:spPr>
        <p:txBody>
          <a:bodyPr/>
          <a:lstStyle/>
          <a:p>
            <a:pPr marL="0" indent="0">
              <a:lnSpc>
                <a:spcPct val="90000"/>
              </a:lnSpc>
              <a:buNone/>
            </a:pPr>
            <a:r>
              <a:rPr lang="en-US" altLang="en-US" sz="2363" i="1" dirty="0">
                <a:cs typeface="Courier New" panose="02070309020205020404" pitchFamily="49" charset="0"/>
              </a:rPr>
              <a:t>Filter streams</a:t>
            </a:r>
            <a:r>
              <a:rPr lang="en-US" altLang="en-US" sz="2363" dirty="0">
                <a:cs typeface="Courier New" panose="02070309020205020404" pitchFamily="49" charset="0"/>
              </a:rPr>
              <a:t> are streams that filter bytes for some purpose. The basic byte input stream provides a read method that can only be used for reading bytes. If you want to read integers, doubles, or strings, you need a filter class to wrap the byte input stream. Using a filter class enables you to read integers, doubles, and strings instead of bytes and characters. </a:t>
            </a:r>
            <a:r>
              <a:rPr lang="en-US" altLang="en-US" sz="2363" u="sng" dirty="0" err="1">
                <a:cs typeface="Courier New" panose="02070309020205020404" pitchFamily="49" charset="0"/>
              </a:rPr>
              <a:t>FilterInputStream</a:t>
            </a:r>
            <a:r>
              <a:rPr lang="en-US" altLang="en-US" sz="2363" dirty="0">
                <a:cs typeface="Courier New" panose="02070309020205020404" pitchFamily="49" charset="0"/>
              </a:rPr>
              <a:t> and </a:t>
            </a:r>
            <a:r>
              <a:rPr lang="en-US" altLang="en-US" sz="2363" u="sng" dirty="0" err="1">
                <a:cs typeface="Courier New" panose="02070309020205020404" pitchFamily="49" charset="0"/>
              </a:rPr>
              <a:t>FilterOutputStream</a:t>
            </a:r>
            <a:r>
              <a:rPr lang="en-US" altLang="en-US" sz="2363" dirty="0">
                <a:cs typeface="Courier New" panose="02070309020205020404" pitchFamily="49" charset="0"/>
              </a:rPr>
              <a:t> are the base classes for filtering data. When you need to process primitive numeric types, use </a:t>
            </a:r>
            <a:r>
              <a:rPr lang="en-US" altLang="en-US" sz="2363" u="sng" dirty="0" err="1">
                <a:cs typeface="Courier New" panose="02070309020205020404" pitchFamily="49" charset="0"/>
              </a:rPr>
              <a:t>DataInputStream</a:t>
            </a:r>
            <a:r>
              <a:rPr lang="en-US" altLang="en-US" sz="2363" dirty="0">
                <a:cs typeface="Courier New" panose="02070309020205020404" pitchFamily="49" charset="0"/>
              </a:rPr>
              <a:t> and </a:t>
            </a:r>
            <a:r>
              <a:rPr lang="en-US" altLang="en-US" sz="2363" u="sng" dirty="0" err="1">
                <a:cs typeface="Courier New" panose="02070309020205020404" pitchFamily="49" charset="0"/>
              </a:rPr>
              <a:t>DataOutputStream</a:t>
            </a:r>
            <a:r>
              <a:rPr lang="en-US" altLang="en-US" sz="2363" dirty="0">
                <a:cs typeface="Courier New" panose="02070309020205020404" pitchFamily="49" charset="0"/>
              </a:rPr>
              <a:t> to filter bytes. </a:t>
            </a:r>
          </a:p>
        </p:txBody>
      </p:sp>
      <p:graphicFrame>
        <p:nvGraphicFramePr>
          <p:cNvPr id="16389" name="Object 4">
            <a:extLst>
              <a:ext uri="{FF2B5EF4-FFF2-40B4-BE49-F238E27FC236}">
                <a16:creationId xmlns:a16="http://schemas.microsoft.com/office/drawing/2014/main" id="{A31D6751-794A-3676-A785-2A1AC97F4984}"/>
              </a:ext>
            </a:extLst>
          </p:cNvPr>
          <p:cNvGraphicFramePr>
            <a:graphicFrameLocks noChangeAspect="1"/>
          </p:cNvGraphicFramePr>
          <p:nvPr/>
        </p:nvGraphicFramePr>
        <p:xfrm>
          <a:off x="1139825" y="1500187"/>
          <a:ext cx="11201400" cy="4285953"/>
        </p:xfrm>
        <a:graphic>
          <a:graphicData uri="http://schemas.openxmlformats.org/presentationml/2006/ole">
            <mc:AlternateContent xmlns:mc="http://schemas.openxmlformats.org/markup-compatibility/2006">
              <mc:Choice xmlns:v="urn:schemas-microsoft-com:vml" Requires="v">
                <p:oleObj name="Picture" r:id="rId2" imgW="4629912" imgH="1772412" progId="Word.Picture.8">
                  <p:embed/>
                </p:oleObj>
              </mc:Choice>
              <mc:Fallback>
                <p:oleObj name="Picture" r:id="rId2" imgW="4629912" imgH="1772412" progId="Word.Picture.8">
                  <p:embed/>
                  <p:pic>
                    <p:nvPicPr>
                      <p:cNvPr id="16389" name="Object 4">
                        <a:extLst>
                          <a:ext uri="{FF2B5EF4-FFF2-40B4-BE49-F238E27FC236}">
                            <a16:creationId xmlns:a16="http://schemas.microsoft.com/office/drawing/2014/main" id="{A31D6751-794A-3676-A785-2A1AC97F49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825" y="1500187"/>
                        <a:ext cx="11201400" cy="4285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0" name="Line 5">
            <a:extLst>
              <a:ext uri="{FF2B5EF4-FFF2-40B4-BE49-F238E27FC236}">
                <a16:creationId xmlns:a16="http://schemas.microsoft.com/office/drawing/2014/main" id="{AE086A3B-E0B9-621D-718E-5C9F5CCEFDF0}"/>
              </a:ext>
            </a:extLst>
          </p:cNvPr>
          <p:cNvSpPr>
            <a:spLocks noChangeShapeType="1"/>
          </p:cNvSpPr>
          <p:nvPr/>
        </p:nvSpPr>
        <p:spPr bwMode="auto">
          <a:xfrm flipV="1">
            <a:off x="2640012" y="2700337"/>
            <a:ext cx="3500438" cy="3400425"/>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6391" name="Line 6">
            <a:extLst>
              <a:ext uri="{FF2B5EF4-FFF2-40B4-BE49-F238E27FC236}">
                <a16:creationId xmlns:a16="http://schemas.microsoft.com/office/drawing/2014/main" id="{39733D2F-76B3-AEAF-4F0B-C2382D8B5D01}"/>
              </a:ext>
            </a:extLst>
          </p:cNvPr>
          <p:cNvSpPr>
            <a:spLocks noChangeShapeType="1"/>
          </p:cNvSpPr>
          <p:nvPr/>
        </p:nvSpPr>
        <p:spPr bwMode="auto">
          <a:xfrm flipV="1">
            <a:off x="2840037" y="4600574"/>
            <a:ext cx="3300413" cy="1500188"/>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22B0FC8A-8D98-B029-EB01-7F7836870FBD}"/>
              </a:ext>
            </a:extLst>
          </p:cNvPr>
          <p:cNvSpPr>
            <a:spLocks noGrp="1" noChangeArrowheads="1"/>
          </p:cNvSpPr>
          <p:nvPr>
            <p:ph type="title"/>
          </p:nvPr>
        </p:nvSpPr>
        <p:spPr>
          <a:xfrm>
            <a:off x="1139825" y="300037"/>
            <a:ext cx="11401425" cy="800100"/>
          </a:xfrm>
        </p:spPr>
        <p:txBody>
          <a:bodyPr/>
          <a:lstStyle/>
          <a:p>
            <a:pPr algn="ctr"/>
            <a:r>
              <a:rPr lang="en-US" altLang="en-US" sz="4400" b="1" dirty="0" err="1"/>
              <a:t>DataInputStream</a:t>
            </a:r>
            <a:r>
              <a:rPr lang="en-US" altLang="en-US" sz="4400" b="1" dirty="0"/>
              <a:t>/</a:t>
            </a:r>
            <a:r>
              <a:rPr lang="en-US" altLang="en-US" sz="4400" b="1" dirty="0" err="1"/>
              <a:t>DataOutputStream</a:t>
            </a:r>
            <a:endParaRPr lang="en-US" altLang="en-US" sz="4400" b="1" dirty="0"/>
          </a:p>
        </p:txBody>
      </p:sp>
      <p:sp>
        <p:nvSpPr>
          <p:cNvPr id="17412" name="Rectangle 3">
            <a:extLst>
              <a:ext uri="{FF2B5EF4-FFF2-40B4-BE49-F238E27FC236}">
                <a16:creationId xmlns:a16="http://schemas.microsoft.com/office/drawing/2014/main" id="{EDA7E734-BE14-371C-02F0-E124A7CA97DD}"/>
              </a:ext>
            </a:extLst>
          </p:cNvPr>
          <p:cNvSpPr>
            <a:spLocks noGrp="1" noChangeArrowheads="1"/>
          </p:cNvSpPr>
          <p:nvPr>
            <p:ph type="body" idx="1"/>
          </p:nvPr>
        </p:nvSpPr>
        <p:spPr>
          <a:xfrm>
            <a:off x="6140449" y="1300162"/>
            <a:ext cx="6100763" cy="1100138"/>
          </a:xfrm>
        </p:spPr>
        <p:txBody>
          <a:bodyPr/>
          <a:lstStyle/>
          <a:p>
            <a:pPr marL="0" indent="0">
              <a:lnSpc>
                <a:spcPct val="90000"/>
              </a:lnSpc>
              <a:buNone/>
            </a:pPr>
            <a:r>
              <a:rPr lang="en-US" altLang="en-US" sz="2363" u="sng">
                <a:cs typeface="Courier New" panose="02070309020205020404" pitchFamily="49" charset="0"/>
              </a:rPr>
              <a:t>DataInputStream</a:t>
            </a:r>
            <a:r>
              <a:rPr lang="en-US" altLang="en-US" sz="2363">
                <a:cs typeface="Courier New" panose="02070309020205020404" pitchFamily="49" charset="0"/>
              </a:rPr>
              <a:t> reads bytes from the stream and converts them into appropriate primitive type values or strings. </a:t>
            </a:r>
          </a:p>
        </p:txBody>
      </p:sp>
      <p:graphicFrame>
        <p:nvGraphicFramePr>
          <p:cNvPr id="17413" name="Object 4">
            <a:extLst>
              <a:ext uri="{FF2B5EF4-FFF2-40B4-BE49-F238E27FC236}">
                <a16:creationId xmlns:a16="http://schemas.microsoft.com/office/drawing/2014/main" id="{1872078D-DEE1-58EC-ABF9-86577A330429}"/>
              </a:ext>
            </a:extLst>
          </p:cNvPr>
          <p:cNvGraphicFramePr>
            <a:graphicFrameLocks noChangeAspect="1"/>
          </p:cNvGraphicFramePr>
          <p:nvPr/>
        </p:nvGraphicFramePr>
        <p:xfrm>
          <a:off x="1239837" y="2600325"/>
          <a:ext cx="11201400" cy="4285953"/>
        </p:xfrm>
        <a:graphic>
          <a:graphicData uri="http://schemas.openxmlformats.org/presentationml/2006/ole">
            <mc:AlternateContent xmlns:mc="http://schemas.openxmlformats.org/markup-compatibility/2006">
              <mc:Choice xmlns:v="urn:schemas-microsoft-com:vml" Requires="v">
                <p:oleObj name="Picture" r:id="rId2" imgW="4629912" imgH="1772412" progId="Word.Picture.8">
                  <p:embed/>
                </p:oleObj>
              </mc:Choice>
              <mc:Fallback>
                <p:oleObj name="Picture" r:id="rId2" imgW="4629912" imgH="1772412" progId="Word.Picture.8">
                  <p:embed/>
                  <p:pic>
                    <p:nvPicPr>
                      <p:cNvPr id="17413" name="Object 4">
                        <a:extLst>
                          <a:ext uri="{FF2B5EF4-FFF2-40B4-BE49-F238E27FC236}">
                            <a16:creationId xmlns:a16="http://schemas.microsoft.com/office/drawing/2014/main" id="{1872078D-DEE1-58EC-ABF9-86577A3304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7" y="2600325"/>
                        <a:ext cx="11201400" cy="4285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4" name="Line 5">
            <a:extLst>
              <a:ext uri="{FF2B5EF4-FFF2-40B4-BE49-F238E27FC236}">
                <a16:creationId xmlns:a16="http://schemas.microsoft.com/office/drawing/2014/main" id="{8FB31CE6-29B7-4D88-D861-DBA9E107EA5A}"/>
              </a:ext>
            </a:extLst>
          </p:cNvPr>
          <p:cNvSpPr>
            <a:spLocks noChangeShapeType="1"/>
          </p:cNvSpPr>
          <p:nvPr/>
        </p:nvSpPr>
        <p:spPr bwMode="auto">
          <a:xfrm>
            <a:off x="7440612" y="1600200"/>
            <a:ext cx="2800350" cy="16002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7415" name="Line 6">
            <a:extLst>
              <a:ext uri="{FF2B5EF4-FFF2-40B4-BE49-F238E27FC236}">
                <a16:creationId xmlns:a16="http://schemas.microsoft.com/office/drawing/2014/main" id="{0328515F-E524-9D1C-BACD-25E7CB7D392C}"/>
              </a:ext>
            </a:extLst>
          </p:cNvPr>
          <p:cNvSpPr>
            <a:spLocks noChangeShapeType="1"/>
          </p:cNvSpPr>
          <p:nvPr/>
        </p:nvSpPr>
        <p:spPr bwMode="auto">
          <a:xfrm flipV="1">
            <a:off x="6440487" y="5900737"/>
            <a:ext cx="3100388" cy="1300163"/>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7416" name="Rectangle 7">
            <a:extLst>
              <a:ext uri="{FF2B5EF4-FFF2-40B4-BE49-F238E27FC236}">
                <a16:creationId xmlns:a16="http://schemas.microsoft.com/office/drawing/2014/main" id="{35201C86-EC52-5048-065E-5980B9A2A096}"/>
              </a:ext>
            </a:extLst>
          </p:cNvPr>
          <p:cNvSpPr>
            <a:spLocks noChangeArrowheads="1"/>
          </p:cNvSpPr>
          <p:nvPr/>
        </p:nvSpPr>
        <p:spPr bwMode="auto">
          <a:xfrm>
            <a:off x="4240212" y="7100887"/>
            <a:ext cx="7000875" cy="1250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625" u="sng">
                <a:cs typeface="Courier New" panose="02070309020205020404" pitchFamily="49" charset="0"/>
              </a:rPr>
              <a:t>DataOutputStream</a:t>
            </a:r>
            <a:r>
              <a:rPr lang="en-US" altLang="en-US" sz="2625">
                <a:cs typeface="Courier New" panose="02070309020205020404" pitchFamily="49" charset="0"/>
              </a:rPr>
              <a:t> converts primitive type values or strings into bytes and output the bytes to the stream.</a:t>
            </a: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601B4F04-980B-B08F-A33D-9B9106178F57}"/>
              </a:ext>
            </a:extLst>
          </p:cNvPr>
          <p:cNvSpPr>
            <a:spLocks noGrp="1" noChangeArrowheads="1"/>
          </p:cNvSpPr>
          <p:nvPr>
            <p:ph type="title"/>
          </p:nvPr>
        </p:nvSpPr>
        <p:spPr>
          <a:xfrm>
            <a:off x="1139825" y="300037"/>
            <a:ext cx="11401425" cy="800100"/>
          </a:xfrm>
        </p:spPr>
        <p:txBody>
          <a:bodyPr/>
          <a:lstStyle/>
          <a:p>
            <a:pPr algn="ctr"/>
            <a:r>
              <a:rPr lang="en-US" altLang="en-US" b="1" dirty="0" err="1"/>
              <a:t>DataInputStream</a:t>
            </a:r>
            <a:endParaRPr lang="en-US" altLang="en-US" b="1" dirty="0"/>
          </a:p>
        </p:txBody>
      </p:sp>
      <p:sp>
        <p:nvSpPr>
          <p:cNvPr id="18436" name="Rectangle 7">
            <a:extLst>
              <a:ext uri="{FF2B5EF4-FFF2-40B4-BE49-F238E27FC236}">
                <a16:creationId xmlns:a16="http://schemas.microsoft.com/office/drawing/2014/main" id="{E9041C42-EFAD-B8AF-EFA5-DC8B962B1DC5}"/>
              </a:ext>
            </a:extLst>
          </p:cNvPr>
          <p:cNvSpPr>
            <a:spLocks noChangeArrowheads="1"/>
          </p:cNvSpPr>
          <p:nvPr/>
        </p:nvSpPr>
        <p:spPr bwMode="auto">
          <a:xfrm>
            <a:off x="1139824" y="1400175"/>
            <a:ext cx="11301413" cy="1250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150">
                <a:cs typeface="Courier New" panose="02070309020205020404" pitchFamily="49" charset="0"/>
              </a:rPr>
              <a:t>DataInputStream extends FilterInputStream and implements the DataInput interface.</a:t>
            </a:r>
          </a:p>
        </p:txBody>
      </p:sp>
      <p:sp>
        <p:nvSpPr>
          <p:cNvPr id="18437" name="Rectangle 9">
            <a:extLst>
              <a:ext uri="{FF2B5EF4-FFF2-40B4-BE49-F238E27FC236}">
                <a16:creationId xmlns:a16="http://schemas.microsoft.com/office/drawing/2014/main" id="{5433F1DE-3839-9D5A-1B35-A6814F2AFC2D}"/>
              </a:ext>
            </a:extLst>
          </p:cNvPr>
          <p:cNvSpPr>
            <a:spLocks noChangeArrowheads="1"/>
          </p:cNvSpPr>
          <p:nvPr/>
        </p:nvSpPr>
        <p:spPr bwMode="auto">
          <a:xfrm>
            <a:off x="3890168" y="3219153"/>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18438" name="Picture 7">
            <a:extLst>
              <a:ext uri="{FF2B5EF4-FFF2-40B4-BE49-F238E27FC236}">
                <a16:creationId xmlns:a16="http://schemas.microsoft.com/office/drawing/2014/main" id="{88E1A07D-1DDB-82D5-B718-FE4B5151C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813" y="3100387"/>
            <a:ext cx="11507689" cy="440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9C63C503-1529-A301-6264-6BD56AC77CEF}"/>
              </a:ext>
            </a:extLst>
          </p:cNvPr>
          <p:cNvSpPr>
            <a:spLocks noGrp="1" noChangeArrowheads="1"/>
          </p:cNvSpPr>
          <p:nvPr>
            <p:ph type="title"/>
          </p:nvPr>
        </p:nvSpPr>
        <p:spPr>
          <a:xfrm>
            <a:off x="1139825" y="300037"/>
            <a:ext cx="11401425" cy="800100"/>
          </a:xfrm>
        </p:spPr>
        <p:txBody>
          <a:bodyPr/>
          <a:lstStyle/>
          <a:p>
            <a:pPr algn="ctr"/>
            <a:r>
              <a:rPr lang="en-US" altLang="en-US" b="1" dirty="0" err="1"/>
              <a:t>DataOutputStream</a:t>
            </a:r>
            <a:endParaRPr lang="en-US" altLang="en-US" b="1" dirty="0"/>
          </a:p>
        </p:txBody>
      </p:sp>
      <p:sp>
        <p:nvSpPr>
          <p:cNvPr id="19460" name="Rectangle 3">
            <a:extLst>
              <a:ext uri="{FF2B5EF4-FFF2-40B4-BE49-F238E27FC236}">
                <a16:creationId xmlns:a16="http://schemas.microsoft.com/office/drawing/2014/main" id="{CB21912F-E814-0F5E-4F4C-7B1FBA42AD1C}"/>
              </a:ext>
            </a:extLst>
          </p:cNvPr>
          <p:cNvSpPr>
            <a:spLocks noChangeArrowheads="1"/>
          </p:cNvSpPr>
          <p:nvPr/>
        </p:nvSpPr>
        <p:spPr bwMode="auto">
          <a:xfrm>
            <a:off x="1039812" y="1300162"/>
            <a:ext cx="11501438"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150">
                <a:cs typeface="Courier New" panose="02070309020205020404" pitchFamily="49" charset="0"/>
              </a:rPr>
              <a:t>DataOutputStream extends FilterOutputStream and implements the DataOutput interface.</a:t>
            </a:r>
          </a:p>
        </p:txBody>
      </p:sp>
      <p:sp>
        <p:nvSpPr>
          <p:cNvPr id="19461" name="Rectangle 4">
            <a:extLst>
              <a:ext uri="{FF2B5EF4-FFF2-40B4-BE49-F238E27FC236}">
                <a16:creationId xmlns:a16="http://schemas.microsoft.com/office/drawing/2014/main" id="{F7323826-FC86-E0B1-4752-D7DD6764E13E}"/>
              </a:ext>
            </a:extLst>
          </p:cNvPr>
          <p:cNvSpPr>
            <a:spLocks noChangeArrowheads="1"/>
          </p:cNvSpPr>
          <p:nvPr/>
        </p:nvSpPr>
        <p:spPr bwMode="auto">
          <a:xfrm>
            <a:off x="3890168" y="3219153"/>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19462" name="Rectangle 7">
            <a:extLst>
              <a:ext uri="{FF2B5EF4-FFF2-40B4-BE49-F238E27FC236}">
                <a16:creationId xmlns:a16="http://schemas.microsoft.com/office/drawing/2014/main" id="{549E07AE-AA9A-F637-DFF2-AA715CBDBBE4}"/>
              </a:ext>
            </a:extLst>
          </p:cNvPr>
          <p:cNvSpPr>
            <a:spLocks noChangeArrowheads="1"/>
          </p:cNvSpPr>
          <p:nvPr/>
        </p:nvSpPr>
        <p:spPr bwMode="auto">
          <a:xfrm>
            <a:off x="3465115" y="2662833"/>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19463" name="Picture 8">
            <a:extLst>
              <a:ext uri="{FF2B5EF4-FFF2-40B4-BE49-F238E27FC236}">
                <a16:creationId xmlns:a16="http://schemas.microsoft.com/office/drawing/2014/main" id="{0905A627-BC6A-5FE1-8913-C8BDAD839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388" y="2662833"/>
            <a:ext cx="11709797" cy="50068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50499757-A958-1171-6534-B4C1BFD9FE21}"/>
              </a:ext>
            </a:extLst>
          </p:cNvPr>
          <p:cNvSpPr>
            <a:spLocks noGrp="1" noChangeArrowheads="1"/>
          </p:cNvSpPr>
          <p:nvPr>
            <p:ph type="title"/>
          </p:nvPr>
        </p:nvSpPr>
        <p:spPr>
          <a:xfrm>
            <a:off x="1139825" y="400049"/>
            <a:ext cx="11401425" cy="700088"/>
          </a:xfrm>
        </p:spPr>
        <p:txBody>
          <a:bodyPr/>
          <a:lstStyle/>
          <a:p>
            <a:pPr algn="ctr"/>
            <a:r>
              <a:rPr lang="en-US" altLang="en-US" sz="4800" b="1" dirty="0">
                <a:cs typeface="Times New Roman" panose="02020603050405020304" pitchFamily="18" charset="0"/>
              </a:rPr>
              <a:t>Characters and Strings in Binary I/O</a:t>
            </a:r>
            <a:r>
              <a:rPr lang="en-US" altLang="en-US" sz="4800" b="1" dirty="0">
                <a:latin typeface="Courier New" panose="02070309020205020404" pitchFamily="49" charset="0"/>
              </a:rPr>
              <a:t> </a:t>
            </a:r>
          </a:p>
        </p:txBody>
      </p:sp>
      <p:sp>
        <p:nvSpPr>
          <p:cNvPr id="20484" name="Rectangle 3">
            <a:extLst>
              <a:ext uri="{FF2B5EF4-FFF2-40B4-BE49-F238E27FC236}">
                <a16:creationId xmlns:a16="http://schemas.microsoft.com/office/drawing/2014/main" id="{52690A59-224B-15A8-072D-4FBA62DB0C32}"/>
              </a:ext>
            </a:extLst>
          </p:cNvPr>
          <p:cNvSpPr>
            <a:spLocks noGrp="1" noChangeArrowheads="1"/>
          </p:cNvSpPr>
          <p:nvPr>
            <p:ph type="body" idx="1"/>
          </p:nvPr>
        </p:nvSpPr>
        <p:spPr>
          <a:xfrm>
            <a:off x="1139825" y="1300162"/>
            <a:ext cx="11401425" cy="1900238"/>
          </a:xfrm>
        </p:spPr>
        <p:txBody>
          <a:bodyPr/>
          <a:lstStyle/>
          <a:p>
            <a:pPr marL="0" indent="0">
              <a:lnSpc>
                <a:spcPct val="90000"/>
              </a:lnSpc>
              <a:buNone/>
            </a:pPr>
            <a:r>
              <a:rPr lang="en-US" altLang="en-US" sz="3150" dirty="0">
                <a:cs typeface="Times New Roman" panose="02020603050405020304" pitchFamily="18" charset="0"/>
              </a:rPr>
              <a:t>A Java Unicode character consists of two bytes. The </a:t>
            </a:r>
            <a:r>
              <a:rPr lang="en-US" altLang="en-US" sz="3150" dirty="0" err="1">
                <a:cs typeface="Times New Roman" panose="02020603050405020304" pitchFamily="18" charset="0"/>
              </a:rPr>
              <a:t>writeChar</a:t>
            </a:r>
            <a:r>
              <a:rPr lang="en-US" altLang="en-US" sz="3150" dirty="0">
                <a:cs typeface="Times New Roman" panose="02020603050405020304" pitchFamily="18" charset="0"/>
              </a:rPr>
              <a:t>(char c) method writes the Unicode of character c to the output. The </a:t>
            </a:r>
            <a:r>
              <a:rPr lang="en-US" altLang="en-US" sz="3150" dirty="0" err="1">
                <a:cs typeface="Times New Roman" panose="02020603050405020304" pitchFamily="18" charset="0"/>
              </a:rPr>
              <a:t>writeChars</a:t>
            </a:r>
            <a:r>
              <a:rPr lang="en-US" altLang="en-US" sz="3150" dirty="0">
                <a:cs typeface="Times New Roman" panose="02020603050405020304" pitchFamily="18" charset="0"/>
              </a:rPr>
              <a:t>(String s) method writes the Unicode for each character in the string s to the output.</a:t>
            </a:r>
            <a:endParaRPr lang="en-US" altLang="en-US" sz="3675" dirty="0">
              <a:latin typeface="Courier New" panose="02070309020205020404" pitchFamily="49" charset="0"/>
              <a:cs typeface="Times New Roman" panose="02020603050405020304" pitchFamily="18" charset="0"/>
            </a:endParaRPr>
          </a:p>
        </p:txBody>
      </p:sp>
      <p:sp>
        <p:nvSpPr>
          <p:cNvPr id="20485" name="Rectangle 5">
            <a:extLst>
              <a:ext uri="{FF2B5EF4-FFF2-40B4-BE49-F238E27FC236}">
                <a16:creationId xmlns:a16="http://schemas.microsoft.com/office/drawing/2014/main" id="{1396340B-F17B-65DC-BA40-A726241ABE91}"/>
              </a:ext>
            </a:extLst>
          </p:cNvPr>
          <p:cNvSpPr>
            <a:spLocks noChangeArrowheads="1"/>
          </p:cNvSpPr>
          <p:nvPr/>
        </p:nvSpPr>
        <p:spPr bwMode="auto">
          <a:xfrm>
            <a:off x="1139825" y="3400424"/>
            <a:ext cx="11401425" cy="510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3150" dirty="0">
                <a:solidFill>
                  <a:srgbClr val="FF0000"/>
                </a:solidFill>
                <a:cs typeface="Times New Roman" panose="02020603050405020304" pitchFamily="18" charset="0"/>
              </a:rPr>
              <a:t>Why UTF-8? What is UTF-8?</a:t>
            </a:r>
          </a:p>
          <a:p>
            <a:pPr>
              <a:lnSpc>
                <a:spcPct val="90000"/>
              </a:lnSpc>
              <a:buFont typeface="Monotype Sorts"/>
              <a:buNone/>
            </a:pPr>
            <a:endParaRPr lang="en-US" altLang="en-US" sz="3150" dirty="0">
              <a:solidFill>
                <a:srgbClr val="FF0000"/>
              </a:solidFill>
              <a:cs typeface="Times New Roman" panose="02020603050405020304" pitchFamily="18" charset="0"/>
            </a:endParaRPr>
          </a:p>
          <a:p>
            <a:pPr>
              <a:lnSpc>
                <a:spcPct val="90000"/>
              </a:lnSpc>
              <a:buFont typeface="Monotype Sorts"/>
              <a:buNone/>
            </a:pPr>
            <a:r>
              <a:rPr lang="en-US" altLang="en-US" sz="3150" dirty="0">
                <a:cs typeface="Courier New" panose="02070309020205020404" pitchFamily="49" charset="0"/>
              </a:rPr>
              <a:t>UTF-8 is a coding scheme that allows systems to operate with both ASCII and Unicode efficiently. Most operating systems use ASCII. Java uses Unicode. The ASCII character set is a subset of the Unicode character set. Since most applications need only the ASCII character set, it is a waste to represent an 8-bit ASCII character as a 16-bit Unicode character. The UTF-8 is an alternative scheme that stores a character using 1, 2, or 3 bytes. ASCII values (less than 0x7F) are coded in one byte. Unicode values less than 0x7FF are coded in two bytes. Other Unicode values are coded in three bytes. </a:t>
            </a: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87775FEC-0F4C-2B09-50C2-DC3F9BAC353C}"/>
              </a:ext>
            </a:extLst>
          </p:cNvPr>
          <p:cNvSpPr>
            <a:spLocks noGrp="1" noChangeArrowheads="1"/>
          </p:cNvSpPr>
          <p:nvPr>
            <p:ph type="title"/>
          </p:nvPr>
        </p:nvSpPr>
        <p:spPr>
          <a:xfrm>
            <a:off x="1039812" y="300037"/>
            <a:ext cx="11601450" cy="975122"/>
          </a:xfrm>
        </p:spPr>
        <p:txBody>
          <a:bodyPr/>
          <a:lstStyle/>
          <a:p>
            <a:pPr algn="ctr"/>
            <a:r>
              <a:rPr lang="en-US" altLang="en-US" sz="4000" b="1" dirty="0">
                <a:cs typeface="Courier New" panose="02070309020205020404" pitchFamily="49" charset="0"/>
              </a:rPr>
              <a:t>Using </a:t>
            </a:r>
            <a:r>
              <a:rPr lang="en-US" altLang="en-US" sz="4000" b="1" u="sng" dirty="0" err="1">
                <a:cs typeface="Courier New" panose="02070309020205020404" pitchFamily="49" charset="0"/>
              </a:rPr>
              <a:t>DataInputStream</a:t>
            </a:r>
            <a:r>
              <a:rPr lang="en-US" altLang="en-US" sz="4000" b="1" dirty="0">
                <a:cs typeface="Courier New" panose="02070309020205020404" pitchFamily="49" charset="0"/>
              </a:rPr>
              <a:t>/</a:t>
            </a:r>
            <a:r>
              <a:rPr lang="en-US" altLang="en-US" sz="4000" b="1" u="sng" dirty="0" err="1">
                <a:cs typeface="Courier New" panose="02070309020205020404" pitchFamily="49" charset="0"/>
              </a:rPr>
              <a:t>DataOutputStream</a:t>
            </a:r>
            <a:r>
              <a:rPr lang="en-US" altLang="en-US" sz="4000" b="1" dirty="0">
                <a:cs typeface="Courier New" panose="02070309020205020404" pitchFamily="49" charset="0"/>
              </a:rPr>
              <a:t> </a:t>
            </a:r>
          </a:p>
        </p:txBody>
      </p:sp>
      <p:sp>
        <p:nvSpPr>
          <p:cNvPr id="21508" name="Rectangle 3">
            <a:extLst>
              <a:ext uri="{FF2B5EF4-FFF2-40B4-BE49-F238E27FC236}">
                <a16:creationId xmlns:a16="http://schemas.microsoft.com/office/drawing/2014/main" id="{2DE3EC15-46B5-396A-D589-1415F5832BF5}"/>
              </a:ext>
            </a:extLst>
          </p:cNvPr>
          <p:cNvSpPr>
            <a:spLocks noGrp="1" noChangeArrowheads="1"/>
          </p:cNvSpPr>
          <p:nvPr>
            <p:ph type="body" idx="1"/>
          </p:nvPr>
        </p:nvSpPr>
        <p:spPr>
          <a:xfrm>
            <a:off x="1039812" y="1500187"/>
            <a:ext cx="11601450" cy="5600700"/>
          </a:xfrm>
        </p:spPr>
        <p:txBody>
          <a:bodyPr/>
          <a:lstStyle/>
          <a:p>
            <a:pPr marL="0" indent="0">
              <a:lnSpc>
                <a:spcPct val="90000"/>
              </a:lnSpc>
              <a:buNone/>
            </a:pPr>
            <a:r>
              <a:rPr lang="en-US" altLang="en-US" sz="3150" dirty="0">
                <a:cs typeface="Courier New" panose="02070309020205020404" pitchFamily="49" charset="0"/>
              </a:rPr>
              <a:t>Data streams are used as wrappers on existing input and output streams to filter data in the original stream. They are created using the following constructors:</a:t>
            </a:r>
            <a:endParaRPr lang="en-US" altLang="en-US" sz="3150" dirty="0">
              <a:cs typeface="Times New Roman" panose="02020603050405020304" pitchFamily="18" charset="0"/>
            </a:endParaRPr>
          </a:p>
          <a:p>
            <a:pPr lvl="1">
              <a:lnSpc>
                <a:spcPct val="90000"/>
              </a:lnSpc>
              <a:buFontTx/>
              <a:buNone/>
            </a:pPr>
            <a:r>
              <a:rPr lang="en-US" altLang="en-US" sz="2625" dirty="0">
                <a:cs typeface="Courier New" panose="02070309020205020404" pitchFamily="49" charset="0"/>
              </a:rPr>
              <a:t>public </a:t>
            </a:r>
            <a:r>
              <a:rPr lang="en-US" altLang="en-US" sz="2625" dirty="0" err="1">
                <a:cs typeface="Courier New" panose="02070309020205020404" pitchFamily="49" charset="0"/>
              </a:rPr>
              <a:t>DataInputStream</a:t>
            </a:r>
            <a:r>
              <a:rPr lang="en-US" altLang="en-US" sz="2625" dirty="0">
                <a:cs typeface="Courier New" panose="02070309020205020404" pitchFamily="49" charset="0"/>
              </a:rPr>
              <a:t>(</a:t>
            </a:r>
            <a:r>
              <a:rPr lang="en-US" altLang="en-US" sz="2625" dirty="0" err="1">
                <a:cs typeface="Courier New" panose="02070309020205020404" pitchFamily="49" charset="0"/>
              </a:rPr>
              <a:t>InputStream</a:t>
            </a:r>
            <a:r>
              <a:rPr lang="en-US" altLang="en-US" sz="2625" dirty="0">
                <a:cs typeface="Courier New" panose="02070309020205020404" pitchFamily="49" charset="0"/>
              </a:rPr>
              <a:t> instream)</a:t>
            </a:r>
            <a:endParaRPr lang="en-US" altLang="en-US" sz="2625" dirty="0">
              <a:cs typeface="Times New Roman" panose="02020603050405020304" pitchFamily="18" charset="0"/>
            </a:endParaRPr>
          </a:p>
          <a:p>
            <a:pPr lvl="1">
              <a:lnSpc>
                <a:spcPct val="90000"/>
              </a:lnSpc>
              <a:buFontTx/>
              <a:buNone/>
            </a:pPr>
            <a:r>
              <a:rPr lang="en-US" altLang="en-US" sz="2625" dirty="0">
                <a:cs typeface="Courier New" panose="02070309020205020404" pitchFamily="49" charset="0"/>
              </a:rPr>
              <a:t>public </a:t>
            </a:r>
            <a:r>
              <a:rPr lang="en-US" altLang="en-US" sz="2625" dirty="0" err="1">
                <a:cs typeface="Courier New" panose="02070309020205020404" pitchFamily="49" charset="0"/>
              </a:rPr>
              <a:t>DataOutputStream</a:t>
            </a:r>
            <a:r>
              <a:rPr lang="en-US" altLang="en-US" sz="2625" dirty="0">
                <a:cs typeface="Courier New" panose="02070309020205020404" pitchFamily="49" charset="0"/>
              </a:rPr>
              <a:t>(</a:t>
            </a:r>
            <a:r>
              <a:rPr lang="en-US" altLang="en-US" sz="2625" dirty="0" err="1">
                <a:cs typeface="Courier New" panose="02070309020205020404" pitchFamily="49" charset="0"/>
              </a:rPr>
              <a:t>OutputStream</a:t>
            </a:r>
            <a:r>
              <a:rPr lang="en-US" altLang="en-US" sz="2625" dirty="0">
                <a:cs typeface="Courier New" panose="02070309020205020404" pitchFamily="49" charset="0"/>
              </a:rPr>
              <a:t> outstream)</a:t>
            </a:r>
            <a:endParaRPr lang="en-US" altLang="en-US" sz="2625" dirty="0">
              <a:cs typeface="Times New Roman" panose="02020603050405020304" pitchFamily="18" charset="0"/>
            </a:endParaRPr>
          </a:p>
          <a:p>
            <a:pPr marL="0" indent="0">
              <a:lnSpc>
                <a:spcPct val="90000"/>
              </a:lnSpc>
              <a:buNone/>
            </a:pPr>
            <a:r>
              <a:rPr lang="en-US" altLang="en-US" sz="3150" dirty="0">
                <a:cs typeface="Courier New" panose="02070309020205020404" pitchFamily="49" charset="0"/>
              </a:rPr>
              <a:t> </a:t>
            </a:r>
            <a:endParaRPr lang="en-US" altLang="en-US" sz="3150" dirty="0">
              <a:cs typeface="Times New Roman" panose="02020603050405020304" pitchFamily="18" charset="0"/>
            </a:endParaRPr>
          </a:p>
          <a:p>
            <a:pPr marL="0" indent="0">
              <a:lnSpc>
                <a:spcPct val="90000"/>
              </a:lnSpc>
              <a:buNone/>
            </a:pPr>
            <a:r>
              <a:rPr lang="en-US" altLang="en-US" sz="3150" dirty="0">
                <a:cs typeface="Courier New" panose="02070309020205020404" pitchFamily="49" charset="0"/>
              </a:rPr>
              <a:t>The statements given below create data streams. The first statement creates an input stream for file </a:t>
            </a:r>
            <a:r>
              <a:rPr lang="en-US" altLang="en-US" sz="3150" b="1" dirty="0">
                <a:cs typeface="Courier New" panose="02070309020205020404" pitchFamily="49" charset="0"/>
              </a:rPr>
              <a:t>in.dat</a:t>
            </a:r>
            <a:r>
              <a:rPr lang="en-US" altLang="en-US" sz="3150" dirty="0">
                <a:cs typeface="Courier New" panose="02070309020205020404" pitchFamily="49" charset="0"/>
              </a:rPr>
              <a:t>; the second statement creates an output stream for file </a:t>
            </a:r>
            <a:r>
              <a:rPr lang="en-US" altLang="en-US" sz="3150" b="1" dirty="0">
                <a:cs typeface="Courier New" panose="02070309020205020404" pitchFamily="49" charset="0"/>
              </a:rPr>
              <a:t>out.dat</a:t>
            </a:r>
            <a:r>
              <a:rPr lang="en-US" altLang="en-US" sz="3150" dirty="0">
                <a:cs typeface="Courier New" panose="02070309020205020404" pitchFamily="49" charset="0"/>
              </a:rPr>
              <a:t>.</a:t>
            </a:r>
            <a:endParaRPr lang="en-US" altLang="en-US" sz="3150" dirty="0">
              <a:cs typeface="Times New Roman" panose="02020603050405020304" pitchFamily="18" charset="0"/>
            </a:endParaRPr>
          </a:p>
          <a:p>
            <a:pPr lvl="1">
              <a:lnSpc>
                <a:spcPct val="90000"/>
              </a:lnSpc>
              <a:buFontTx/>
              <a:buNone/>
            </a:pPr>
            <a:r>
              <a:rPr lang="en-US" altLang="en-US" sz="2625" dirty="0" err="1">
                <a:cs typeface="Courier New" panose="02070309020205020404" pitchFamily="49" charset="0"/>
              </a:rPr>
              <a:t>DataInputStream</a:t>
            </a:r>
            <a:r>
              <a:rPr lang="en-US" altLang="en-US" sz="2625" dirty="0">
                <a:cs typeface="Courier New" panose="02070309020205020404" pitchFamily="49" charset="0"/>
              </a:rPr>
              <a:t> </a:t>
            </a:r>
            <a:r>
              <a:rPr lang="en-US" altLang="en-US" sz="2625" dirty="0" err="1">
                <a:cs typeface="Courier New" panose="02070309020205020404" pitchFamily="49" charset="0"/>
              </a:rPr>
              <a:t>infile</a:t>
            </a:r>
            <a:r>
              <a:rPr lang="en-US" altLang="en-US" sz="2625" dirty="0">
                <a:cs typeface="Courier New" panose="02070309020205020404" pitchFamily="49" charset="0"/>
              </a:rPr>
              <a:t> =</a:t>
            </a:r>
            <a:endParaRPr lang="en-US" altLang="en-US" sz="2625" dirty="0">
              <a:cs typeface="Times New Roman" panose="02020603050405020304" pitchFamily="18" charset="0"/>
            </a:endParaRPr>
          </a:p>
          <a:p>
            <a:pPr lvl="1">
              <a:lnSpc>
                <a:spcPct val="90000"/>
              </a:lnSpc>
              <a:buFontTx/>
              <a:buNone/>
            </a:pPr>
            <a:r>
              <a:rPr lang="en-US" altLang="en-US" sz="2625" dirty="0">
                <a:cs typeface="Courier New" panose="02070309020205020404" pitchFamily="49" charset="0"/>
              </a:rPr>
              <a:t>  new </a:t>
            </a:r>
            <a:r>
              <a:rPr lang="en-US" altLang="en-US" sz="2625" dirty="0" err="1">
                <a:cs typeface="Courier New" panose="02070309020205020404" pitchFamily="49" charset="0"/>
              </a:rPr>
              <a:t>DataInputStream</a:t>
            </a:r>
            <a:r>
              <a:rPr lang="en-US" altLang="en-US" sz="2625" dirty="0">
                <a:cs typeface="Courier New" panose="02070309020205020404" pitchFamily="49" charset="0"/>
              </a:rPr>
              <a:t>(new </a:t>
            </a:r>
            <a:r>
              <a:rPr lang="en-US" altLang="en-US" sz="2625" dirty="0" err="1">
                <a:cs typeface="Courier New" panose="02070309020205020404" pitchFamily="49" charset="0"/>
              </a:rPr>
              <a:t>FileInputStream</a:t>
            </a:r>
            <a:r>
              <a:rPr lang="en-US" altLang="en-US" sz="2625" dirty="0">
                <a:cs typeface="Courier New" panose="02070309020205020404" pitchFamily="49" charset="0"/>
              </a:rPr>
              <a:t>("in.dat"));</a:t>
            </a:r>
            <a:endParaRPr lang="en-US" altLang="en-US" sz="2625" dirty="0">
              <a:cs typeface="Times New Roman" panose="02020603050405020304" pitchFamily="18" charset="0"/>
            </a:endParaRPr>
          </a:p>
          <a:p>
            <a:pPr lvl="1">
              <a:lnSpc>
                <a:spcPct val="90000"/>
              </a:lnSpc>
              <a:buFontTx/>
              <a:buNone/>
            </a:pPr>
            <a:r>
              <a:rPr lang="en-US" altLang="en-US" sz="2625" dirty="0" err="1">
                <a:cs typeface="Courier New" panose="02070309020205020404" pitchFamily="49" charset="0"/>
              </a:rPr>
              <a:t>DataOutputStream</a:t>
            </a:r>
            <a:r>
              <a:rPr lang="en-US" altLang="en-US" sz="2625" dirty="0">
                <a:cs typeface="Courier New" panose="02070309020205020404" pitchFamily="49" charset="0"/>
              </a:rPr>
              <a:t> </a:t>
            </a:r>
            <a:r>
              <a:rPr lang="en-US" altLang="en-US" sz="2625" dirty="0" err="1">
                <a:cs typeface="Courier New" panose="02070309020205020404" pitchFamily="49" charset="0"/>
              </a:rPr>
              <a:t>outfile</a:t>
            </a:r>
            <a:r>
              <a:rPr lang="en-US" altLang="en-US" sz="2625" dirty="0">
                <a:cs typeface="Courier New" panose="02070309020205020404" pitchFamily="49" charset="0"/>
              </a:rPr>
              <a:t> =</a:t>
            </a:r>
            <a:endParaRPr lang="en-US" altLang="en-US" sz="2625" dirty="0">
              <a:cs typeface="Times New Roman" panose="02020603050405020304" pitchFamily="18" charset="0"/>
            </a:endParaRPr>
          </a:p>
          <a:p>
            <a:pPr lvl="1">
              <a:lnSpc>
                <a:spcPct val="90000"/>
              </a:lnSpc>
              <a:buFontTx/>
              <a:buNone/>
            </a:pPr>
            <a:r>
              <a:rPr lang="en-US" altLang="en-US" sz="2625" dirty="0">
                <a:cs typeface="Courier New" panose="02070309020205020404" pitchFamily="49" charset="0"/>
              </a:rPr>
              <a:t>  new </a:t>
            </a:r>
            <a:r>
              <a:rPr lang="en-US" altLang="en-US" sz="2625" dirty="0" err="1">
                <a:cs typeface="Courier New" panose="02070309020205020404" pitchFamily="49" charset="0"/>
              </a:rPr>
              <a:t>DataOutputStream</a:t>
            </a:r>
            <a:r>
              <a:rPr lang="en-US" altLang="en-US" sz="2625" dirty="0">
                <a:cs typeface="Courier New" panose="02070309020205020404" pitchFamily="49" charset="0"/>
              </a:rPr>
              <a:t>(new </a:t>
            </a:r>
            <a:r>
              <a:rPr lang="en-US" altLang="en-US" sz="2625" dirty="0" err="1">
                <a:cs typeface="Courier New" panose="02070309020205020404" pitchFamily="49" charset="0"/>
              </a:rPr>
              <a:t>FileOutputStream</a:t>
            </a:r>
            <a:r>
              <a:rPr lang="en-US" altLang="en-US" sz="2625" dirty="0">
                <a:cs typeface="Courier New" panose="02070309020205020404" pitchFamily="49" charset="0"/>
              </a:rPr>
              <a:t>("out.dat"));</a:t>
            </a:r>
          </a:p>
        </p:txBody>
      </p:sp>
      <p:sp>
        <p:nvSpPr>
          <p:cNvPr id="21509" name="Rectangle 4">
            <a:extLst>
              <a:ext uri="{FF2B5EF4-FFF2-40B4-BE49-F238E27FC236}">
                <a16:creationId xmlns:a16="http://schemas.microsoft.com/office/drawing/2014/main" id="{DB5D8195-B547-8A7B-5343-0068176D10D3}"/>
              </a:ext>
            </a:extLst>
          </p:cNvPr>
          <p:cNvSpPr>
            <a:spLocks noChangeArrowheads="1"/>
          </p:cNvSpPr>
          <p:nvPr/>
        </p:nvSpPr>
        <p:spPr bwMode="auto">
          <a:xfrm>
            <a:off x="3033812" y="3231655"/>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21510" name="Rectangle 9">
            <a:hlinkClick r:id="rId2"/>
            <a:extLst>
              <a:ext uri="{FF2B5EF4-FFF2-40B4-BE49-F238E27FC236}">
                <a16:creationId xmlns:a16="http://schemas.microsoft.com/office/drawing/2014/main" id="{5F36CA4D-670C-F90E-9FCA-05528877116A}"/>
              </a:ext>
            </a:extLst>
          </p:cNvPr>
          <p:cNvSpPr>
            <a:spLocks noChangeArrowheads="1"/>
          </p:cNvSpPr>
          <p:nvPr/>
        </p:nvSpPr>
        <p:spPr bwMode="auto">
          <a:xfrm>
            <a:off x="7557293" y="7700962"/>
            <a:ext cx="3050381"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TestDataStream</a:t>
            </a:r>
          </a:p>
        </p:txBody>
      </p:sp>
      <p:sp>
        <p:nvSpPr>
          <p:cNvPr id="21511" name="AutoShape 10">
            <a:hlinkClick r:id="rId3" action="ppaction://program" highlightClick="1"/>
            <a:extLst>
              <a:ext uri="{FF2B5EF4-FFF2-40B4-BE49-F238E27FC236}">
                <a16:creationId xmlns:a16="http://schemas.microsoft.com/office/drawing/2014/main" id="{D952FC5A-0A4E-2B0F-1C91-9B77C18CFF9C}"/>
              </a:ext>
            </a:extLst>
          </p:cNvPr>
          <p:cNvSpPr>
            <a:spLocks noChangeArrowheads="1"/>
          </p:cNvSpPr>
          <p:nvPr/>
        </p:nvSpPr>
        <p:spPr bwMode="auto">
          <a:xfrm>
            <a:off x="10741025" y="7700962"/>
            <a:ext cx="916781"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F369BFAB-C53D-D617-45D0-9197F7E09A91}"/>
              </a:ext>
            </a:extLst>
          </p:cNvPr>
          <p:cNvSpPr>
            <a:spLocks noGrp="1" noChangeArrowheads="1"/>
          </p:cNvSpPr>
          <p:nvPr>
            <p:ph type="title"/>
          </p:nvPr>
        </p:nvSpPr>
        <p:spPr>
          <a:xfrm>
            <a:off x="1139825" y="300037"/>
            <a:ext cx="11647488" cy="1900238"/>
          </a:xfrm>
        </p:spPr>
        <p:txBody>
          <a:bodyPr/>
          <a:lstStyle/>
          <a:p>
            <a:pPr algn="ctr"/>
            <a:r>
              <a:rPr lang="en-US" altLang="en-US" b="1" dirty="0"/>
              <a:t>Concept of pipe line</a:t>
            </a:r>
          </a:p>
        </p:txBody>
      </p:sp>
      <p:graphicFrame>
        <p:nvGraphicFramePr>
          <p:cNvPr id="22532" name="Object 4">
            <a:extLst>
              <a:ext uri="{FF2B5EF4-FFF2-40B4-BE49-F238E27FC236}">
                <a16:creationId xmlns:a16="http://schemas.microsoft.com/office/drawing/2014/main" id="{F2EE7ECB-D404-FC61-75CB-5E2EC8E76BBC}"/>
              </a:ext>
            </a:extLst>
          </p:cNvPr>
          <p:cNvGraphicFramePr>
            <a:graphicFrameLocks noChangeAspect="1"/>
          </p:cNvGraphicFramePr>
          <p:nvPr/>
        </p:nvGraphicFramePr>
        <p:xfrm>
          <a:off x="1239837" y="2600325"/>
          <a:ext cx="11201400" cy="4285953"/>
        </p:xfrm>
        <a:graphic>
          <a:graphicData uri="http://schemas.openxmlformats.org/presentationml/2006/ole">
            <mc:AlternateContent xmlns:mc="http://schemas.openxmlformats.org/markup-compatibility/2006">
              <mc:Choice xmlns:v="urn:schemas-microsoft-com:vml" Requires="v">
                <p:oleObj name="Picture" r:id="rId2" imgW="4635500" imgH="1778000" progId="Word.Picture.8">
                  <p:embed/>
                </p:oleObj>
              </mc:Choice>
              <mc:Fallback>
                <p:oleObj name="Picture" r:id="rId2" imgW="4635500" imgH="1778000" progId="Word.Picture.8">
                  <p:embed/>
                  <p:pic>
                    <p:nvPicPr>
                      <p:cNvPr id="22532" name="Object 4">
                        <a:extLst>
                          <a:ext uri="{FF2B5EF4-FFF2-40B4-BE49-F238E27FC236}">
                            <a16:creationId xmlns:a16="http://schemas.microsoft.com/office/drawing/2014/main" id="{F2EE7ECB-D404-FC61-75CB-5E2EC8E76B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7" y="2600325"/>
                        <a:ext cx="11201400" cy="4285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FFD715F6-917B-CC16-52FA-06D66ABBCF2F}"/>
              </a:ext>
            </a:extLst>
          </p:cNvPr>
          <p:cNvSpPr>
            <a:spLocks noGrp="1" noChangeArrowheads="1"/>
          </p:cNvSpPr>
          <p:nvPr>
            <p:ph type="title"/>
          </p:nvPr>
        </p:nvSpPr>
        <p:spPr>
          <a:xfrm>
            <a:off x="1239837" y="4300537"/>
            <a:ext cx="11601450" cy="975122"/>
          </a:xfrm>
        </p:spPr>
        <p:txBody>
          <a:bodyPr/>
          <a:lstStyle/>
          <a:p>
            <a:r>
              <a:rPr lang="en-US" altLang="en-US" sz="4725">
                <a:cs typeface="Courier New" panose="02070309020205020404" pitchFamily="49" charset="0"/>
              </a:rPr>
              <a:t>Checking End of File</a:t>
            </a:r>
          </a:p>
        </p:txBody>
      </p:sp>
      <p:sp>
        <p:nvSpPr>
          <p:cNvPr id="23556" name="Rectangle 3">
            <a:extLst>
              <a:ext uri="{FF2B5EF4-FFF2-40B4-BE49-F238E27FC236}">
                <a16:creationId xmlns:a16="http://schemas.microsoft.com/office/drawing/2014/main" id="{9BBFB5D7-4106-8927-D9D7-6CAA722D0846}"/>
              </a:ext>
            </a:extLst>
          </p:cNvPr>
          <p:cNvSpPr>
            <a:spLocks noGrp="1" noChangeArrowheads="1"/>
          </p:cNvSpPr>
          <p:nvPr>
            <p:ph type="body" idx="1"/>
          </p:nvPr>
        </p:nvSpPr>
        <p:spPr>
          <a:xfrm>
            <a:off x="1239837" y="5500687"/>
            <a:ext cx="11601450" cy="2000250"/>
          </a:xfrm>
        </p:spPr>
        <p:txBody>
          <a:bodyPr/>
          <a:lstStyle/>
          <a:p>
            <a:pPr marL="0" indent="0">
              <a:lnSpc>
                <a:spcPct val="90000"/>
              </a:lnSpc>
              <a:buNone/>
            </a:pPr>
            <a:r>
              <a:rPr lang="en-US" altLang="en-US" sz="3150">
                <a:cs typeface="Courier New" panose="02070309020205020404" pitchFamily="49" charset="0"/>
              </a:rPr>
              <a:t>TIP: If you keep reading data at the end of a stream, an </a:t>
            </a:r>
            <a:r>
              <a:rPr lang="en-US" altLang="en-US" sz="3150" u="sng">
                <a:cs typeface="Courier New" panose="02070309020205020404" pitchFamily="49" charset="0"/>
              </a:rPr>
              <a:t>EOFException</a:t>
            </a:r>
            <a:r>
              <a:rPr lang="en-US" altLang="en-US" sz="3150">
                <a:cs typeface="Courier New" panose="02070309020205020404" pitchFamily="49" charset="0"/>
              </a:rPr>
              <a:t> would occur. So how do you check the end of a file? You can use </a:t>
            </a:r>
            <a:r>
              <a:rPr lang="en-US" altLang="en-US" sz="3150" u="sng">
                <a:cs typeface="Courier New" panose="02070309020205020404" pitchFamily="49" charset="0"/>
              </a:rPr>
              <a:t>input.available()</a:t>
            </a:r>
            <a:r>
              <a:rPr lang="en-US" altLang="en-US" sz="3150">
                <a:cs typeface="Courier New" panose="02070309020205020404" pitchFamily="49" charset="0"/>
              </a:rPr>
              <a:t> to check it. </a:t>
            </a:r>
            <a:r>
              <a:rPr lang="en-US" altLang="en-US" sz="3150" u="sng">
                <a:cs typeface="Courier New" panose="02070309020205020404" pitchFamily="49" charset="0"/>
              </a:rPr>
              <a:t>input.available() == 0</a:t>
            </a:r>
            <a:r>
              <a:rPr lang="en-US" altLang="en-US" sz="3150">
                <a:cs typeface="Courier New" panose="02070309020205020404" pitchFamily="49" charset="0"/>
              </a:rPr>
              <a:t> indicates that it is the end of a file.</a:t>
            </a:r>
          </a:p>
        </p:txBody>
      </p:sp>
      <p:sp>
        <p:nvSpPr>
          <p:cNvPr id="23557" name="Rectangle 4">
            <a:extLst>
              <a:ext uri="{FF2B5EF4-FFF2-40B4-BE49-F238E27FC236}">
                <a16:creationId xmlns:a16="http://schemas.microsoft.com/office/drawing/2014/main" id="{BB6419C2-27B6-B489-FD2E-78B13080DAEB}"/>
              </a:ext>
            </a:extLst>
          </p:cNvPr>
          <p:cNvSpPr>
            <a:spLocks noChangeArrowheads="1"/>
          </p:cNvSpPr>
          <p:nvPr/>
        </p:nvSpPr>
        <p:spPr bwMode="auto">
          <a:xfrm>
            <a:off x="3033812" y="3231655"/>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23558" name="Rectangle 7">
            <a:extLst>
              <a:ext uri="{FF2B5EF4-FFF2-40B4-BE49-F238E27FC236}">
                <a16:creationId xmlns:a16="http://schemas.microsoft.com/office/drawing/2014/main" id="{92320D76-BF67-D839-DD08-E71B07452FA3}"/>
              </a:ext>
            </a:extLst>
          </p:cNvPr>
          <p:cNvSpPr>
            <a:spLocks noChangeArrowheads="1"/>
          </p:cNvSpPr>
          <p:nvPr/>
        </p:nvSpPr>
        <p:spPr bwMode="auto">
          <a:xfrm>
            <a:off x="1039812" y="800099"/>
            <a:ext cx="11601450" cy="975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4725" b="1" dirty="0">
                <a:solidFill>
                  <a:schemeClr val="tx2"/>
                </a:solidFill>
                <a:cs typeface="Courier New" panose="02070309020205020404" pitchFamily="49" charset="0"/>
              </a:rPr>
              <a:t>Order and Format</a:t>
            </a:r>
          </a:p>
        </p:txBody>
      </p:sp>
      <p:sp>
        <p:nvSpPr>
          <p:cNvPr id="23559" name="Rectangle 8">
            <a:extLst>
              <a:ext uri="{FF2B5EF4-FFF2-40B4-BE49-F238E27FC236}">
                <a16:creationId xmlns:a16="http://schemas.microsoft.com/office/drawing/2014/main" id="{15E5D971-4675-DF43-6CC5-971107446F19}"/>
              </a:ext>
            </a:extLst>
          </p:cNvPr>
          <p:cNvSpPr>
            <a:spLocks noChangeArrowheads="1"/>
          </p:cNvSpPr>
          <p:nvPr/>
        </p:nvSpPr>
        <p:spPr bwMode="auto">
          <a:xfrm>
            <a:off x="1039812" y="2000250"/>
            <a:ext cx="11601450"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3150">
                <a:cs typeface="Courier New" panose="02070309020205020404" pitchFamily="49" charset="0"/>
              </a:rPr>
              <a:t>CAUTION: You have to read the data in the same order and same format in which they are stored. For example, since names are written in UTF-8 using </a:t>
            </a:r>
            <a:r>
              <a:rPr lang="en-US" altLang="en-US" sz="3150" u="sng">
                <a:cs typeface="Courier New" panose="02070309020205020404" pitchFamily="49" charset="0"/>
              </a:rPr>
              <a:t>writeUTF</a:t>
            </a:r>
            <a:r>
              <a:rPr lang="en-US" altLang="en-US" sz="3150">
                <a:cs typeface="Courier New" panose="02070309020205020404" pitchFamily="49" charset="0"/>
              </a:rPr>
              <a:t>, you must read names using </a:t>
            </a:r>
            <a:r>
              <a:rPr lang="en-US" altLang="en-US" sz="3150" u="sng">
                <a:cs typeface="Courier New" panose="02070309020205020404" pitchFamily="49" charset="0"/>
              </a:rPr>
              <a:t>readUTF</a:t>
            </a:r>
            <a:r>
              <a:rPr lang="en-US" altLang="en-US" sz="3150">
                <a:cs typeface="Courier New" panose="02070309020205020404" pitchFamily="49" charset="0"/>
              </a:rPr>
              <a:t>. </a:t>
            </a: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2321F015-13CB-1FD9-94D9-19A8D0C6C6AC}"/>
              </a:ext>
            </a:extLst>
          </p:cNvPr>
          <p:cNvSpPr>
            <a:spLocks noGrp="1" noChangeArrowheads="1"/>
          </p:cNvSpPr>
          <p:nvPr>
            <p:ph type="title"/>
          </p:nvPr>
        </p:nvSpPr>
        <p:spPr>
          <a:xfrm>
            <a:off x="1139825" y="300037"/>
            <a:ext cx="12304713" cy="1900238"/>
          </a:xfrm>
        </p:spPr>
        <p:txBody>
          <a:bodyPr/>
          <a:lstStyle/>
          <a:p>
            <a:pPr algn="ctr"/>
            <a:r>
              <a:rPr lang="en-US" altLang="en-US" sz="4000" b="1" dirty="0" err="1"/>
              <a:t>BufferedInputStream</a:t>
            </a:r>
            <a:r>
              <a:rPr lang="en-US" altLang="en-US" sz="4000" b="1" dirty="0"/>
              <a:t>/</a:t>
            </a:r>
            <a:r>
              <a:rPr lang="en-US" altLang="en-US" sz="4000" b="1" dirty="0" err="1"/>
              <a:t>BufferedOutputStream</a:t>
            </a:r>
            <a:endParaRPr lang="en-US" altLang="en-US" sz="4000" b="1" dirty="0"/>
          </a:p>
        </p:txBody>
      </p:sp>
      <p:sp>
        <p:nvSpPr>
          <p:cNvPr id="24580" name="Rectangle 3">
            <a:extLst>
              <a:ext uri="{FF2B5EF4-FFF2-40B4-BE49-F238E27FC236}">
                <a16:creationId xmlns:a16="http://schemas.microsoft.com/office/drawing/2014/main" id="{4672E3A4-B2CE-F01F-13C3-CB7C8306819E}"/>
              </a:ext>
            </a:extLst>
          </p:cNvPr>
          <p:cNvSpPr>
            <a:spLocks noGrp="1" noChangeArrowheads="1"/>
          </p:cNvSpPr>
          <p:nvPr>
            <p:ph type="body" idx="1"/>
          </p:nvPr>
        </p:nvSpPr>
        <p:spPr>
          <a:xfrm>
            <a:off x="8040687" y="1800225"/>
            <a:ext cx="4200525" cy="600075"/>
          </a:xfrm>
        </p:spPr>
        <p:txBody>
          <a:bodyPr/>
          <a:lstStyle/>
          <a:p>
            <a:pPr marL="0" indent="0">
              <a:buNone/>
            </a:pPr>
            <a:r>
              <a:rPr lang="en-US" altLang="en-US" sz="2625" dirty="0">
                <a:cs typeface="Courier New" panose="02070309020205020404" pitchFamily="49" charset="0"/>
              </a:rPr>
              <a:t>Using buffers to speed up I/O </a:t>
            </a:r>
          </a:p>
        </p:txBody>
      </p:sp>
      <p:graphicFrame>
        <p:nvGraphicFramePr>
          <p:cNvPr id="24581" name="Object 4">
            <a:extLst>
              <a:ext uri="{FF2B5EF4-FFF2-40B4-BE49-F238E27FC236}">
                <a16:creationId xmlns:a16="http://schemas.microsoft.com/office/drawing/2014/main" id="{2DD38544-0E98-B354-E02C-144F4EA809B0}"/>
              </a:ext>
            </a:extLst>
          </p:cNvPr>
          <p:cNvGraphicFramePr>
            <a:graphicFrameLocks noChangeAspect="1"/>
          </p:cNvGraphicFramePr>
          <p:nvPr/>
        </p:nvGraphicFramePr>
        <p:xfrm>
          <a:off x="1239837" y="2600325"/>
          <a:ext cx="11201400" cy="4285953"/>
        </p:xfrm>
        <a:graphic>
          <a:graphicData uri="http://schemas.openxmlformats.org/presentationml/2006/ole">
            <mc:AlternateContent xmlns:mc="http://schemas.openxmlformats.org/markup-compatibility/2006">
              <mc:Choice xmlns:v="urn:schemas-microsoft-com:vml" Requires="v">
                <p:oleObj name="Picture" r:id="rId2" imgW="4629912" imgH="1772412" progId="Word.Picture.8">
                  <p:embed/>
                </p:oleObj>
              </mc:Choice>
              <mc:Fallback>
                <p:oleObj name="Picture" r:id="rId2" imgW="4629912" imgH="1772412" progId="Word.Picture.8">
                  <p:embed/>
                  <p:pic>
                    <p:nvPicPr>
                      <p:cNvPr id="24581" name="Object 4">
                        <a:extLst>
                          <a:ext uri="{FF2B5EF4-FFF2-40B4-BE49-F238E27FC236}">
                            <a16:creationId xmlns:a16="http://schemas.microsoft.com/office/drawing/2014/main" id="{2DD38544-0E98-B354-E02C-144F4EA80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7" y="2600325"/>
                        <a:ext cx="11201400" cy="4285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2" name="Line 5">
            <a:extLst>
              <a:ext uri="{FF2B5EF4-FFF2-40B4-BE49-F238E27FC236}">
                <a16:creationId xmlns:a16="http://schemas.microsoft.com/office/drawing/2014/main" id="{AF554A17-5FD8-FA4A-BC5C-92A3A747B790}"/>
              </a:ext>
            </a:extLst>
          </p:cNvPr>
          <p:cNvSpPr>
            <a:spLocks noChangeShapeType="1"/>
          </p:cNvSpPr>
          <p:nvPr/>
        </p:nvSpPr>
        <p:spPr bwMode="auto">
          <a:xfrm flipH="1">
            <a:off x="9540875" y="2300287"/>
            <a:ext cx="400050" cy="1700213"/>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4583" name="Line 8">
            <a:extLst>
              <a:ext uri="{FF2B5EF4-FFF2-40B4-BE49-F238E27FC236}">
                <a16:creationId xmlns:a16="http://schemas.microsoft.com/office/drawing/2014/main" id="{BDE484AC-695F-F174-1982-D3F932513762}"/>
              </a:ext>
            </a:extLst>
          </p:cNvPr>
          <p:cNvSpPr>
            <a:spLocks noChangeShapeType="1"/>
          </p:cNvSpPr>
          <p:nvPr/>
        </p:nvSpPr>
        <p:spPr bwMode="auto">
          <a:xfrm flipH="1">
            <a:off x="10240962" y="2300287"/>
            <a:ext cx="200025" cy="2700338"/>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4584" name="Rectangle 10">
            <a:extLst>
              <a:ext uri="{FF2B5EF4-FFF2-40B4-BE49-F238E27FC236}">
                <a16:creationId xmlns:a16="http://schemas.microsoft.com/office/drawing/2014/main" id="{D56604DC-75E6-342A-4923-72C0F8DEC0FA}"/>
              </a:ext>
            </a:extLst>
          </p:cNvPr>
          <p:cNvSpPr>
            <a:spLocks noChangeArrowheads="1"/>
          </p:cNvSpPr>
          <p:nvPr/>
        </p:nvSpPr>
        <p:spPr bwMode="auto">
          <a:xfrm>
            <a:off x="1239837" y="7000875"/>
            <a:ext cx="10301288"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625" u="sng">
                <a:cs typeface="Courier New" panose="02070309020205020404" pitchFamily="49" charset="0"/>
              </a:rPr>
              <a:t>BufferedInputStream</a:t>
            </a:r>
            <a:r>
              <a:rPr lang="en-US" altLang="en-US" sz="2625">
                <a:cs typeface="Courier New" panose="02070309020205020404" pitchFamily="49" charset="0"/>
              </a:rPr>
              <a:t>/</a:t>
            </a:r>
            <a:r>
              <a:rPr lang="en-US" altLang="en-US" sz="2625" u="sng">
                <a:cs typeface="Courier New" panose="02070309020205020404" pitchFamily="49" charset="0"/>
              </a:rPr>
              <a:t>BufferedOutputStream</a:t>
            </a:r>
            <a:r>
              <a:rPr lang="en-US" altLang="en-US" sz="2625">
                <a:cs typeface="Courier New" panose="02070309020205020404" pitchFamily="49" charset="0"/>
              </a:rPr>
              <a:t> does not contain new methods. All the methods </a:t>
            </a:r>
            <a:r>
              <a:rPr lang="en-US" altLang="en-US" sz="2625" u="sng">
                <a:cs typeface="Courier New" panose="02070309020205020404" pitchFamily="49" charset="0"/>
              </a:rPr>
              <a:t>BufferedInputStream</a:t>
            </a:r>
            <a:r>
              <a:rPr lang="en-US" altLang="en-US" sz="2625">
                <a:cs typeface="Courier New" panose="02070309020205020404" pitchFamily="49" charset="0"/>
              </a:rPr>
              <a:t>/</a:t>
            </a:r>
            <a:r>
              <a:rPr lang="en-US" altLang="en-US" sz="2625" u="sng">
                <a:cs typeface="Courier New" panose="02070309020205020404" pitchFamily="49" charset="0"/>
              </a:rPr>
              <a:t>BufferedOutputStream</a:t>
            </a:r>
            <a:r>
              <a:rPr lang="en-US" altLang="en-US" sz="2625">
                <a:cs typeface="Courier New" panose="02070309020205020404" pitchFamily="49" charset="0"/>
              </a:rPr>
              <a:t> are inherited from the </a:t>
            </a:r>
            <a:r>
              <a:rPr lang="en-US" altLang="en-US" sz="2625" u="sng">
                <a:cs typeface="Courier New" panose="02070309020205020404" pitchFamily="49" charset="0"/>
              </a:rPr>
              <a:t>InputStream</a:t>
            </a:r>
            <a:r>
              <a:rPr lang="en-US" altLang="en-US" sz="2625">
                <a:cs typeface="Courier New" panose="02070309020205020404" pitchFamily="49" charset="0"/>
              </a:rPr>
              <a:t>/</a:t>
            </a:r>
            <a:r>
              <a:rPr lang="en-US" altLang="en-US" sz="2625" u="sng">
                <a:cs typeface="Courier New" panose="02070309020205020404" pitchFamily="49" charset="0"/>
              </a:rPr>
              <a:t>OutputStream</a:t>
            </a:r>
            <a:r>
              <a:rPr lang="en-US" altLang="en-US" sz="2625">
                <a:cs typeface="Courier New" panose="02070309020205020404" pitchFamily="49" charset="0"/>
              </a:rPr>
              <a:t> classes.</a:t>
            </a:r>
            <a:r>
              <a:rPr lang="en-US" altLang="en-US" sz="2625">
                <a:latin typeface="Courier New" panose="02070309020205020404" pitchFamily="49" charset="0"/>
                <a:cs typeface="Courier New" panose="02070309020205020404" pitchFamily="49" charset="0"/>
              </a:rPr>
              <a:t> </a:t>
            </a: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D115252C-4A3C-59D4-E0FD-1E50AFE394E3}"/>
              </a:ext>
            </a:extLst>
          </p:cNvPr>
          <p:cNvSpPr>
            <a:spLocks noGrp="1" noChangeArrowheads="1"/>
          </p:cNvSpPr>
          <p:nvPr>
            <p:ph type="title"/>
          </p:nvPr>
        </p:nvSpPr>
        <p:spPr>
          <a:xfrm>
            <a:off x="1039812" y="300037"/>
            <a:ext cx="11501438" cy="1200150"/>
          </a:xfrm>
        </p:spPr>
        <p:txBody>
          <a:bodyPr/>
          <a:lstStyle/>
          <a:p>
            <a:pPr algn="ctr"/>
            <a:r>
              <a:rPr lang="en-US" altLang="en-US" sz="3600" b="1" dirty="0">
                <a:cs typeface="Courier New" panose="02070309020205020404" pitchFamily="49" charset="0"/>
              </a:rPr>
              <a:t>Constructing </a:t>
            </a:r>
            <a:r>
              <a:rPr lang="en-US" altLang="en-US" sz="3600" b="1" dirty="0" err="1">
                <a:cs typeface="Courier New" panose="02070309020205020404" pitchFamily="49" charset="0"/>
              </a:rPr>
              <a:t>BufferedInputStream</a:t>
            </a:r>
            <a:r>
              <a:rPr lang="en-US" altLang="en-US" sz="3600" b="1" dirty="0">
                <a:cs typeface="Courier New" panose="02070309020205020404" pitchFamily="49" charset="0"/>
              </a:rPr>
              <a:t>/</a:t>
            </a:r>
            <a:r>
              <a:rPr lang="en-US" altLang="en-US" sz="3600" b="1" dirty="0" err="1">
                <a:cs typeface="Courier New" panose="02070309020205020404" pitchFamily="49" charset="0"/>
              </a:rPr>
              <a:t>BufferedOutputStream</a:t>
            </a:r>
            <a:r>
              <a:rPr lang="en-US" altLang="en-US" sz="3600" b="1" dirty="0">
                <a:cs typeface="Courier New" panose="02070309020205020404" pitchFamily="49" charset="0"/>
              </a:rPr>
              <a:t> </a:t>
            </a:r>
          </a:p>
        </p:txBody>
      </p:sp>
      <p:sp>
        <p:nvSpPr>
          <p:cNvPr id="25604" name="Rectangle 3">
            <a:extLst>
              <a:ext uri="{FF2B5EF4-FFF2-40B4-BE49-F238E27FC236}">
                <a16:creationId xmlns:a16="http://schemas.microsoft.com/office/drawing/2014/main" id="{E4B305C2-729B-5DD0-108D-3784612C0F23}"/>
              </a:ext>
            </a:extLst>
          </p:cNvPr>
          <p:cNvSpPr>
            <a:spLocks noGrp="1" noChangeArrowheads="1"/>
          </p:cNvSpPr>
          <p:nvPr>
            <p:ph type="body" idx="1"/>
          </p:nvPr>
        </p:nvSpPr>
        <p:spPr>
          <a:xfrm>
            <a:off x="1039812" y="1900237"/>
            <a:ext cx="11601450" cy="4100513"/>
          </a:xfrm>
        </p:spPr>
        <p:txBody>
          <a:bodyPr/>
          <a:lstStyle/>
          <a:p>
            <a:pPr lvl="1">
              <a:buFontTx/>
              <a:buNone/>
            </a:pPr>
            <a:r>
              <a:rPr lang="en-US" altLang="en-US" sz="2800" dirty="0">
                <a:cs typeface="Courier New" panose="02070309020205020404" pitchFamily="49" charset="0"/>
              </a:rPr>
              <a:t>// Create a </a:t>
            </a:r>
            <a:r>
              <a:rPr lang="en-US" altLang="en-US" sz="2800" dirty="0" err="1">
                <a:cs typeface="Courier New" panose="02070309020205020404" pitchFamily="49" charset="0"/>
              </a:rPr>
              <a:t>BufferedInputStream</a:t>
            </a:r>
            <a:endParaRPr lang="en-US" altLang="en-US" sz="2800" dirty="0">
              <a:cs typeface="Times New Roman" panose="02020603050405020304" pitchFamily="18" charset="0"/>
            </a:endParaRPr>
          </a:p>
          <a:p>
            <a:pPr lvl="1">
              <a:buFontTx/>
              <a:buNone/>
            </a:pPr>
            <a:r>
              <a:rPr lang="en-US" altLang="en-US" sz="2800" dirty="0">
                <a:cs typeface="Courier New" panose="02070309020205020404" pitchFamily="49" charset="0"/>
              </a:rPr>
              <a:t>public </a:t>
            </a:r>
            <a:r>
              <a:rPr lang="en-US" altLang="en-US" sz="2800" dirty="0" err="1">
                <a:cs typeface="Courier New" panose="02070309020205020404" pitchFamily="49" charset="0"/>
              </a:rPr>
              <a:t>BufferedInputStream</a:t>
            </a:r>
            <a:r>
              <a:rPr lang="en-US" altLang="en-US" sz="2800" dirty="0">
                <a:cs typeface="Courier New" panose="02070309020205020404" pitchFamily="49" charset="0"/>
              </a:rPr>
              <a:t>(</a:t>
            </a:r>
            <a:r>
              <a:rPr lang="en-US" altLang="en-US" sz="2800" dirty="0" err="1">
                <a:cs typeface="Courier New" panose="02070309020205020404" pitchFamily="49" charset="0"/>
              </a:rPr>
              <a:t>InputStream</a:t>
            </a:r>
            <a:r>
              <a:rPr lang="en-US" altLang="en-US" sz="2800" dirty="0">
                <a:cs typeface="Courier New" panose="02070309020205020404" pitchFamily="49" charset="0"/>
              </a:rPr>
              <a:t> in)</a:t>
            </a:r>
            <a:endParaRPr lang="en-US" altLang="en-US" sz="2800" dirty="0">
              <a:cs typeface="Times New Roman" panose="02020603050405020304" pitchFamily="18" charset="0"/>
            </a:endParaRPr>
          </a:p>
          <a:p>
            <a:pPr lvl="1">
              <a:buFontTx/>
              <a:buNone/>
            </a:pPr>
            <a:r>
              <a:rPr lang="en-US" altLang="en-US" sz="2800" dirty="0">
                <a:cs typeface="Courier New" panose="02070309020205020404" pitchFamily="49" charset="0"/>
              </a:rPr>
              <a:t>public </a:t>
            </a:r>
            <a:r>
              <a:rPr lang="en-US" altLang="en-US" sz="2800" dirty="0" err="1">
                <a:cs typeface="Courier New" panose="02070309020205020404" pitchFamily="49" charset="0"/>
              </a:rPr>
              <a:t>BufferedInputStream</a:t>
            </a:r>
            <a:r>
              <a:rPr lang="en-US" altLang="en-US" sz="2800" dirty="0">
                <a:cs typeface="Courier New" panose="02070309020205020404" pitchFamily="49" charset="0"/>
              </a:rPr>
              <a:t>(</a:t>
            </a:r>
            <a:r>
              <a:rPr lang="en-US" altLang="en-US" sz="2800" dirty="0" err="1">
                <a:cs typeface="Courier New" panose="02070309020205020404" pitchFamily="49" charset="0"/>
              </a:rPr>
              <a:t>InputStream</a:t>
            </a:r>
            <a:r>
              <a:rPr lang="en-US" altLang="en-US" sz="2800" dirty="0">
                <a:cs typeface="Courier New" panose="02070309020205020404" pitchFamily="49" charset="0"/>
              </a:rPr>
              <a:t> in, int </a:t>
            </a:r>
            <a:r>
              <a:rPr lang="en-US" altLang="en-US" sz="2800" dirty="0" err="1">
                <a:cs typeface="Courier New" panose="02070309020205020404" pitchFamily="49" charset="0"/>
              </a:rPr>
              <a:t>bufferSize</a:t>
            </a:r>
            <a:r>
              <a:rPr lang="en-US" altLang="en-US" sz="2800" dirty="0">
                <a:cs typeface="Courier New" panose="02070309020205020404" pitchFamily="49" charset="0"/>
              </a:rPr>
              <a:t>)</a:t>
            </a:r>
            <a:endParaRPr lang="en-US" altLang="en-US" sz="2800" dirty="0">
              <a:cs typeface="Times New Roman" panose="02020603050405020304" pitchFamily="18" charset="0"/>
            </a:endParaRPr>
          </a:p>
          <a:p>
            <a:pPr lvl="1">
              <a:buFontTx/>
              <a:buNone/>
            </a:pPr>
            <a:r>
              <a:rPr lang="en-US" altLang="en-US" sz="2800" dirty="0">
                <a:cs typeface="Courier New" panose="02070309020205020404" pitchFamily="49" charset="0"/>
              </a:rPr>
              <a:t> </a:t>
            </a:r>
            <a:endParaRPr lang="en-US" altLang="en-US" sz="2800" dirty="0">
              <a:cs typeface="Times New Roman" panose="02020603050405020304" pitchFamily="18" charset="0"/>
            </a:endParaRPr>
          </a:p>
          <a:p>
            <a:pPr lvl="1">
              <a:buFontTx/>
              <a:buNone/>
            </a:pPr>
            <a:r>
              <a:rPr lang="en-US" altLang="en-US" sz="2800" dirty="0">
                <a:cs typeface="Courier New" panose="02070309020205020404" pitchFamily="49" charset="0"/>
              </a:rPr>
              <a:t>// Create a </a:t>
            </a:r>
            <a:r>
              <a:rPr lang="en-US" altLang="en-US" sz="2800" dirty="0" err="1">
                <a:cs typeface="Courier New" panose="02070309020205020404" pitchFamily="49" charset="0"/>
              </a:rPr>
              <a:t>BufferedOutputStream</a:t>
            </a:r>
            <a:endParaRPr lang="en-US" altLang="en-US" sz="2800" dirty="0">
              <a:cs typeface="Times New Roman" panose="02020603050405020304" pitchFamily="18" charset="0"/>
            </a:endParaRPr>
          </a:p>
          <a:p>
            <a:pPr lvl="1">
              <a:buFontTx/>
              <a:buNone/>
            </a:pPr>
            <a:r>
              <a:rPr lang="en-US" altLang="en-US" sz="2800" dirty="0">
                <a:cs typeface="Courier New" panose="02070309020205020404" pitchFamily="49" charset="0"/>
              </a:rPr>
              <a:t>public </a:t>
            </a:r>
            <a:r>
              <a:rPr lang="en-US" altLang="en-US" sz="2800" dirty="0" err="1">
                <a:cs typeface="Courier New" panose="02070309020205020404" pitchFamily="49" charset="0"/>
              </a:rPr>
              <a:t>BufferedOutputStream</a:t>
            </a:r>
            <a:r>
              <a:rPr lang="en-US" altLang="en-US" sz="2800" dirty="0">
                <a:cs typeface="Courier New" panose="02070309020205020404" pitchFamily="49" charset="0"/>
              </a:rPr>
              <a:t>(</a:t>
            </a:r>
            <a:r>
              <a:rPr lang="en-US" altLang="en-US" sz="2800" dirty="0" err="1">
                <a:cs typeface="Courier New" panose="02070309020205020404" pitchFamily="49" charset="0"/>
              </a:rPr>
              <a:t>OutputStream</a:t>
            </a:r>
            <a:r>
              <a:rPr lang="en-US" altLang="en-US" sz="2800" dirty="0">
                <a:cs typeface="Courier New" panose="02070309020205020404" pitchFamily="49" charset="0"/>
              </a:rPr>
              <a:t> out)</a:t>
            </a:r>
            <a:endParaRPr lang="en-US" altLang="en-US" sz="2800" dirty="0">
              <a:cs typeface="Times New Roman" panose="02020603050405020304" pitchFamily="18" charset="0"/>
            </a:endParaRPr>
          </a:p>
          <a:p>
            <a:pPr lvl="1">
              <a:buFontTx/>
              <a:buNone/>
            </a:pPr>
            <a:r>
              <a:rPr lang="en-US" altLang="en-US" sz="2800" dirty="0">
                <a:cs typeface="Courier New" panose="02070309020205020404" pitchFamily="49" charset="0"/>
              </a:rPr>
              <a:t>public </a:t>
            </a:r>
            <a:r>
              <a:rPr lang="en-US" altLang="en-US" sz="2800" dirty="0" err="1">
                <a:cs typeface="Courier New" panose="02070309020205020404" pitchFamily="49" charset="0"/>
              </a:rPr>
              <a:t>BufferedOutputStream</a:t>
            </a:r>
            <a:r>
              <a:rPr lang="en-US" altLang="en-US" sz="2800" dirty="0">
                <a:cs typeface="Courier New" panose="02070309020205020404" pitchFamily="49" charset="0"/>
              </a:rPr>
              <a:t>(</a:t>
            </a:r>
            <a:r>
              <a:rPr lang="en-US" altLang="en-US" sz="2800" dirty="0" err="1">
                <a:cs typeface="Courier New" panose="02070309020205020404" pitchFamily="49" charset="0"/>
              </a:rPr>
              <a:t>OutputStreamr</a:t>
            </a:r>
            <a:r>
              <a:rPr lang="en-US" altLang="en-US" sz="2800" dirty="0">
                <a:cs typeface="Courier New" panose="02070309020205020404" pitchFamily="49" charset="0"/>
              </a:rPr>
              <a:t> out, int </a:t>
            </a:r>
            <a:r>
              <a:rPr lang="en-US" altLang="en-US" sz="2800" dirty="0" err="1">
                <a:cs typeface="Courier New" panose="02070309020205020404" pitchFamily="49" charset="0"/>
              </a:rPr>
              <a:t>bufferSize</a:t>
            </a:r>
            <a:r>
              <a:rPr lang="en-US" altLang="en-US" sz="2800" dirty="0">
                <a:cs typeface="Courier New" panose="02070309020205020404" pitchFamily="49" charset="0"/>
              </a:rPr>
              <a:t>)</a:t>
            </a:r>
          </a:p>
        </p:txBody>
      </p:sp>
      <p:sp>
        <p:nvSpPr>
          <p:cNvPr id="25605" name="Rectangle 4">
            <a:extLst>
              <a:ext uri="{FF2B5EF4-FFF2-40B4-BE49-F238E27FC236}">
                <a16:creationId xmlns:a16="http://schemas.microsoft.com/office/drawing/2014/main" id="{A109B5EF-4672-B109-952F-7E59DF766FB0}"/>
              </a:ext>
            </a:extLst>
          </p:cNvPr>
          <p:cNvSpPr>
            <a:spLocks noChangeArrowheads="1"/>
          </p:cNvSpPr>
          <p:nvPr/>
        </p:nvSpPr>
        <p:spPr bwMode="auto">
          <a:xfrm>
            <a:off x="3033812" y="3231655"/>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25606" name="Picture 6">
            <a:extLst>
              <a:ext uri="{FF2B5EF4-FFF2-40B4-BE49-F238E27FC236}">
                <a16:creationId xmlns:a16="http://schemas.microsoft.com/office/drawing/2014/main" id="{D4C65360-7D0A-EFC8-70AD-7A4BA1D6F6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989" y="6200775"/>
            <a:ext cx="11384756" cy="18502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E2CF0256-30C6-0973-A0D0-7CD9E3ECC806}"/>
              </a:ext>
            </a:extLst>
          </p:cNvPr>
          <p:cNvSpPr>
            <a:spLocks noGrp="1" noChangeArrowheads="1"/>
          </p:cNvSpPr>
          <p:nvPr>
            <p:ph type="title"/>
          </p:nvPr>
        </p:nvSpPr>
        <p:spPr>
          <a:xfrm>
            <a:off x="1039812" y="300037"/>
            <a:ext cx="11501438" cy="1200150"/>
          </a:xfrm>
        </p:spPr>
        <p:txBody>
          <a:bodyPr/>
          <a:lstStyle/>
          <a:p>
            <a:pPr algn="ctr"/>
            <a:r>
              <a:rPr lang="en-US" altLang="en-US" sz="4725" b="1" dirty="0">
                <a:cs typeface="Courier New" panose="02070309020205020404" pitchFamily="49" charset="0"/>
              </a:rPr>
              <a:t>Case Studies: Copy File </a:t>
            </a:r>
          </a:p>
        </p:txBody>
      </p:sp>
      <p:sp>
        <p:nvSpPr>
          <p:cNvPr id="26628" name="Rectangle 3">
            <a:extLst>
              <a:ext uri="{FF2B5EF4-FFF2-40B4-BE49-F238E27FC236}">
                <a16:creationId xmlns:a16="http://schemas.microsoft.com/office/drawing/2014/main" id="{BE6CDF63-1A3F-CD92-7CEC-3D3D328548AE}"/>
              </a:ext>
            </a:extLst>
          </p:cNvPr>
          <p:cNvSpPr>
            <a:spLocks noGrp="1" noChangeArrowheads="1"/>
          </p:cNvSpPr>
          <p:nvPr>
            <p:ph type="body" idx="1"/>
          </p:nvPr>
        </p:nvSpPr>
        <p:spPr>
          <a:xfrm>
            <a:off x="1039812" y="1500187"/>
            <a:ext cx="11501438" cy="4900613"/>
          </a:xfrm>
        </p:spPr>
        <p:txBody>
          <a:bodyPr/>
          <a:lstStyle/>
          <a:p>
            <a:pPr marL="150019" lvl="1" indent="0">
              <a:lnSpc>
                <a:spcPct val="90000"/>
              </a:lnSpc>
              <a:buNone/>
            </a:pPr>
            <a:r>
              <a:rPr lang="en-US" altLang="en-US" sz="3150" dirty="0">
                <a:cs typeface="Courier New" panose="02070309020205020404" pitchFamily="49" charset="0"/>
              </a:rPr>
              <a:t>This case study develops a program that copies files. The user needs to provide a source file and a target file as command-line arguments using the following command:</a:t>
            </a:r>
          </a:p>
          <a:p>
            <a:pPr marL="150019" lvl="1" indent="0">
              <a:lnSpc>
                <a:spcPct val="90000"/>
              </a:lnSpc>
              <a:buNone/>
            </a:pPr>
            <a:endParaRPr lang="en-US" altLang="en-US" sz="3150" dirty="0">
              <a:cs typeface="Times New Roman" panose="02020603050405020304" pitchFamily="18" charset="0"/>
            </a:endParaRPr>
          </a:p>
          <a:p>
            <a:pPr marL="150019" lvl="1" indent="0">
              <a:lnSpc>
                <a:spcPct val="90000"/>
              </a:lnSpc>
              <a:buNone/>
            </a:pPr>
            <a:endParaRPr lang="en-US" altLang="en-US" sz="3150" dirty="0">
              <a:cs typeface="Times New Roman" panose="02020603050405020304" pitchFamily="18" charset="0"/>
            </a:endParaRPr>
          </a:p>
          <a:p>
            <a:pPr lvl="2">
              <a:lnSpc>
                <a:spcPct val="90000"/>
              </a:lnSpc>
              <a:buFont typeface="Monotype Sorts"/>
              <a:buNone/>
            </a:pPr>
            <a:r>
              <a:rPr lang="en-US" altLang="en-US" sz="2625" b="1" dirty="0">
                <a:cs typeface="Courier New" panose="02070309020205020404" pitchFamily="49" charset="0"/>
              </a:rPr>
              <a:t>java Copy source target</a:t>
            </a:r>
          </a:p>
          <a:p>
            <a:pPr lvl="2">
              <a:lnSpc>
                <a:spcPct val="90000"/>
              </a:lnSpc>
              <a:buFont typeface="Monotype Sorts"/>
              <a:buNone/>
            </a:pPr>
            <a:endParaRPr lang="en-US" altLang="en-US" sz="2625" u="sng" dirty="0">
              <a:cs typeface="Times New Roman" panose="02020603050405020304" pitchFamily="18" charset="0"/>
            </a:endParaRPr>
          </a:p>
          <a:p>
            <a:pPr marL="150019" lvl="1" indent="0">
              <a:lnSpc>
                <a:spcPct val="90000"/>
              </a:lnSpc>
              <a:buNone/>
            </a:pPr>
            <a:r>
              <a:rPr lang="en-US" altLang="en-US" sz="3150" dirty="0">
                <a:cs typeface="Courier New" panose="02070309020205020404" pitchFamily="49" charset="0"/>
              </a:rPr>
              <a:t> </a:t>
            </a:r>
            <a:endParaRPr lang="en-US" altLang="en-US" sz="3150" dirty="0">
              <a:cs typeface="Times New Roman" panose="02020603050405020304" pitchFamily="18" charset="0"/>
            </a:endParaRPr>
          </a:p>
          <a:p>
            <a:pPr marL="150019" lvl="1" indent="0">
              <a:lnSpc>
                <a:spcPct val="90000"/>
              </a:lnSpc>
              <a:buNone/>
            </a:pPr>
            <a:r>
              <a:rPr lang="en-US" altLang="en-US" sz="3150" dirty="0">
                <a:cs typeface="Courier New" panose="02070309020205020404" pitchFamily="49" charset="0"/>
              </a:rPr>
              <a:t>The program copies a source file to a target file and displays the number of bytes in the file. If the source does not exist, tell the user the file is not found. If the target file already exists, tell the user the file already exists. </a:t>
            </a:r>
          </a:p>
        </p:txBody>
      </p:sp>
      <p:sp>
        <p:nvSpPr>
          <p:cNvPr id="26629" name="Rectangle 4">
            <a:extLst>
              <a:ext uri="{FF2B5EF4-FFF2-40B4-BE49-F238E27FC236}">
                <a16:creationId xmlns:a16="http://schemas.microsoft.com/office/drawing/2014/main" id="{C47BD7A8-83F0-3C8F-E9F7-BA300DF0954E}"/>
              </a:ext>
            </a:extLst>
          </p:cNvPr>
          <p:cNvSpPr>
            <a:spLocks noChangeArrowheads="1"/>
          </p:cNvSpPr>
          <p:nvPr/>
        </p:nvSpPr>
        <p:spPr bwMode="auto">
          <a:xfrm>
            <a:off x="3033812" y="3231655"/>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26630" name="Rectangle 6">
            <a:extLst>
              <a:ext uri="{FF2B5EF4-FFF2-40B4-BE49-F238E27FC236}">
                <a16:creationId xmlns:a16="http://schemas.microsoft.com/office/drawing/2014/main" id="{58314B53-122C-C267-5D95-B5BD12DF1E3C}"/>
              </a:ext>
            </a:extLst>
          </p:cNvPr>
          <p:cNvSpPr>
            <a:spLocks noChangeArrowheads="1"/>
          </p:cNvSpPr>
          <p:nvPr/>
        </p:nvSpPr>
        <p:spPr bwMode="auto">
          <a:xfrm>
            <a:off x="4315221" y="3231655"/>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26631" name="Picture 5">
            <a:extLst>
              <a:ext uri="{FF2B5EF4-FFF2-40B4-BE49-F238E27FC236}">
                <a16:creationId xmlns:a16="http://schemas.microsoft.com/office/drawing/2014/main" id="{1D5D76AC-2A6D-4C85-0AFC-445C9DA9D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0537" y="2886082"/>
            <a:ext cx="5050631" cy="253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Rectangle 10">
            <a:hlinkClick r:id="rId3"/>
            <a:extLst>
              <a:ext uri="{FF2B5EF4-FFF2-40B4-BE49-F238E27FC236}">
                <a16:creationId xmlns:a16="http://schemas.microsoft.com/office/drawing/2014/main" id="{5DE9AB87-EE48-CE24-E293-C1228FDE6B2C}"/>
              </a:ext>
            </a:extLst>
          </p:cNvPr>
          <p:cNvSpPr>
            <a:spLocks noChangeArrowheads="1"/>
          </p:cNvSpPr>
          <p:nvPr/>
        </p:nvSpPr>
        <p:spPr bwMode="auto">
          <a:xfrm>
            <a:off x="8890793" y="7600949"/>
            <a:ext cx="1716881"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Copy</a:t>
            </a:r>
          </a:p>
        </p:txBody>
      </p:sp>
      <p:sp>
        <p:nvSpPr>
          <p:cNvPr id="26633" name="AutoShape 10">
            <a:hlinkClick r:id="rId4" action="ppaction://program" highlightClick="1"/>
            <a:extLst>
              <a:ext uri="{FF2B5EF4-FFF2-40B4-BE49-F238E27FC236}">
                <a16:creationId xmlns:a16="http://schemas.microsoft.com/office/drawing/2014/main" id="{1E732636-28D2-C48C-2653-F18120BF5634}"/>
              </a:ext>
            </a:extLst>
          </p:cNvPr>
          <p:cNvSpPr>
            <a:spLocks noChangeArrowheads="1"/>
          </p:cNvSpPr>
          <p:nvPr/>
        </p:nvSpPr>
        <p:spPr bwMode="auto">
          <a:xfrm>
            <a:off x="10741025" y="7600949"/>
            <a:ext cx="916781"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F7CAEE33-55A9-280E-7699-1295D2C53FEC}"/>
              </a:ext>
            </a:extLst>
          </p:cNvPr>
          <p:cNvSpPr>
            <a:spLocks noGrp="1" noChangeArrowheads="1"/>
          </p:cNvSpPr>
          <p:nvPr>
            <p:ph type="title"/>
          </p:nvPr>
        </p:nvSpPr>
        <p:spPr>
          <a:xfrm>
            <a:off x="1139825" y="300037"/>
            <a:ext cx="11401425" cy="800100"/>
          </a:xfrm>
        </p:spPr>
        <p:txBody>
          <a:bodyPr/>
          <a:lstStyle/>
          <a:p>
            <a:pPr algn="ctr"/>
            <a:r>
              <a:rPr lang="en-US" altLang="en-US" b="1" dirty="0"/>
              <a:t>Object I/O</a:t>
            </a:r>
          </a:p>
        </p:txBody>
      </p:sp>
      <p:sp>
        <p:nvSpPr>
          <p:cNvPr id="27652" name="Rectangle 3">
            <a:extLst>
              <a:ext uri="{FF2B5EF4-FFF2-40B4-BE49-F238E27FC236}">
                <a16:creationId xmlns:a16="http://schemas.microsoft.com/office/drawing/2014/main" id="{E3B0FADE-E385-D7F1-BFE6-B6A6C8848F0C}"/>
              </a:ext>
            </a:extLst>
          </p:cNvPr>
          <p:cNvSpPr>
            <a:spLocks noGrp="1" noChangeArrowheads="1"/>
          </p:cNvSpPr>
          <p:nvPr>
            <p:ph type="body" idx="1"/>
          </p:nvPr>
        </p:nvSpPr>
        <p:spPr>
          <a:xfrm>
            <a:off x="2940050" y="1700212"/>
            <a:ext cx="9401175" cy="1500188"/>
          </a:xfrm>
        </p:spPr>
        <p:txBody>
          <a:bodyPr/>
          <a:lstStyle/>
          <a:p>
            <a:pPr marL="0" indent="0">
              <a:lnSpc>
                <a:spcPct val="90000"/>
              </a:lnSpc>
              <a:buNone/>
            </a:pPr>
            <a:r>
              <a:rPr lang="en-US" altLang="en-US" sz="2625" u="sng">
                <a:cs typeface="Courier New" panose="02070309020205020404" pitchFamily="49" charset="0"/>
              </a:rPr>
              <a:t>DataInputStream</a:t>
            </a:r>
            <a:r>
              <a:rPr lang="en-US" altLang="en-US" sz="2625">
                <a:cs typeface="Courier New" panose="02070309020205020404" pitchFamily="49" charset="0"/>
              </a:rPr>
              <a:t>/</a:t>
            </a:r>
            <a:r>
              <a:rPr lang="en-US" altLang="en-US" sz="2625" u="sng">
                <a:cs typeface="Courier New" panose="02070309020205020404" pitchFamily="49" charset="0"/>
              </a:rPr>
              <a:t>DataOutputStream</a:t>
            </a:r>
            <a:r>
              <a:rPr lang="en-US" altLang="en-US" sz="2625">
                <a:cs typeface="Courier New" panose="02070309020205020404" pitchFamily="49" charset="0"/>
              </a:rPr>
              <a:t> enables you to perform I/O for primitive type values and strings. </a:t>
            </a:r>
            <a:r>
              <a:rPr lang="en-US" altLang="en-US" sz="2625" u="sng">
                <a:cs typeface="Courier New" panose="02070309020205020404" pitchFamily="49" charset="0"/>
              </a:rPr>
              <a:t>ObjectInputStream</a:t>
            </a:r>
            <a:r>
              <a:rPr lang="en-US" altLang="en-US" sz="2625">
                <a:cs typeface="Courier New" panose="02070309020205020404" pitchFamily="49" charset="0"/>
              </a:rPr>
              <a:t>/</a:t>
            </a:r>
            <a:r>
              <a:rPr lang="en-US" altLang="en-US" sz="2625" u="sng">
                <a:cs typeface="Courier New" panose="02070309020205020404" pitchFamily="49" charset="0"/>
              </a:rPr>
              <a:t>ObjectOutputStream</a:t>
            </a:r>
            <a:r>
              <a:rPr lang="en-US" altLang="en-US" sz="2625">
                <a:cs typeface="Courier New" panose="02070309020205020404" pitchFamily="49" charset="0"/>
              </a:rPr>
              <a:t> enables you to perform I/O for objects in addition for primitive type values and strings. </a:t>
            </a:r>
          </a:p>
        </p:txBody>
      </p:sp>
      <p:graphicFrame>
        <p:nvGraphicFramePr>
          <p:cNvPr id="27653" name="Object 4">
            <a:extLst>
              <a:ext uri="{FF2B5EF4-FFF2-40B4-BE49-F238E27FC236}">
                <a16:creationId xmlns:a16="http://schemas.microsoft.com/office/drawing/2014/main" id="{C1E4833D-1595-0E70-00AC-DCE69652CCB1}"/>
              </a:ext>
            </a:extLst>
          </p:cNvPr>
          <p:cNvGraphicFramePr>
            <a:graphicFrameLocks noChangeAspect="1"/>
          </p:cNvGraphicFramePr>
          <p:nvPr/>
        </p:nvGraphicFramePr>
        <p:xfrm>
          <a:off x="1239837" y="3500437"/>
          <a:ext cx="11201400" cy="4285953"/>
        </p:xfrm>
        <a:graphic>
          <a:graphicData uri="http://schemas.openxmlformats.org/presentationml/2006/ole">
            <mc:AlternateContent xmlns:mc="http://schemas.openxmlformats.org/markup-compatibility/2006">
              <mc:Choice xmlns:v="urn:schemas-microsoft-com:vml" Requires="v">
                <p:oleObj name="Picture" r:id="rId2" imgW="4629912" imgH="1772412" progId="Word.Picture.8">
                  <p:embed/>
                </p:oleObj>
              </mc:Choice>
              <mc:Fallback>
                <p:oleObj name="Picture" r:id="rId2" imgW="4629912" imgH="1772412" progId="Word.Picture.8">
                  <p:embed/>
                  <p:pic>
                    <p:nvPicPr>
                      <p:cNvPr id="27653" name="Object 4">
                        <a:extLst>
                          <a:ext uri="{FF2B5EF4-FFF2-40B4-BE49-F238E27FC236}">
                            <a16:creationId xmlns:a16="http://schemas.microsoft.com/office/drawing/2014/main" id="{C1E4833D-1595-0E70-00AC-DCE69652CC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7" y="3500437"/>
                        <a:ext cx="11201400" cy="4285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4" name="Line 5">
            <a:extLst>
              <a:ext uri="{FF2B5EF4-FFF2-40B4-BE49-F238E27FC236}">
                <a16:creationId xmlns:a16="http://schemas.microsoft.com/office/drawing/2014/main" id="{414F4F87-499F-9499-1770-35F08A70FF07}"/>
              </a:ext>
            </a:extLst>
          </p:cNvPr>
          <p:cNvSpPr>
            <a:spLocks noChangeShapeType="1"/>
          </p:cNvSpPr>
          <p:nvPr/>
        </p:nvSpPr>
        <p:spPr bwMode="auto">
          <a:xfrm>
            <a:off x="4240212" y="2000250"/>
            <a:ext cx="2000250" cy="32004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7655" name="Line 6">
            <a:extLst>
              <a:ext uri="{FF2B5EF4-FFF2-40B4-BE49-F238E27FC236}">
                <a16:creationId xmlns:a16="http://schemas.microsoft.com/office/drawing/2014/main" id="{D095C9ED-836D-F726-3A20-55590A19DD8C}"/>
              </a:ext>
            </a:extLst>
          </p:cNvPr>
          <p:cNvSpPr>
            <a:spLocks noChangeShapeType="1"/>
          </p:cNvSpPr>
          <p:nvPr/>
        </p:nvSpPr>
        <p:spPr bwMode="auto">
          <a:xfrm>
            <a:off x="6440487" y="2000250"/>
            <a:ext cx="1100138" cy="520065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3ED67E5F-C8E0-DD7E-A016-35741D13915F}"/>
              </a:ext>
            </a:extLst>
          </p:cNvPr>
          <p:cNvSpPr>
            <a:spLocks noGrp="1" noChangeArrowheads="1"/>
          </p:cNvSpPr>
          <p:nvPr>
            <p:ph type="title"/>
          </p:nvPr>
        </p:nvSpPr>
        <p:spPr>
          <a:xfrm>
            <a:off x="1739900" y="300037"/>
            <a:ext cx="10201275" cy="800100"/>
          </a:xfrm>
        </p:spPr>
        <p:txBody>
          <a:bodyPr/>
          <a:lstStyle/>
          <a:p>
            <a:pPr algn="ctr"/>
            <a:r>
              <a:rPr lang="en-US" altLang="en-US" b="1" dirty="0" err="1"/>
              <a:t>ObjectInputStream</a:t>
            </a:r>
            <a:endParaRPr lang="en-US" altLang="en-US" b="1" dirty="0"/>
          </a:p>
        </p:txBody>
      </p:sp>
      <p:sp>
        <p:nvSpPr>
          <p:cNvPr id="28676" name="Rectangle 3">
            <a:extLst>
              <a:ext uri="{FF2B5EF4-FFF2-40B4-BE49-F238E27FC236}">
                <a16:creationId xmlns:a16="http://schemas.microsoft.com/office/drawing/2014/main" id="{4A5B40F2-9A49-B99E-959F-123F80E4B23F}"/>
              </a:ext>
            </a:extLst>
          </p:cNvPr>
          <p:cNvSpPr>
            <a:spLocks noGrp="1" noChangeArrowheads="1"/>
          </p:cNvSpPr>
          <p:nvPr>
            <p:ph type="body" idx="1"/>
          </p:nvPr>
        </p:nvSpPr>
        <p:spPr>
          <a:xfrm>
            <a:off x="1639887" y="1900237"/>
            <a:ext cx="10601325" cy="1200150"/>
          </a:xfrm>
        </p:spPr>
        <p:txBody>
          <a:bodyPr/>
          <a:lstStyle/>
          <a:p>
            <a:pPr marL="0" indent="0">
              <a:lnSpc>
                <a:spcPct val="90000"/>
              </a:lnSpc>
              <a:buNone/>
            </a:pPr>
            <a:r>
              <a:rPr lang="en-US" altLang="en-US" sz="3675">
                <a:cs typeface="Courier New" panose="02070309020205020404" pitchFamily="49" charset="0"/>
              </a:rPr>
              <a:t>ObjectInputStream extends InputStream and implements ObjectInput and ObjectStreamConstants.</a:t>
            </a:r>
            <a:r>
              <a:rPr lang="en-US" altLang="en-US" sz="3675">
                <a:latin typeface="Courier New" panose="02070309020205020404" pitchFamily="49" charset="0"/>
                <a:cs typeface="Courier New" panose="02070309020205020404" pitchFamily="49" charset="0"/>
              </a:rPr>
              <a:t> </a:t>
            </a:r>
          </a:p>
        </p:txBody>
      </p:sp>
      <p:sp>
        <p:nvSpPr>
          <p:cNvPr id="28677" name="Rectangle 5">
            <a:extLst>
              <a:ext uri="{FF2B5EF4-FFF2-40B4-BE49-F238E27FC236}">
                <a16:creationId xmlns:a16="http://schemas.microsoft.com/office/drawing/2014/main" id="{F4CF23F4-22FF-0B7E-9D86-A1DD672D4A23}"/>
              </a:ext>
            </a:extLst>
          </p:cNvPr>
          <p:cNvSpPr>
            <a:spLocks noChangeArrowheads="1"/>
          </p:cNvSpPr>
          <p:nvPr/>
        </p:nvSpPr>
        <p:spPr bwMode="auto">
          <a:xfrm>
            <a:off x="4083943" y="3656708"/>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graphicFrame>
        <p:nvGraphicFramePr>
          <p:cNvPr id="28678" name="Object 4">
            <a:extLst>
              <a:ext uri="{FF2B5EF4-FFF2-40B4-BE49-F238E27FC236}">
                <a16:creationId xmlns:a16="http://schemas.microsoft.com/office/drawing/2014/main" id="{CFB3BEB1-FDBA-C870-2D1E-DA1A335D0B6E}"/>
              </a:ext>
            </a:extLst>
          </p:cNvPr>
          <p:cNvGraphicFramePr>
            <a:graphicFrameLocks noChangeAspect="1"/>
          </p:cNvGraphicFramePr>
          <p:nvPr/>
        </p:nvGraphicFramePr>
        <p:xfrm>
          <a:off x="1239837" y="3800474"/>
          <a:ext cx="11601450" cy="3550444"/>
        </p:xfrm>
        <a:graphic>
          <a:graphicData uri="http://schemas.openxmlformats.org/presentationml/2006/ole">
            <mc:AlternateContent xmlns:mc="http://schemas.openxmlformats.org/markup-compatibility/2006">
              <mc:Choice xmlns:v="urn:schemas-microsoft-com:vml" Requires="v">
                <p:oleObj name="Picture" r:id="rId2" imgW="4194048" imgH="1287780" progId="Word.Picture.8">
                  <p:embed/>
                </p:oleObj>
              </mc:Choice>
              <mc:Fallback>
                <p:oleObj name="Picture" r:id="rId2" imgW="4194048" imgH="1287780" progId="Word.Picture.8">
                  <p:embed/>
                  <p:pic>
                    <p:nvPicPr>
                      <p:cNvPr id="28678" name="Object 4">
                        <a:extLst>
                          <a:ext uri="{FF2B5EF4-FFF2-40B4-BE49-F238E27FC236}">
                            <a16:creationId xmlns:a16="http://schemas.microsoft.com/office/drawing/2014/main" id="{CFB3BEB1-FDBA-C870-2D1E-DA1A335D0B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7" y="3800474"/>
                        <a:ext cx="11601450" cy="3550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9" name="Line 6">
            <a:extLst>
              <a:ext uri="{FF2B5EF4-FFF2-40B4-BE49-F238E27FC236}">
                <a16:creationId xmlns:a16="http://schemas.microsoft.com/office/drawing/2014/main" id="{7651BBCD-9928-9677-ECA1-D90665F08973}"/>
              </a:ext>
            </a:extLst>
          </p:cNvPr>
          <p:cNvSpPr>
            <a:spLocks noChangeShapeType="1"/>
          </p:cNvSpPr>
          <p:nvPr/>
        </p:nvSpPr>
        <p:spPr bwMode="auto">
          <a:xfrm>
            <a:off x="3140075" y="2400299"/>
            <a:ext cx="800100" cy="3700463"/>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8680" name="Line 7">
            <a:extLst>
              <a:ext uri="{FF2B5EF4-FFF2-40B4-BE49-F238E27FC236}">
                <a16:creationId xmlns:a16="http://schemas.microsoft.com/office/drawing/2014/main" id="{CC5EF0CF-C8B2-9A14-3B00-5CAE0AA7EBB4}"/>
              </a:ext>
            </a:extLst>
          </p:cNvPr>
          <p:cNvSpPr>
            <a:spLocks noChangeShapeType="1"/>
          </p:cNvSpPr>
          <p:nvPr/>
        </p:nvSpPr>
        <p:spPr bwMode="auto">
          <a:xfrm flipH="1">
            <a:off x="4540250" y="2400299"/>
            <a:ext cx="3400425" cy="1900238"/>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8681" name="Line 8">
            <a:extLst>
              <a:ext uri="{FF2B5EF4-FFF2-40B4-BE49-F238E27FC236}">
                <a16:creationId xmlns:a16="http://schemas.microsoft.com/office/drawing/2014/main" id="{788E2F4E-8B55-5610-FBF9-006807570681}"/>
              </a:ext>
            </a:extLst>
          </p:cNvPr>
          <p:cNvSpPr>
            <a:spLocks noChangeShapeType="1"/>
          </p:cNvSpPr>
          <p:nvPr/>
        </p:nvSpPr>
        <p:spPr bwMode="auto">
          <a:xfrm>
            <a:off x="5340349" y="2900362"/>
            <a:ext cx="3300413" cy="32004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8682" name="Line 9">
            <a:extLst>
              <a:ext uri="{FF2B5EF4-FFF2-40B4-BE49-F238E27FC236}">
                <a16:creationId xmlns:a16="http://schemas.microsoft.com/office/drawing/2014/main" id="{272774A1-6420-0080-4245-72AA9C936E1B}"/>
              </a:ext>
            </a:extLst>
          </p:cNvPr>
          <p:cNvSpPr>
            <a:spLocks noChangeShapeType="1"/>
          </p:cNvSpPr>
          <p:nvPr/>
        </p:nvSpPr>
        <p:spPr bwMode="auto">
          <a:xfrm flipH="1">
            <a:off x="9040812" y="2900362"/>
            <a:ext cx="200025" cy="120015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3A4B3040-94A3-CDFC-4F7F-8CAA2AD714EA}"/>
              </a:ext>
            </a:extLst>
          </p:cNvPr>
          <p:cNvSpPr>
            <a:spLocks noGrp="1" noChangeArrowheads="1"/>
          </p:cNvSpPr>
          <p:nvPr>
            <p:ph type="title"/>
          </p:nvPr>
        </p:nvSpPr>
        <p:spPr>
          <a:xfrm>
            <a:off x="1739900" y="300037"/>
            <a:ext cx="10201275" cy="800100"/>
          </a:xfrm>
        </p:spPr>
        <p:txBody>
          <a:bodyPr/>
          <a:lstStyle/>
          <a:p>
            <a:pPr algn="ctr"/>
            <a:r>
              <a:rPr lang="en-US" altLang="en-US" b="1" dirty="0" err="1"/>
              <a:t>ObjectOutputStream</a:t>
            </a:r>
            <a:endParaRPr lang="en-US" altLang="en-US" b="1" dirty="0"/>
          </a:p>
        </p:txBody>
      </p:sp>
      <p:sp>
        <p:nvSpPr>
          <p:cNvPr id="29700" name="Rectangle 3">
            <a:extLst>
              <a:ext uri="{FF2B5EF4-FFF2-40B4-BE49-F238E27FC236}">
                <a16:creationId xmlns:a16="http://schemas.microsoft.com/office/drawing/2014/main" id="{38F3209E-ABF8-2596-8268-783439C544C6}"/>
              </a:ext>
            </a:extLst>
          </p:cNvPr>
          <p:cNvSpPr>
            <a:spLocks noGrp="1" noChangeArrowheads="1"/>
          </p:cNvSpPr>
          <p:nvPr>
            <p:ph type="body" idx="1"/>
          </p:nvPr>
        </p:nvSpPr>
        <p:spPr>
          <a:xfrm>
            <a:off x="1639887" y="1900237"/>
            <a:ext cx="10601325" cy="1200150"/>
          </a:xfrm>
        </p:spPr>
        <p:txBody>
          <a:bodyPr/>
          <a:lstStyle/>
          <a:p>
            <a:pPr marL="0" indent="0">
              <a:lnSpc>
                <a:spcPct val="90000"/>
              </a:lnSpc>
              <a:buNone/>
            </a:pPr>
            <a:r>
              <a:rPr lang="en-US" altLang="en-US" sz="3675">
                <a:cs typeface="Courier New" panose="02070309020205020404" pitchFamily="49" charset="0"/>
              </a:rPr>
              <a:t>ObjectOutputStream extends OutputStream and implements ObjectOutput and ObjectStreamConstants.</a:t>
            </a:r>
            <a:endParaRPr lang="en-US" altLang="en-US" sz="3675">
              <a:latin typeface="Courier New" panose="02070309020205020404" pitchFamily="49" charset="0"/>
              <a:cs typeface="Courier New" panose="02070309020205020404" pitchFamily="49" charset="0"/>
            </a:endParaRPr>
          </a:p>
        </p:txBody>
      </p:sp>
      <p:sp>
        <p:nvSpPr>
          <p:cNvPr id="29701" name="Rectangle 4">
            <a:extLst>
              <a:ext uri="{FF2B5EF4-FFF2-40B4-BE49-F238E27FC236}">
                <a16:creationId xmlns:a16="http://schemas.microsoft.com/office/drawing/2014/main" id="{265D3646-8AB7-1758-352E-FBC877AC2636}"/>
              </a:ext>
            </a:extLst>
          </p:cNvPr>
          <p:cNvSpPr>
            <a:spLocks noChangeArrowheads="1"/>
          </p:cNvSpPr>
          <p:nvPr/>
        </p:nvSpPr>
        <p:spPr bwMode="auto">
          <a:xfrm>
            <a:off x="4083943" y="3656708"/>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29702" name="Rectangle 11">
            <a:extLst>
              <a:ext uri="{FF2B5EF4-FFF2-40B4-BE49-F238E27FC236}">
                <a16:creationId xmlns:a16="http://schemas.microsoft.com/office/drawing/2014/main" id="{3EDC1FF3-3347-F303-A86E-8627453AED4B}"/>
              </a:ext>
            </a:extLst>
          </p:cNvPr>
          <p:cNvSpPr>
            <a:spLocks noChangeArrowheads="1"/>
          </p:cNvSpPr>
          <p:nvPr/>
        </p:nvSpPr>
        <p:spPr bwMode="auto">
          <a:xfrm>
            <a:off x="3758903" y="3644206"/>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graphicFrame>
        <p:nvGraphicFramePr>
          <p:cNvPr id="29703" name="Object 10">
            <a:extLst>
              <a:ext uri="{FF2B5EF4-FFF2-40B4-BE49-F238E27FC236}">
                <a16:creationId xmlns:a16="http://schemas.microsoft.com/office/drawing/2014/main" id="{34F0725A-D568-86C2-FEF8-92CFC67FECEE}"/>
              </a:ext>
            </a:extLst>
          </p:cNvPr>
          <p:cNvGraphicFramePr>
            <a:graphicFrameLocks noChangeAspect="1"/>
          </p:cNvGraphicFramePr>
          <p:nvPr/>
        </p:nvGraphicFramePr>
        <p:xfrm>
          <a:off x="1141910" y="3900488"/>
          <a:ext cx="11497270" cy="3196233"/>
        </p:xfrm>
        <a:graphic>
          <a:graphicData uri="http://schemas.openxmlformats.org/presentationml/2006/ole">
            <mc:AlternateContent xmlns:mc="http://schemas.openxmlformats.org/markup-compatibility/2006">
              <mc:Choice xmlns:v="urn:schemas-microsoft-com:vml" Requires="v">
                <p:oleObj name="Picture" r:id="rId2" imgW="4698703" imgH="1306722" progId="Word.Picture.8">
                  <p:embed/>
                </p:oleObj>
              </mc:Choice>
              <mc:Fallback>
                <p:oleObj name="Picture" r:id="rId2" imgW="4698703" imgH="1306722" progId="Word.Picture.8">
                  <p:embed/>
                  <p:pic>
                    <p:nvPicPr>
                      <p:cNvPr id="29703" name="Object 10">
                        <a:extLst>
                          <a:ext uri="{FF2B5EF4-FFF2-40B4-BE49-F238E27FC236}">
                            <a16:creationId xmlns:a16="http://schemas.microsoft.com/office/drawing/2014/main" id="{34F0725A-D568-86C2-FEF8-92CFC67FEC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910" y="3900488"/>
                        <a:ext cx="11497270" cy="3196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4" name="Line 6">
            <a:extLst>
              <a:ext uri="{FF2B5EF4-FFF2-40B4-BE49-F238E27FC236}">
                <a16:creationId xmlns:a16="http://schemas.microsoft.com/office/drawing/2014/main" id="{C3001D98-8D0A-8722-769B-1DC49B401CD1}"/>
              </a:ext>
            </a:extLst>
          </p:cNvPr>
          <p:cNvSpPr>
            <a:spLocks noChangeShapeType="1"/>
          </p:cNvSpPr>
          <p:nvPr/>
        </p:nvSpPr>
        <p:spPr bwMode="auto">
          <a:xfrm>
            <a:off x="3140075" y="2400299"/>
            <a:ext cx="800100" cy="3700463"/>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9705" name="Line 7">
            <a:extLst>
              <a:ext uri="{FF2B5EF4-FFF2-40B4-BE49-F238E27FC236}">
                <a16:creationId xmlns:a16="http://schemas.microsoft.com/office/drawing/2014/main" id="{506FDB1E-276D-7196-C847-62E4A89EAFA7}"/>
              </a:ext>
            </a:extLst>
          </p:cNvPr>
          <p:cNvSpPr>
            <a:spLocks noChangeShapeType="1"/>
          </p:cNvSpPr>
          <p:nvPr/>
        </p:nvSpPr>
        <p:spPr bwMode="auto">
          <a:xfrm flipH="1">
            <a:off x="4540250" y="2400299"/>
            <a:ext cx="3400425" cy="1900238"/>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9706" name="Line 9">
            <a:extLst>
              <a:ext uri="{FF2B5EF4-FFF2-40B4-BE49-F238E27FC236}">
                <a16:creationId xmlns:a16="http://schemas.microsoft.com/office/drawing/2014/main" id="{99A70CFC-5163-0152-5299-B84EE4294E5C}"/>
              </a:ext>
            </a:extLst>
          </p:cNvPr>
          <p:cNvSpPr>
            <a:spLocks noChangeShapeType="1"/>
          </p:cNvSpPr>
          <p:nvPr/>
        </p:nvSpPr>
        <p:spPr bwMode="auto">
          <a:xfrm flipH="1">
            <a:off x="9040812" y="2900362"/>
            <a:ext cx="200025" cy="120015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9707" name="Line 8">
            <a:extLst>
              <a:ext uri="{FF2B5EF4-FFF2-40B4-BE49-F238E27FC236}">
                <a16:creationId xmlns:a16="http://schemas.microsoft.com/office/drawing/2014/main" id="{7D51CA9A-E3AD-8A34-76AD-D7810A7AA8AF}"/>
              </a:ext>
            </a:extLst>
          </p:cNvPr>
          <p:cNvSpPr>
            <a:spLocks noChangeShapeType="1"/>
          </p:cNvSpPr>
          <p:nvPr/>
        </p:nvSpPr>
        <p:spPr bwMode="auto">
          <a:xfrm>
            <a:off x="5340349" y="2900362"/>
            <a:ext cx="3300413" cy="32004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a:extLst>
              <a:ext uri="{FF2B5EF4-FFF2-40B4-BE49-F238E27FC236}">
                <a16:creationId xmlns:a16="http://schemas.microsoft.com/office/drawing/2014/main" id="{87D23E7F-FD5B-CF91-E778-943509EF71A6}"/>
              </a:ext>
            </a:extLst>
          </p:cNvPr>
          <p:cNvSpPr>
            <a:spLocks noGrp="1" noChangeArrowheads="1"/>
          </p:cNvSpPr>
          <p:nvPr>
            <p:ph type="title"/>
          </p:nvPr>
        </p:nvSpPr>
        <p:spPr>
          <a:xfrm>
            <a:off x="1739900" y="300037"/>
            <a:ext cx="10201275" cy="975122"/>
          </a:xfrm>
        </p:spPr>
        <p:txBody>
          <a:bodyPr/>
          <a:lstStyle/>
          <a:p>
            <a:pPr algn="ctr"/>
            <a:r>
              <a:rPr lang="en-US" altLang="en-US" b="1" dirty="0"/>
              <a:t>Using Object Streams</a:t>
            </a:r>
          </a:p>
        </p:txBody>
      </p:sp>
      <p:sp>
        <p:nvSpPr>
          <p:cNvPr id="30724" name="Rectangle 7">
            <a:extLst>
              <a:ext uri="{FF2B5EF4-FFF2-40B4-BE49-F238E27FC236}">
                <a16:creationId xmlns:a16="http://schemas.microsoft.com/office/drawing/2014/main" id="{AEE8D4A5-BD69-3214-8985-84DC127EEBCC}"/>
              </a:ext>
            </a:extLst>
          </p:cNvPr>
          <p:cNvSpPr>
            <a:spLocks noChangeArrowheads="1"/>
          </p:cNvSpPr>
          <p:nvPr/>
        </p:nvSpPr>
        <p:spPr bwMode="auto">
          <a:xfrm>
            <a:off x="3890168" y="3219153"/>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30725" name="Rectangle 8">
            <a:extLst>
              <a:ext uri="{FF2B5EF4-FFF2-40B4-BE49-F238E27FC236}">
                <a16:creationId xmlns:a16="http://schemas.microsoft.com/office/drawing/2014/main" id="{B52C051C-C86D-5F78-8F55-FD3406D04CF3}"/>
              </a:ext>
            </a:extLst>
          </p:cNvPr>
          <p:cNvSpPr>
            <a:spLocks noGrp="1" noChangeArrowheads="1"/>
          </p:cNvSpPr>
          <p:nvPr>
            <p:ph type="body" idx="1"/>
          </p:nvPr>
        </p:nvSpPr>
        <p:spPr>
          <a:xfrm>
            <a:off x="1239837" y="1500187"/>
            <a:ext cx="11101388" cy="4600575"/>
          </a:xfrm>
        </p:spPr>
        <p:txBody>
          <a:bodyPr/>
          <a:lstStyle/>
          <a:p>
            <a:pPr marL="0" indent="0">
              <a:buNone/>
            </a:pPr>
            <a:r>
              <a:rPr lang="en-US" altLang="en-US" sz="3150" dirty="0">
                <a:cs typeface="Courier New" panose="02070309020205020404" pitchFamily="49" charset="0"/>
              </a:rPr>
              <a:t>You may wrap an </a:t>
            </a:r>
            <a:r>
              <a:rPr lang="en-US" altLang="en-US" sz="3150" dirty="0" err="1">
                <a:cs typeface="Courier New" panose="02070309020205020404" pitchFamily="49" charset="0"/>
              </a:rPr>
              <a:t>ObjectInputStream</a:t>
            </a:r>
            <a:r>
              <a:rPr lang="en-US" altLang="en-US" sz="3150" dirty="0">
                <a:cs typeface="Courier New" panose="02070309020205020404" pitchFamily="49" charset="0"/>
              </a:rPr>
              <a:t>/</a:t>
            </a:r>
            <a:r>
              <a:rPr lang="en-US" altLang="en-US" sz="3150" dirty="0" err="1">
                <a:cs typeface="Courier New" panose="02070309020205020404" pitchFamily="49" charset="0"/>
              </a:rPr>
              <a:t>ObjectOutputStream</a:t>
            </a:r>
            <a:r>
              <a:rPr lang="en-US" altLang="en-US" sz="3150" dirty="0">
                <a:cs typeface="Courier New" panose="02070309020205020404" pitchFamily="49" charset="0"/>
              </a:rPr>
              <a:t> on any </a:t>
            </a:r>
            <a:r>
              <a:rPr lang="en-US" altLang="en-US" sz="3150" dirty="0" err="1">
                <a:cs typeface="Courier New" panose="02070309020205020404" pitchFamily="49" charset="0"/>
              </a:rPr>
              <a:t>InputStream</a:t>
            </a:r>
            <a:r>
              <a:rPr lang="en-US" altLang="en-US" sz="3150" dirty="0">
                <a:cs typeface="Courier New" panose="02070309020205020404" pitchFamily="49" charset="0"/>
              </a:rPr>
              <a:t>/</a:t>
            </a:r>
            <a:r>
              <a:rPr lang="en-US" altLang="en-US" sz="3150" dirty="0" err="1">
                <a:cs typeface="Courier New" panose="02070309020205020404" pitchFamily="49" charset="0"/>
              </a:rPr>
              <a:t>OutputStream</a:t>
            </a:r>
            <a:r>
              <a:rPr lang="en-US" altLang="en-US" sz="3150" dirty="0">
                <a:cs typeface="Courier New" panose="02070309020205020404" pitchFamily="49" charset="0"/>
              </a:rPr>
              <a:t> using the following constructors:</a:t>
            </a:r>
          </a:p>
          <a:p>
            <a:pPr marL="0" indent="0">
              <a:buNone/>
            </a:pPr>
            <a:endParaRPr lang="en-US" altLang="en-US" sz="3150" dirty="0">
              <a:cs typeface="Times New Roman" panose="02020603050405020304" pitchFamily="18" charset="0"/>
            </a:endParaRPr>
          </a:p>
          <a:p>
            <a:pPr lvl="1">
              <a:buFontTx/>
              <a:buNone/>
            </a:pPr>
            <a:r>
              <a:rPr lang="en-US" altLang="en-US" sz="2625" dirty="0">
                <a:cs typeface="Courier New" panose="02070309020205020404" pitchFamily="49" charset="0"/>
              </a:rPr>
              <a:t>// Create an </a:t>
            </a:r>
            <a:r>
              <a:rPr lang="en-US" altLang="en-US" sz="2625" dirty="0" err="1">
                <a:cs typeface="Courier New" panose="02070309020205020404" pitchFamily="49" charset="0"/>
              </a:rPr>
              <a:t>ObjectInputStream</a:t>
            </a:r>
            <a:endParaRPr lang="en-US" altLang="en-US" sz="2625" dirty="0">
              <a:cs typeface="Times New Roman" panose="02020603050405020304" pitchFamily="18" charset="0"/>
            </a:endParaRPr>
          </a:p>
          <a:p>
            <a:pPr lvl="1">
              <a:buFontTx/>
              <a:buNone/>
            </a:pPr>
            <a:r>
              <a:rPr lang="en-US" altLang="en-US" sz="2625" dirty="0">
                <a:cs typeface="Courier New" panose="02070309020205020404" pitchFamily="49" charset="0"/>
              </a:rPr>
              <a:t>public </a:t>
            </a:r>
            <a:r>
              <a:rPr lang="en-US" altLang="en-US" sz="2625" dirty="0" err="1">
                <a:cs typeface="Courier New" panose="02070309020205020404" pitchFamily="49" charset="0"/>
              </a:rPr>
              <a:t>ObjectInputStream</a:t>
            </a:r>
            <a:r>
              <a:rPr lang="en-US" altLang="en-US" sz="2625" dirty="0">
                <a:cs typeface="Courier New" panose="02070309020205020404" pitchFamily="49" charset="0"/>
              </a:rPr>
              <a:t>(</a:t>
            </a:r>
            <a:r>
              <a:rPr lang="en-US" altLang="en-US" sz="2625" dirty="0" err="1">
                <a:cs typeface="Courier New" panose="02070309020205020404" pitchFamily="49" charset="0"/>
              </a:rPr>
              <a:t>InputStream</a:t>
            </a:r>
            <a:r>
              <a:rPr lang="en-US" altLang="en-US" sz="2625" dirty="0">
                <a:cs typeface="Courier New" panose="02070309020205020404" pitchFamily="49" charset="0"/>
              </a:rPr>
              <a:t> in)</a:t>
            </a:r>
            <a:endParaRPr lang="en-US" altLang="en-US" sz="2625" dirty="0">
              <a:cs typeface="Times New Roman" panose="02020603050405020304" pitchFamily="18" charset="0"/>
            </a:endParaRPr>
          </a:p>
          <a:p>
            <a:pPr lvl="1">
              <a:buFontTx/>
              <a:buNone/>
            </a:pPr>
            <a:r>
              <a:rPr lang="en-US" altLang="en-US" sz="2625" dirty="0">
                <a:cs typeface="Courier New" panose="02070309020205020404" pitchFamily="49" charset="0"/>
              </a:rPr>
              <a:t> </a:t>
            </a:r>
            <a:endParaRPr lang="en-US" altLang="en-US" sz="2625" dirty="0">
              <a:cs typeface="Times New Roman" panose="02020603050405020304" pitchFamily="18" charset="0"/>
            </a:endParaRPr>
          </a:p>
          <a:p>
            <a:pPr lvl="1">
              <a:buFontTx/>
              <a:buNone/>
            </a:pPr>
            <a:r>
              <a:rPr lang="en-US" altLang="en-US" sz="2625" dirty="0">
                <a:cs typeface="Courier New" panose="02070309020205020404" pitchFamily="49" charset="0"/>
              </a:rPr>
              <a:t>// Create an </a:t>
            </a:r>
            <a:r>
              <a:rPr lang="en-US" altLang="en-US" sz="2625" dirty="0" err="1">
                <a:cs typeface="Courier New" panose="02070309020205020404" pitchFamily="49" charset="0"/>
              </a:rPr>
              <a:t>ObjectOutputStream</a:t>
            </a:r>
            <a:endParaRPr lang="en-US" altLang="en-US" sz="2625" dirty="0">
              <a:cs typeface="Times New Roman" panose="02020603050405020304" pitchFamily="18" charset="0"/>
            </a:endParaRPr>
          </a:p>
          <a:p>
            <a:pPr lvl="1">
              <a:buFontTx/>
              <a:buNone/>
            </a:pPr>
            <a:r>
              <a:rPr lang="en-US" altLang="en-US" sz="2625" dirty="0">
                <a:cs typeface="Courier New" panose="02070309020205020404" pitchFamily="49" charset="0"/>
              </a:rPr>
              <a:t>public </a:t>
            </a:r>
            <a:r>
              <a:rPr lang="en-US" altLang="en-US" sz="2625" dirty="0" err="1">
                <a:cs typeface="Courier New" panose="02070309020205020404" pitchFamily="49" charset="0"/>
              </a:rPr>
              <a:t>ObjectOutputStream</a:t>
            </a:r>
            <a:r>
              <a:rPr lang="en-US" altLang="en-US" sz="2625" dirty="0">
                <a:cs typeface="Courier New" panose="02070309020205020404" pitchFamily="49" charset="0"/>
              </a:rPr>
              <a:t>(</a:t>
            </a:r>
            <a:r>
              <a:rPr lang="en-US" altLang="en-US" sz="2625" dirty="0" err="1">
                <a:cs typeface="Courier New" panose="02070309020205020404" pitchFamily="49" charset="0"/>
              </a:rPr>
              <a:t>OutputStream</a:t>
            </a:r>
            <a:r>
              <a:rPr lang="en-US" altLang="en-US" sz="2625" dirty="0">
                <a:cs typeface="Courier New" panose="02070309020205020404" pitchFamily="49" charset="0"/>
              </a:rPr>
              <a:t> out) </a:t>
            </a:r>
          </a:p>
        </p:txBody>
      </p:sp>
      <p:sp>
        <p:nvSpPr>
          <p:cNvPr id="30726" name="Rectangle 13">
            <a:hlinkClick r:id="rId2"/>
            <a:extLst>
              <a:ext uri="{FF2B5EF4-FFF2-40B4-BE49-F238E27FC236}">
                <a16:creationId xmlns:a16="http://schemas.microsoft.com/office/drawing/2014/main" id="{89F4E63A-A8A3-5643-4B79-6F544F859CE2}"/>
              </a:ext>
            </a:extLst>
          </p:cNvPr>
          <p:cNvSpPr>
            <a:spLocks noChangeArrowheads="1"/>
          </p:cNvSpPr>
          <p:nvPr/>
        </p:nvSpPr>
        <p:spPr bwMode="auto">
          <a:xfrm>
            <a:off x="7090568" y="7200899"/>
            <a:ext cx="3750469"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TestObjectInputStream</a:t>
            </a:r>
          </a:p>
        </p:txBody>
      </p:sp>
      <p:sp>
        <p:nvSpPr>
          <p:cNvPr id="30727" name="AutoShape 10">
            <a:hlinkClick r:id="rId3" action="ppaction://program" highlightClick="1"/>
            <a:extLst>
              <a:ext uri="{FF2B5EF4-FFF2-40B4-BE49-F238E27FC236}">
                <a16:creationId xmlns:a16="http://schemas.microsoft.com/office/drawing/2014/main" id="{09E0C1E3-7DB2-76D7-BE0F-6191BF3732C6}"/>
              </a:ext>
            </a:extLst>
          </p:cNvPr>
          <p:cNvSpPr>
            <a:spLocks noChangeArrowheads="1"/>
          </p:cNvSpPr>
          <p:nvPr/>
        </p:nvSpPr>
        <p:spPr bwMode="auto">
          <a:xfrm>
            <a:off x="11041062" y="7200899"/>
            <a:ext cx="916781"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
        <p:nvSpPr>
          <p:cNvPr id="30728" name="Rectangle 15">
            <a:hlinkClick r:id="rId4"/>
            <a:extLst>
              <a:ext uri="{FF2B5EF4-FFF2-40B4-BE49-F238E27FC236}">
                <a16:creationId xmlns:a16="http://schemas.microsoft.com/office/drawing/2014/main" id="{902816C7-BBD4-9AF4-068C-BD20AB0C9618}"/>
              </a:ext>
            </a:extLst>
          </p:cNvPr>
          <p:cNvSpPr>
            <a:spLocks noChangeArrowheads="1"/>
          </p:cNvSpPr>
          <p:nvPr/>
        </p:nvSpPr>
        <p:spPr bwMode="auto">
          <a:xfrm>
            <a:off x="7090568" y="6500812"/>
            <a:ext cx="3750469"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TestObjectOutputStream</a:t>
            </a:r>
          </a:p>
        </p:txBody>
      </p:sp>
      <p:sp>
        <p:nvSpPr>
          <p:cNvPr id="30729" name="AutoShape 10">
            <a:hlinkClick r:id="rId5" action="ppaction://program" highlightClick="1"/>
            <a:extLst>
              <a:ext uri="{FF2B5EF4-FFF2-40B4-BE49-F238E27FC236}">
                <a16:creationId xmlns:a16="http://schemas.microsoft.com/office/drawing/2014/main" id="{BD04E639-FDA5-1302-6DDC-5AEBD42B283B}"/>
              </a:ext>
            </a:extLst>
          </p:cNvPr>
          <p:cNvSpPr>
            <a:spLocks noChangeArrowheads="1"/>
          </p:cNvSpPr>
          <p:nvPr/>
        </p:nvSpPr>
        <p:spPr bwMode="auto">
          <a:xfrm>
            <a:off x="11041062" y="6500812"/>
            <a:ext cx="916781"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BA74023E-15F1-98CE-24BD-9667059CAD54}"/>
              </a:ext>
            </a:extLst>
          </p:cNvPr>
          <p:cNvSpPr>
            <a:spLocks noGrp="1" noChangeArrowheads="1"/>
          </p:cNvSpPr>
          <p:nvPr>
            <p:ph type="title"/>
          </p:nvPr>
        </p:nvSpPr>
        <p:spPr>
          <a:xfrm>
            <a:off x="1739900" y="171456"/>
            <a:ext cx="10201275" cy="1875234"/>
          </a:xfrm>
        </p:spPr>
        <p:txBody>
          <a:bodyPr/>
          <a:lstStyle/>
          <a:p>
            <a:pPr algn="ctr"/>
            <a:r>
              <a:rPr lang="en-US" altLang="en-US" b="1" dirty="0"/>
              <a:t>The </a:t>
            </a:r>
            <a:r>
              <a:rPr lang="en-US" altLang="en-US" b="1" dirty="0">
                <a:latin typeface="Courier New" panose="02070309020205020404" pitchFamily="49" charset="0"/>
              </a:rPr>
              <a:t>Serializable</a:t>
            </a:r>
            <a:r>
              <a:rPr lang="en-US" altLang="en-US" b="1" dirty="0"/>
              <a:t> Interface</a:t>
            </a:r>
          </a:p>
        </p:txBody>
      </p:sp>
      <p:sp>
        <p:nvSpPr>
          <p:cNvPr id="31748" name="Rectangle 3">
            <a:extLst>
              <a:ext uri="{FF2B5EF4-FFF2-40B4-BE49-F238E27FC236}">
                <a16:creationId xmlns:a16="http://schemas.microsoft.com/office/drawing/2014/main" id="{29B1A8E3-987E-FAFC-A02F-F5F4BC59A567}"/>
              </a:ext>
            </a:extLst>
          </p:cNvPr>
          <p:cNvSpPr>
            <a:spLocks noGrp="1" noChangeArrowheads="1"/>
          </p:cNvSpPr>
          <p:nvPr>
            <p:ph type="body" idx="1"/>
          </p:nvPr>
        </p:nvSpPr>
        <p:spPr>
          <a:xfrm>
            <a:off x="1139825" y="1343023"/>
            <a:ext cx="11401425" cy="6000750"/>
          </a:xfrm>
        </p:spPr>
        <p:txBody>
          <a:bodyPr/>
          <a:lstStyle/>
          <a:p>
            <a:pPr marL="0" indent="0">
              <a:buNone/>
            </a:pPr>
            <a:r>
              <a:rPr lang="en-US" altLang="en-US" sz="3150" dirty="0">
                <a:cs typeface="Courier New" panose="02070309020205020404" pitchFamily="49" charset="0"/>
              </a:rPr>
              <a:t>Not all objects can be written to an output stream. Objects that can be written to an object stream is said to be </a:t>
            </a:r>
            <a:r>
              <a:rPr lang="en-US" altLang="en-US" sz="3150" i="1" dirty="0">
                <a:cs typeface="Courier New" panose="02070309020205020404" pitchFamily="49" charset="0"/>
              </a:rPr>
              <a:t>serializable</a:t>
            </a:r>
            <a:r>
              <a:rPr lang="en-US" altLang="en-US" sz="3150" dirty="0">
                <a:cs typeface="Courier New" panose="02070309020205020404" pitchFamily="49" charset="0"/>
              </a:rPr>
              <a:t>. A serializable object is an instance of the </a:t>
            </a:r>
            <a:r>
              <a:rPr lang="en-US" altLang="en-US" sz="3150" dirty="0" err="1">
                <a:cs typeface="Courier New" panose="02070309020205020404" pitchFamily="49" charset="0"/>
              </a:rPr>
              <a:t>java.io.Serializable</a:t>
            </a:r>
            <a:r>
              <a:rPr lang="en-US" altLang="en-US" sz="3150" dirty="0">
                <a:cs typeface="Courier New" panose="02070309020205020404" pitchFamily="49" charset="0"/>
              </a:rPr>
              <a:t> interface. So the class of a serializable object must implement Serializable. </a:t>
            </a:r>
          </a:p>
          <a:p>
            <a:pPr marL="0" indent="0">
              <a:buNone/>
            </a:pPr>
            <a:endParaRPr lang="en-US" altLang="en-US" sz="3150" dirty="0">
              <a:cs typeface="Times New Roman" panose="02020603050405020304" pitchFamily="18" charset="0"/>
            </a:endParaRPr>
          </a:p>
          <a:p>
            <a:pPr marL="0" indent="0">
              <a:buNone/>
            </a:pPr>
            <a:r>
              <a:rPr lang="en-US" altLang="en-US" sz="3150" dirty="0"/>
              <a:t>The Serializable interface is a marker interface. It has no methods, so you don't need to add additional code in your class that implements Serializable.</a:t>
            </a:r>
          </a:p>
          <a:p>
            <a:pPr marL="0" indent="0">
              <a:buNone/>
            </a:pPr>
            <a:endParaRPr lang="en-US" altLang="en-US" sz="3150" dirty="0"/>
          </a:p>
          <a:p>
            <a:pPr marL="0" indent="0">
              <a:buNone/>
            </a:pPr>
            <a:r>
              <a:rPr lang="en-US" altLang="en-US" sz="3150" dirty="0"/>
              <a:t>Implementing this interface enables the Java serialization mechanism to automate the process of storing the objects and arrays. </a:t>
            </a: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2C5DC756-9C5C-B30F-18A4-CDC84095108B}"/>
              </a:ext>
            </a:extLst>
          </p:cNvPr>
          <p:cNvSpPr>
            <a:spLocks noGrp="1" noChangeArrowheads="1"/>
          </p:cNvSpPr>
          <p:nvPr>
            <p:ph type="title"/>
          </p:nvPr>
        </p:nvSpPr>
        <p:spPr>
          <a:xfrm>
            <a:off x="1739900" y="300037"/>
            <a:ext cx="10201275" cy="875109"/>
          </a:xfrm>
        </p:spPr>
        <p:txBody>
          <a:bodyPr/>
          <a:lstStyle/>
          <a:p>
            <a:pPr algn="ctr"/>
            <a:r>
              <a:rPr lang="en-US" altLang="en-US" b="1" dirty="0"/>
              <a:t>The </a:t>
            </a:r>
            <a:r>
              <a:rPr lang="en-US" altLang="en-US" b="1" dirty="0">
                <a:latin typeface="Courier New" panose="02070309020205020404" pitchFamily="49" charset="0"/>
              </a:rPr>
              <a:t>transient</a:t>
            </a:r>
            <a:r>
              <a:rPr lang="en-US" altLang="en-US" b="1" dirty="0"/>
              <a:t> Keyword</a:t>
            </a:r>
          </a:p>
        </p:txBody>
      </p:sp>
      <p:sp>
        <p:nvSpPr>
          <p:cNvPr id="32772" name="Rectangle 3">
            <a:extLst>
              <a:ext uri="{FF2B5EF4-FFF2-40B4-BE49-F238E27FC236}">
                <a16:creationId xmlns:a16="http://schemas.microsoft.com/office/drawing/2014/main" id="{8FB49273-7FAE-8B5E-F380-F68BF439A67F}"/>
              </a:ext>
            </a:extLst>
          </p:cNvPr>
          <p:cNvSpPr>
            <a:spLocks noGrp="1" noChangeArrowheads="1"/>
          </p:cNvSpPr>
          <p:nvPr>
            <p:ph type="body" idx="1"/>
          </p:nvPr>
        </p:nvSpPr>
        <p:spPr>
          <a:xfrm>
            <a:off x="1139825" y="1800225"/>
            <a:ext cx="11401425" cy="6000750"/>
          </a:xfrm>
        </p:spPr>
        <p:txBody>
          <a:bodyPr/>
          <a:lstStyle/>
          <a:p>
            <a:pPr marL="0" indent="0">
              <a:buNone/>
            </a:pPr>
            <a:r>
              <a:rPr lang="en-US" altLang="en-US" sz="3675" dirty="0">
                <a:cs typeface="Courier New" panose="02070309020205020404" pitchFamily="49" charset="0"/>
              </a:rPr>
              <a:t>If an object is an instance of Serializable, but it contains non-serializable instance data fields, can the object be serialized? The answer is no. To enable the object to be serialized, you can use the transient keyword to mark these data fields to tell the JVM to ignore these fields when writing the object to an object stream. </a:t>
            </a: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A23754A5-7831-FF31-C01B-830F55FFCF8F}"/>
              </a:ext>
            </a:extLst>
          </p:cNvPr>
          <p:cNvSpPr>
            <a:spLocks noGrp="1" noChangeArrowheads="1"/>
          </p:cNvSpPr>
          <p:nvPr>
            <p:ph type="title"/>
          </p:nvPr>
        </p:nvSpPr>
        <p:spPr>
          <a:xfrm>
            <a:off x="1239837" y="300037"/>
            <a:ext cx="11201400" cy="875109"/>
          </a:xfrm>
        </p:spPr>
        <p:txBody>
          <a:bodyPr/>
          <a:lstStyle/>
          <a:p>
            <a:pPr algn="ctr"/>
            <a:r>
              <a:rPr lang="en-US" altLang="en-US" b="1" dirty="0"/>
              <a:t>The </a:t>
            </a:r>
            <a:r>
              <a:rPr lang="en-US" altLang="en-US" b="1" dirty="0">
                <a:latin typeface="Courier New" panose="02070309020205020404" pitchFamily="49" charset="0"/>
              </a:rPr>
              <a:t>transient</a:t>
            </a:r>
            <a:r>
              <a:rPr lang="en-US" altLang="en-US" b="1" dirty="0"/>
              <a:t> Keyword, cont.</a:t>
            </a:r>
          </a:p>
        </p:txBody>
      </p:sp>
      <p:sp>
        <p:nvSpPr>
          <p:cNvPr id="33796" name="Rectangle 3">
            <a:extLst>
              <a:ext uri="{FF2B5EF4-FFF2-40B4-BE49-F238E27FC236}">
                <a16:creationId xmlns:a16="http://schemas.microsoft.com/office/drawing/2014/main" id="{562CBD75-C7A9-C366-7901-8E754EE5B19C}"/>
              </a:ext>
            </a:extLst>
          </p:cNvPr>
          <p:cNvSpPr>
            <a:spLocks noGrp="1" noChangeArrowheads="1"/>
          </p:cNvSpPr>
          <p:nvPr>
            <p:ph type="body" idx="1"/>
          </p:nvPr>
        </p:nvSpPr>
        <p:spPr>
          <a:xfrm>
            <a:off x="1139824" y="1500187"/>
            <a:ext cx="11501438" cy="6900863"/>
          </a:xfrm>
        </p:spPr>
        <p:txBody>
          <a:bodyPr/>
          <a:lstStyle/>
          <a:p>
            <a:pPr marL="0" indent="0">
              <a:lnSpc>
                <a:spcPct val="90000"/>
              </a:lnSpc>
              <a:buNone/>
            </a:pPr>
            <a:r>
              <a:rPr lang="en-US" altLang="en-US" sz="3150" dirty="0">
                <a:cs typeface="Courier New" panose="02070309020205020404" pitchFamily="49" charset="0"/>
              </a:rPr>
              <a:t>Consider the following class:</a:t>
            </a:r>
            <a:endParaRPr lang="en-US" altLang="en-US" sz="3150" dirty="0">
              <a:cs typeface="Times New Roman" panose="02020603050405020304" pitchFamily="18" charset="0"/>
            </a:endParaRPr>
          </a:p>
          <a:p>
            <a:pPr marL="0" indent="0">
              <a:lnSpc>
                <a:spcPct val="90000"/>
              </a:lnSpc>
              <a:buNone/>
            </a:pPr>
            <a:r>
              <a:rPr lang="en-US" altLang="en-US" sz="3150" dirty="0">
                <a:cs typeface="Courier New" panose="02070309020205020404" pitchFamily="49" charset="0"/>
              </a:rPr>
              <a:t> </a:t>
            </a:r>
            <a:endParaRPr lang="en-US" altLang="en-US" sz="3150" dirty="0">
              <a:cs typeface="Times New Roman" panose="02020603050405020304" pitchFamily="18" charset="0"/>
            </a:endParaRPr>
          </a:p>
          <a:p>
            <a:pPr marL="0" indent="0">
              <a:lnSpc>
                <a:spcPct val="90000"/>
              </a:lnSpc>
              <a:buNone/>
            </a:pPr>
            <a:r>
              <a:rPr lang="en-US" altLang="en-US" sz="2625" b="1" dirty="0">
                <a:solidFill>
                  <a:schemeClr val="tx2"/>
                </a:solidFill>
                <a:latin typeface="Courier New" panose="02070309020205020404" pitchFamily="49" charset="0"/>
                <a:cs typeface="Courier New" panose="02070309020205020404" pitchFamily="49" charset="0"/>
              </a:rPr>
              <a:t>public class Foo implements </a:t>
            </a:r>
            <a:r>
              <a:rPr lang="en-US" altLang="en-US" sz="2625" b="1" dirty="0" err="1">
                <a:solidFill>
                  <a:schemeClr val="tx2"/>
                </a:solidFill>
                <a:latin typeface="Courier New" panose="02070309020205020404" pitchFamily="49" charset="0"/>
                <a:cs typeface="Courier New" panose="02070309020205020404" pitchFamily="49" charset="0"/>
              </a:rPr>
              <a:t>java.io.Serializable</a:t>
            </a:r>
            <a:r>
              <a:rPr lang="en-US" altLang="en-US" sz="2625" b="1" dirty="0">
                <a:solidFill>
                  <a:schemeClr val="tx2"/>
                </a:solidFill>
                <a:latin typeface="Courier New" panose="02070309020205020404" pitchFamily="49" charset="0"/>
                <a:cs typeface="Courier New" panose="02070309020205020404" pitchFamily="49" charset="0"/>
              </a:rPr>
              <a:t> {  </a:t>
            </a:r>
            <a:endParaRPr lang="en-US" altLang="en-US" sz="2625" b="1" dirty="0">
              <a:solidFill>
                <a:schemeClr val="tx2"/>
              </a:solidFill>
              <a:latin typeface="Courier New" panose="02070309020205020404" pitchFamily="49" charset="0"/>
              <a:cs typeface="Times New Roman" panose="02020603050405020304" pitchFamily="18" charset="0"/>
            </a:endParaRPr>
          </a:p>
          <a:p>
            <a:pPr marL="0" indent="0">
              <a:lnSpc>
                <a:spcPct val="90000"/>
              </a:lnSpc>
              <a:buNone/>
            </a:pPr>
            <a:r>
              <a:rPr lang="en-US" altLang="en-US" sz="2625" b="1" dirty="0">
                <a:solidFill>
                  <a:schemeClr val="tx2"/>
                </a:solidFill>
                <a:latin typeface="Courier New" panose="02070309020205020404" pitchFamily="49" charset="0"/>
                <a:cs typeface="Courier New" panose="02070309020205020404" pitchFamily="49" charset="0"/>
              </a:rPr>
              <a:t>  private int v1;</a:t>
            </a:r>
            <a:endParaRPr lang="en-US" altLang="en-US" sz="2625" b="1" dirty="0">
              <a:solidFill>
                <a:schemeClr val="tx2"/>
              </a:solidFill>
              <a:latin typeface="Courier New" panose="02070309020205020404" pitchFamily="49" charset="0"/>
              <a:cs typeface="Times New Roman" panose="02020603050405020304" pitchFamily="18" charset="0"/>
            </a:endParaRPr>
          </a:p>
          <a:p>
            <a:pPr marL="0" indent="0">
              <a:lnSpc>
                <a:spcPct val="90000"/>
              </a:lnSpc>
              <a:buNone/>
            </a:pPr>
            <a:r>
              <a:rPr lang="en-US" altLang="en-US" sz="2625" b="1" dirty="0">
                <a:solidFill>
                  <a:schemeClr val="tx2"/>
                </a:solidFill>
                <a:latin typeface="Courier New" panose="02070309020205020404" pitchFamily="49" charset="0"/>
                <a:cs typeface="Courier New" panose="02070309020205020404" pitchFamily="49" charset="0"/>
              </a:rPr>
              <a:t>  private static double v2;</a:t>
            </a:r>
            <a:endParaRPr lang="en-US" altLang="en-US" sz="2625" b="1" dirty="0">
              <a:solidFill>
                <a:schemeClr val="tx2"/>
              </a:solidFill>
              <a:latin typeface="Courier New" panose="02070309020205020404" pitchFamily="49" charset="0"/>
              <a:cs typeface="Times New Roman" panose="02020603050405020304" pitchFamily="18" charset="0"/>
            </a:endParaRPr>
          </a:p>
          <a:p>
            <a:pPr marL="0" indent="0">
              <a:lnSpc>
                <a:spcPct val="90000"/>
              </a:lnSpc>
              <a:buNone/>
            </a:pPr>
            <a:r>
              <a:rPr lang="en-US" altLang="en-US" sz="2625" b="1" dirty="0">
                <a:solidFill>
                  <a:schemeClr val="tx2"/>
                </a:solidFill>
                <a:latin typeface="Courier New" panose="02070309020205020404" pitchFamily="49" charset="0"/>
                <a:cs typeface="Courier New" panose="02070309020205020404" pitchFamily="49" charset="0"/>
              </a:rPr>
              <a:t>  private transient A v3 = new A();  </a:t>
            </a:r>
            <a:endParaRPr lang="en-US" altLang="en-US" sz="2625" b="1" dirty="0">
              <a:solidFill>
                <a:schemeClr val="tx2"/>
              </a:solidFill>
              <a:latin typeface="Courier New" panose="02070309020205020404" pitchFamily="49" charset="0"/>
              <a:cs typeface="Times New Roman" panose="02020603050405020304" pitchFamily="18" charset="0"/>
            </a:endParaRPr>
          </a:p>
          <a:p>
            <a:pPr marL="0" indent="0">
              <a:lnSpc>
                <a:spcPct val="90000"/>
              </a:lnSpc>
              <a:buNone/>
            </a:pPr>
            <a:r>
              <a:rPr lang="en-US" altLang="en-US" sz="2625" b="1" dirty="0">
                <a:solidFill>
                  <a:schemeClr val="tx2"/>
                </a:solidFill>
                <a:latin typeface="Courier New" panose="02070309020205020404" pitchFamily="49" charset="0"/>
                <a:cs typeface="Courier New" panose="02070309020205020404" pitchFamily="49" charset="0"/>
              </a:rPr>
              <a:t>}</a:t>
            </a:r>
            <a:endParaRPr lang="en-US" altLang="en-US" sz="2625" b="1" dirty="0">
              <a:solidFill>
                <a:schemeClr val="tx2"/>
              </a:solidFill>
              <a:latin typeface="Courier New" panose="02070309020205020404" pitchFamily="49" charset="0"/>
              <a:cs typeface="Times New Roman" panose="02020603050405020304" pitchFamily="18" charset="0"/>
            </a:endParaRPr>
          </a:p>
          <a:p>
            <a:pPr marL="0" indent="0">
              <a:lnSpc>
                <a:spcPct val="90000"/>
              </a:lnSpc>
              <a:buNone/>
            </a:pPr>
            <a:r>
              <a:rPr lang="en-US" altLang="en-US" sz="2625" b="1" dirty="0">
                <a:solidFill>
                  <a:schemeClr val="tx2"/>
                </a:solidFill>
                <a:latin typeface="Courier New" panose="02070309020205020404" pitchFamily="49" charset="0"/>
                <a:cs typeface="Courier New" panose="02070309020205020404" pitchFamily="49" charset="0"/>
              </a:rPr>
              <a:t>class A { } // A is not serializable</a:t>
            </a:r>
            <a:endParaRPr lang="en-US" altLang="en-US" sz="2625" b="1" dirty="0">
              <a:solidFill>
                <a:schemeClr val="tx2"/>
              </a:solidFill>
              <a:latin typeface="Courier New" panose="02070309020205020404" pitchFamily="49" charset="0"/>
              <a:cs typeface="Times New Roman" panose="02020603050405020304" pitchFamily="18" charset="0"/>
            </a:endParaRPr>
          </a:p>
          <a:p>
            <a:pPr marL="0" indent="0">
              <a:lnSpc>
                <a:spcPct val="90000"/>
              </a:lnSpc>
              <a:buNone/>
            </a:pPr>
            <a:r>
              <a:rPr lang="en-US" altLang="en-US" sz="3150" dirty="0">
                <a:cs typeface="Courier New" panose="02070309020205020404" pitchFamily="49" charset="0"/>
              </a:rPr>
              <a:t> </a:t>
            </a:r>
            <a:endParaRPr lang="en-US" altLang="en-US" sz="3150" dirty="0">
              <a:cs typeface="Times New Roman" panose="02020603050405020304" pitchFamily="18" charset="0"/>
            </a:endParaRPr>
          </a:p>
          <a:p>
            <a:pPr marL="0" indent="0">
              <a:lnSpc>
                <a:spcPct val="90000"/>
              </a:lnSpc>
              <a:buNone/>
            </a:pPr>
            <a:r>
              <a:rPr lang="en-US" altLang="en-US" sz="3150" dirty="0">
                <a:cs typeface="Courier New" panose="02070309020205020404" pitchFamily="49" charset="0"/>
              </a:rPr>
              <a:t>When an object of the Foo class is serialized, only variable v1 is serialized. Variable v2 is not serialized because it is a static variable, and variable v3 is not serialized because it is marked transient. If v3 were not marked transient, a </a:t>
            </a:r>
            <a:r>
              <a:rPr lang="en-US" altLang="en-US" sz="3150" dirty="0" err="1">
                <a:cs typeface="Courier New" panose="02070309020205020404" pitchFamily="49" charset="0"/>
              </a:rPr>
              <a:t>java.io.NotSerializableException</a:t>
            </a:r>
            <a:r>
              <a:rPr lang="en-US" altLang="en-US" sz="3150" dirty="0">
                <a:cs typeface="Courier New" panose="02070309020205020404" pitchFamily="49" charset="0"/>
              </a:rPr>
              <a:t> would occur.</a:t>
            </a: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79492D95-30A7-68D5-4E4D-FB9310ABD2DD}"/>
              </a:ext>
            </a:extLst>
          </p:cNvPr>
          <p:cNvSpPr>
            <a:spLocks noGrp="1" noChangeArrowheads="1"/>
          </p:cNvSpPr>
          <p:nvPr>
            <p:ph type="title"/>
          </p:nvPr>
        </p:nvSpPr>
        <p:spPr>
          <a:xfrm>
            <a:off x="1239837" y="300037"/>
            <a:ext cx="11201400" cy="875109"/>
          </a:xfrm>
        </p:spPr>
        <p:txBody>
          <a:bodyPr/>
          <a:lstStyle/>
          <a:p>
            <a:pPr algn="ctr"/>
            <a:r>
              <a:rPr lang="en-US" altLang="en-US" b="1" dirty="0">
                <a:cs typeface="Courier New" panose="02070309020205020404" pitchFamily="49" charset="0"/>
              </a:rPr>
              <a:t>Serializing Arrays</a:t>
            </a:r>
            <a:r>
              <a:rPr lang="en-US" altLang="en-US" b="1" dirty="0"/>
              <a:t> </a:t>
            </a:r>
          </a:p>
        </p:txBody>
      </p:sp>
      <p:sp>
        <p:nvSpPr>
          <p:cNvPr id="34820" name="Rectangle 3">
            <a:extLst>
              <a:ext uri="{FF2B5EF4-FFF2-40B4-BE49-F238E27FC236}">
                <a16:creationId xmlns:a16="http://schemas.microsoft.com/office/drawing/2014/main" id="{84BE2349-20D7-19B9-1709-78E3DFFC08F7}"/>
              </a:ext>
            </a:extLst>
          </p:cNvPr>
          <p:cNvSpPr>
            <a:spLocks noGrp="1" noChangeArrowheads="1"/>
          </p:cNvSpPr>
          <p:nvPr>
            <p:ph type="body" idx="1"/>
          </p:nvPr>
        </p:nvSpPr>
        <p:spPr>
          <a:xfrm>
            <a:off x="1139824" y="1500187"/>
            <a:ext cx="11501438" cy="6900863"/>
          </a:xfrm>
        </p:spPr>
        <p:txBody>
          <a:bodyPr/>
          <a:lstStyle/>
          <a:p>
            <a:pPr marL="0" indent="0">
              <a:buNone/>
            </a:pPr>
            <a:r>
              <a:rPr lang="en-US" altLang="en-US" sz="3675" dirty="0">
                <a:cs typeface="Courier New" panose="02070309020205020404" pitchFamily="49" charset="0"/>
              </a:rPr>
              <a:t>An array is serializable if all its elements are serializable. So an entire array can be saved using </a:t>
            </a:r>
            <a:r>
              <a:rPr lang="en-US" altLang="en-US" sz="3675" dirty="0" err="1">
                <a:cs typeface="Courier New" panose="02070309020205020404" pitchFamily="49" charset="0"/>
              </a:rPr>
              <a:t>writeObject</a:t>
            </a:r>
            <a:r>
              <a:rPr lang="en-US" altLang="en-US" sz="3675" dirty="0">
                <a:cs typeface="Courier New" panose="02070309020205020404" pitchFamily="49" charset="0"/>
              </a:rPr>
              <a:t> into a file and later restored using </a:t>
            </a:r>
            <a:r>
              <a:rPr lang="en-US" altLang="en-US" sz="3675" dirty="0" err="1">
                <a:cs typeface="Courier New" panose="02070309020205020404" pitchFamily="49" charset="0"/>
              </a:rPr>
              <a:t>readObject</a:t>
            </a:r>
            <a:r>
              <a:rPr lang="en-US" altLang="en-US" sz="3675" dirty="0">
                <a:cs typeface="Courier New" panose="02070309020205020404" pitchFamily="49" charset="0"/>
              </a:rPr>
              <a:t>. Here is an example that stores an array of five int values and an array of three strings, and reads them back to display on the console.</a:t>
            </a:r>
          </a:p>
        </p:txBody>
      </p:sp>
      <p:sp>
        <p:nvSpPr>
          <p:cNvPr id="34821" name="Rectangle 7">
            <a:hlinkClick r:id="rId2"/>
            <a:extLst>
              <a:ext uri="{FF2B5EF4-FFF2-40B4-BE49-F238E27FC236}">
                <a16:creationId xmlns:a16="http://schemas.microsoft.com/office/drawing/2014/main" id="{97D7B9C9-0300-5AEA-BCE2-A10CED0D690C}"/>
              </a:ext>
            </a:extLst>
          </p:cNvPr>
          <p:cNvSpPr>
            <a:spLocks noChangeArrowheads="1"/>
          </p:cNvSpPr>
          <p:nvPr/>
        </p:nvSpPr>
        <p:spPr bwMode="auto">
          <a:xfrm>
            <a:off x="6440487" y="7700962"/>
            <a:ext cx="4167188"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TestObjectStreamForArray</a:t>
            </a:r>
          </a:p>
        </p:txBody>
      </p:sp>
      <p:sp>
        <p:nvSpPr>
          <p:cNvPr id="34822" name="AutoShape 10">
            <a:hlinkClick r:id="rId3" action="ppaction://program" highlightClick="1"/>
            <a:extLst>
              <a:ext uri="{FF2B5EF4-FFF2-40B4-BE49-F238E27FC236}">
                <a16:creationId xmlns:a16="http://schemas.microsoft.com/office/drawing/2014/main" id="{CDA3788B-64B3-87C3-D7DF-03BFEC390EF5}"/>
              </a:ext>
            </a:extLst>
          </p:cNvPr>
          <p:cNvSpPr>
            <a:spLocks noChangeArrowheads="1"/>
          </p:cNvSpPr>
          <p:nvPr/>
        </p:nvSpPr>
        <p:spPr bwMode="auto">
          <a:xfrm>
            <a:off x="10741025" y="7700962"/>
            <a:ext cx="916781"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B6F9942F-7B84-FDD7-1817-0EB2AA2C44D5}"/>
              </a:ext>
            </a:extLst>
          </p:cNvPr>
          <p:cNvSpPr>
            <a:spLocks noGrp="1" noChangeArrowheads="1"/>
          </p:cNvSpPr>
          <p:nvPr>
            <p:ph type="title"/>
          </p:nvPr>
        </p:nvSpPr>
        <p:spPr>
          <a:xfrm>
            <a:off x="1639887" y="300037"/>
            <a:ext cx="10201275" cy="800100"/>
          </a:xfrm>
        </p:spPr>
        <p:txBody>
          <a:bodyPr/>
          <a:lstStyle/>
          <a:p>
            <a:pPr algn="ctr"/>
            <a:r>
              <a:rPr lang="en-US" altLang="en-US" b="1" dirty="0"/>
              <a:t>Random Access Files</a:t>
            </a:r>
          </a:p>
        </p:txBody>
      </p:sp>
      <p:sp>
        <p:nvSpPr>
          <p:cNvPr id="35844" name="Rectangle 3">
            <a:extLst>
              <a:ext uri="{FF2B5EF4-FFF2-40B4-BE49-F238E27FC236}">
                <a16:creationId xmlns:a16="http://schemas.microsoft.com/office/drawing/2014/main" id="{AFCA4EB8-7503-E23F-4FDA-6B5B9F81E7CD}"/>
              </a:ext>
            </a:extLst>
          </p:cNvPr>
          <p:cNvSpPr>
            <a:spLocks noGrp="1" noChangeArrowheads="1"/>
          </p:cNvSpPr>
          <p:nvPr>
            <p:ph type="body" idx="1"/>
          </p:nvPr>
        </p:nvSpPr>
        <p:spPr>
          <a:xfrm>
            <a:off x="1239837" y="1600200"/>
            <a:ext cx="11101388" cy="4000500"/>
          </a:xfrm>
        </p:spPr>
        <p:txBody>
          <a:bodyPr/>
          <a:lstStyle/>
          <a:p>
            <a:pPr marL="0" indent="0">
              <a:lnSpc>
                <a:spcPct val="90000"/>
              </a:lnSpc>
              <a:buNone/>
            </a:pPr>
            <a:r>
              <a:rPr lang="en-US" altLang="en-US" sz="3675" dirty="0">
                <a:cs typeface="Courier New" panose="02070309020205020404" pitchFamily="49" charset="0"/>
              </a:rPr>
              <a:t>All of the streams you have used so far are known as </a:t>
            </a:r>
            <a:r>
              <a:rPr lang="en-US" altLang="en-US" sz="3675" i="1" dirty="0">
                <a:cs typeface="Courier New" panose="02070309020205020404" pitchFamily="49" charset="0"/>
              </a:rPr>
              <a:t>read-only</a:t>
            </a:r>
            <a:r>
              <a:rPr lang="en-US" altLang="en-US" sz="3675" dirty="0">
                <a:cs typeface="Courier New" panose="02070309020205020404" pitchFamily="49" charset="0"/>
              </a:rPr>
              <a:t> or </a:t>
            </a:r>
            <a:r>
              <a:rPr lang="en-US" altLang="en-US" sz="3675" i="1" dirty="0">
                <a:cs typeface="Courier New" panose="02070309020205020404" pitchFamily="49" charset="0"/>
              </a:rPr>
              <a:t>write-only</a:t>
            </a:r>
            <a:r>
              <a:rPr lang="en-US" altLang="en-US" sz="3675" dirty="0">
                <a:cs typeface="Courier New" panose="02070309020205020404" pitchFamily="49" charset="0"/>
              </a:rPr>
              <a:t> streams. The external files of these streams are </a:t>
            </a:r>
            <a:r>
              <a:rPr lang="en-US" altLang="en-US" sz="3675" i="1" dirty="0">
                <a:cs typeface="Courier New" panose="02070309020205020404" pitchFamily="49" charset="0"/>
              </a:rPr>
              <a:t>sequential</a:t>
            </a:r>
            <a:r>
              <a:rPr lang="en-US" altLang="en-US" sz="3675" dirty="0">
                <a:cs typeface="Courier New" panose="02070309020205020404" pitchFamily="49" charset="0"/>
              </a:rPr>
              <a:t> files that cannot be updated without creating a new file. It is often necessary to modify files or to insert new records into files. Java provides the </a:t>
            </a:r>
            <a:r>
              <a:rPr lang="en-US" altLang="en-US" sz="3675" dirty="0" err="1">
                <a:cs typeface="Courier New" panose="02070309020205020404" pitchFamily="49" charset="0"/>
              </a:rPr>
              <a:t>RandomAccessFile</a:t>
            </a:r>
            <a:r>
              <a:rPr lang="en-US" altLang="en-US" sz="3675" dirty="0">
                <a:cs typeface="Courier New" panose="02070309020205020404" pitchFamily="49" charset="0"/>
              </a:rPr>
              <a:t> class to allow a file to be read from and write to at random locations.</a:t>
            </a:r>
          </a:p>
        </p:txBody>
      </p:sp>
      <p:sp>
        <p:nvSpPr>
          <p:cNvPr id="35845" name="Rectangle 7">
            <a:extLst>
              <a:ext uri="{FF2B5EF4-FFF2-40B4-BE49-F238E27FC236}">
                <a16:creationId xmlns:a16="http://schemas.microsoft.com/office/drawing/2014/main" id="{4566C172-FCC4-9A99-F09F-DB6911ED8248}"/>
              </a:ext>
            </a:extLst>
          </p:cNvPr>
          <p:cNvSpPr>
            <a:spLocks noChangeArrowheads="1"/>
          </p:cNvSpPr>
          <p:nvPr/>
        </p:nvSpPr>
        <p:spPr bwMode="auto">
          <a:xfrm>
            <a:off x="3777654" y="2250281"/>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35846" name="Rectangle 9">
            <a:extLst>
              <a:ext uri="{FF2B5EF4-FFF2-40B4-BE49-F238E27FC236}">
                <a16:creationId xmlns:a16="http://schemas.microsoft.com/office/drawing/2014/main" id="{DAEAB10E-DE08-7C9A-CD56-17C9B64E0897}"/>
              </a:ext>
            </a:extLst>
          </p:cNvPr>
          <p:cNvSpPr>
            <a:spLocks noChangeArrowheads="1"/>
          </p:cNvSpPr>
          <p:nvPr/>
        </p:nvSpPr>
        <p:spPr bwMode="auto">
          <a:xfrm>
            <a:off x="3596382" y="3950494"/>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A13F3B06-6BA7-4C4C-7C42-074E466C004C}"/>
              </a:ext>
            </a:extLst>
          </p:cNvPr>
          <p:cNvSpPr>
            <a:spLocks noGrp="1" noChangeArrowheads="1"/>
          </p:cNvSpPr>
          <p:nvPr>
            <p:ph type="title"/>
          </p:nvPr>
        </p:nvSpPr>
        <p:spPr>
          <a:xfrm>
            <a:off x="1639887" y="300037"/>
            <a:ext cx="10201275" cy="500063"/>
          </a:xfrm>
        </p:spPr>
        <p:txBody>
          <a:bodyPr/>
          <a:lstStyle/>
          <a:p>
            <a:pPr algn="ctr"/>
            <a:r>
              <a:rPr lang="en-US" altLang="en-US" b="1" dirty="0" err="1"/>
              <a:t>RandomAccessFile</a:t>
            </a:r>
            <a:endParaRPr lang="en-US" altLang="en-US" b="1" dirty="0"/>
          </a:p>
        </p:txBody>
      </p:sp>
      <p:sp>
        <p:nvSpPr>
          <p:cNvPr id="36868" name="Rectangle 4">
            <a:extLst>
              <a:ext uri="{FF2B5EF4-FFF2-40B4-BE49-F238E27FC236}">
                <a16:creationId xmlns:a16="http://schemas.microsoft.com/office/drawing/2014/main" id="{069C817C-1756-24CE-9743-CA6AD706E581}"/>
              </a:ext>
            </a:extLst>
          </p:cNvPr>
          <p:cNvSpPr>
            <a:spLocks noChangeArrowheads="1"/>
          </p:cNvSpPr>
          <p:nvPr/>
        </p:nvSpPr>
        <p:spPr bwMode="auto">
          <a:xfrm>
            <a:off x="3777654" y="2250281"/>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36869" name="Picture 7">
            <a:extLst>
              <a:ext uri="{FF2B5EF4-FFF2-40B4-BE49-F238E27FC236}">
                <a16:creationId xmlns:a16="http://schemas.microsoft.com/office/drawing/2014/main" id="{B58FED60-2818-EEC7-8C2F-A6F7E8046A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992" y="1191815"/>
            <a:ext cx="11393091" cy="66174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987A4F17-8F1B-BB46-1A2F-639765A62C02}"/>
              </a:ext>
            </a:extLst>
          </p:cNvPr>
          <p:cNvSpPr>
            <a:spLocks noGrp="1" noChangeArrowheads="1"/>
          </p:cNvSpPr>
          <p:nvPr>
            <p:ph type="title"/>
          </p:nvPr>
        </p:nvSpPr>
        <p:spPr>
          <a:xfrm>
            <a:off x="1739900" y="500062"/>
            <a:ext cx="10201275" cy="800100"/>
          </a:xfrm>
        </p:spPr>
        <p:txBody>
          <a:bodyPr/>
          <a:lstStyle/>
          <a:p>
            <a:pPr algn="ctr"/>
            <a:r>
              <a:rPr lang="en-US" altLang="en-US" b="1" dirty="0"/>
              <a:t>File Pointer</a:t>
            </a:r>
          </a:p>
        </p:txBody>
      </p:sp>
      <p:sp>
        <p:nvSpPr>
          <p:cNvPr id="37892" name="Rectangle 3">
            <a:extLst>
              <a:ext uri="{FF2B5EF4-FFF2-40B4-BE49-F238E27FC236}">
                <a16:creationId xmlns:a16="http://schemas.microsoft.com/office/drawing/2014/main" id="{3768E709-E52E-AC8A-5D58-E7814A31AE6E}"/>
              </a:ext>
            </a:extLst>
          </p:cNvPr>
          <p:cNvSpPr>
            <a:spLocks noGrp="1" noChangeArrowheads="1"/>
          </p:cNvSpPr>
          <p:nvPr>
            <p:ph type="body" idx="1"/>
          </p:nvPr>
        </p:nvSpPr>
        <p:spPr>
          <a:xfrm>
            <a:off x="1139824" y="1400174"/>
            <a:ext cx="11501438" cy="3700463"/>
          </a:xfrm>
        </p:spPr>
        <p:txBody>
          <a:bodyPr/>
          <a:lstStyle/>
          <a:p>
            <a:pPr marL="0" indent="0">
              <a:buNone/>
            </a:pPr>
            <a:r>
              <a:rPr lang="en-US" altLang="en-US" sz="2900" dirty="0">
                <a:cs typeface="Courier New" panose="02070309020205020404" pitchFamily="49" charset="0"/>
              </a:rPr>
              <a:t>A random access file consists of a sequence of bytes. There is a special marker called </a:t>
            </a:r>
            <a:r>
              <a:rPr lang="en-US" altLang="en-US" sz="2900" i="1" dirty="0">
                <a:cs typeface="Courier New" panose="02070309020205020404" pitchFamily="49" charset="0"/>
              </a:rPr>
              <a:t>file pointer</a:t>
            </a:r>
            <a:r>
              <a:rPr lang="en-US" altLang="en-US" sz="2900" dirty="0">
                <a:cs typeface="Courier New" panose="02070309020205020404" pitchFamily="49" charset="0"/>
              </a:rPr>
              <a:t> that is positioned at one of these bytes. A read or write operation takes place at the location of the file pointer. When a file is opened, the file pointer sets at the beginning of the file. When you read or write data to the file, the file pointer moves forward to the next data. For example, if you read an int value using </a:t>
            </a:r>
            <a:r>
              <a:rPr lang="en-US" altLang="en-US" sz="2900" dirty="0" err="1">
                <a:cs typeface="Courier New" panose="02070309020205020404" pitchFamily="49" charset="0"/>
              </a:rPr>
              <a:t>readInt</a:t>
            </a:r>
            <a:r>
              <a:rPr lang="en-US" altLang="en-US" sz="2900" dirty="0">
                <a:cs typeface="Courier New" panose="02070309020205020404" pitchFamily="49" charset="0"/>
              </a:rPr>
              <a:t>(), the JVM reads four bytes from the file pointer and now the file pointer is four bytes ahead of the previous location.</a:t>
            </a:r>
          </a:p>
        </p:txBody>
      </p:sp>
      <p:sp>
        <p:nvSpPr>
          <p:cNvPr id="37893" name="Rectangle 6">
            <a:extLst>
              <a:ext uri="{FF2B5EF4-FFF2-40B4-BE49-F238E27FC236}">
                <a16:creationId xmlns:a16="http://schemas.microsoft.com/office/drawing/2014/main" id="{23C18C74-03CF-6796-DD00-4149B3E00CEF}"/>
              </a:ext>
            </a:extLst>
          </p:cNvPr>
          <p:cNvSpPr>
            <a:spLocks noChangeArrowheads="1"/>
          </p:cNvSpPr>
          <p:nvPr/>
        </p:nvSpPr>
        <p:spPr bwMode="auto">
          <a:xfrm>
            <a:off x="3327598" y="3525441"/>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37894" name="Picture 8">
            <a:extLst>
              <a:ext uri="{FF2B5EF4-FFF2-40B4-BE49-F238E27FC236}">
                <a16:creationId xmlns:a16="http://schemas.microsoft.com/office/drawing/2014/main" id="{0AC1492E-3E48-9ED0-7993-D86FA9A99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9887" y="5500687"/>
            <a:ext cx="10801350" cy="28128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9FB51652-E31F-B54E-BCBE-9D2D8B4DD278}"/>
              </a:ext>
            </a:extLst>
          </p:cNvPr>
          <p:cNvSpPr>
            <a:spLocks noGrp="1" noChangeArrowheads="1"/>
          </p:cNvSpPr>
          <p:nvPr>
            <p:ph type="title"/>
          </p:nvPr>
        </p:nvSpPr>
        <p:spPr>
          <a:xfrm>
            <a:off x="1739900" y="171454"/>
            <a:ext cx="10201275" cy="1875234"/>
          </a:xfrm>
        </p:spPr>
        <p:txBody>
          <a:bodyPr/>
          <a:lstStyle/>
          <a:p>
            <a:pPr algn="ctr"/>
            <a:r>
              <a:rPr lang="en-US" altLang="en-US" sz="5513" b="1" dirty="0" err="1">
                <a:latin typeface="Courier New" panose="02070309020205020404" pitchFamily="49" charset="0"/>
              </a:rPr>
              <a:t>RandomAccessFile</a:t>
            </a:r>
            <a:r>
              <a:rPr lang="en-US" altLang="en-US" b="1" dirty="0"/>
              <a:t> Methods</a:t>
            </a:r>
          </a:p>
        </p:txBody>
      </p:sp>
      <p:sp>
        <p:nvSpPr>
          <p:cNvPr id="38916" name="Rectangle 3">
            <a:extLst>
              <a:ext uri="{FF2B5EF4-FFF2-40B4-BE49-F238E27FC236}">
                <a16:creationId xmlns:a16="http://schemas.microsoft.com/office/drawing/2014/main" id="{EF94080B-EA0F-7D9A-2EF9-AAA0655E1EFF}"/>
              </a:ext>
            </a:extLst>
          </p:cNvPr>
          <p:cNvSpPr>
            <a:spLocks noGrp="1" noChangeArrowheads="1"/>
          </p:cNvSpPr>
          <p:nvPr>
            <p:ph type="body" idx="1"/>
          </p:nvPr>
        </p:nvSpPr>
        <p:spPr>
          <a:xfrm>
            <a:off x="1339849" y="1700212"/>
            <a:ext cx="11101388" cy="3500438"/>
          </a:xfrm>
        </p:spPr>
        <p:txBody>
          <a:bodyPr/>
          <a:lstStyle/>
          <a:p>
            <a:pPr marL="0" indent="0">
              <a:lnSpc>
                <a:spcPct val="90000"/>
              </a:lnSpc>
              <a:buNone/>
            </a:pPr>
            <a:r>
              <a:rPr lang="en-US" altLang="en-US" sz="3675" dirty="0"/>
              <a:t>Many methods in </a:t>
            </a:r>
            <a:r>
              <a:rPr lang="en-US" altLang="en-US" sz="3413" dirty="0" err="1">
                <a:latin typeface="Courier New" panose="02070309020205020404" pitchFamily="49" charset="0"/>
              </a:rPr>
              <a:t>RandomAccessFile</a:t>
            </a:r>
            <a:r>
              <a:rPr lang="en-US" altLang="en-US" sz="3675" dirty="0"/>
              <a:t> are the same as those in </a:t>
            </a:r>
            <a:r>
              <a:rPr lang="en-US" altLang="en-US" sz="3413" dirty="0" err="1">
                <a:latin typeface="Courier New" panose="02070309020205020404" pitchFamily="49" charset="0"/>
              </a:rPr>
              <a:t>DataInputStream</a:t>
            </a:r>
            <a:r>
              <a:rPr lang="en-US" altLang="en-US" sz="3675" dirty="0"/>
              <a:t> and </a:t>
            </a:r>
            <a:r>
              <a:rPr lang="en-US" altLang="en-US" sz="3413" dirty="0" err="1">
                <a:latin typeface="Courier New" panose="02070309020205020404" pitchFamily="49" charset="0"/>
              </a:rPr>
              <a:t>DataOutputStream</a:t>
            </a:r>
            <a:r>
              <a:rPr lang="en-US" altLang="en-US" sz="3675" dirty="0"/>
              <a:t>. For example, </a:t>
            </a:r>
            <a:r>
              <a:rPr lang="en-US" altLang="en-US" sz="3413" dirty="0" err="1">
                <a:latin typeface="Courier New" panose="02070309020205020404" pitchFamily="49" charset="0"/>
              </a:rPr>
              <a:t>readInt</a:t>
            </a:r>
            <a:r>
              <a:rPr lang="en-US" altLang="en-US" sz="3413" dirty="0">
                <a:latin typeface="Courier New" panose="02070309020205020404" pitchFamily="49" charset="0"/>
              </a:rPr>
              <a:t>()</a:t>
            </a:r>
            <a:r>
              <a:rPr lang="en-US" altLang="en-US" sz="3675" dirty="0"/>
              <a:t>, </a:t>
            </a:r>
            <a:r>
              <a:rPr lang="en-US" altLang="en-US" sz="3413" dirty="0" err="1">
                <a:latin typeface="Courier New" panose="02070309020205020404" pitchFamily="49" charset="0"/>
              </a:rPr>
              <a:t>readLong</a:t>
            </a:r>
            <a:r>
              <a:rPr lang="en-US" altLang="en-US" sz="3413" dirty="0">
                <a:latin typeface="Courier New" panose="02070309020205020404" pitchFamily="49" charset="0"/>
              </a:rPr>
              <a:t>()</a:t>
            </a:r>
            <a:r>
              <a:rPr lang="en-US" altLang="en-US" sz="3675" dirty="0"/>
              <a:t>, </a:t>
            </a:r>
            <a:r>
              <a:rPr lang="en-US" altLang="en-US" sz="3413" dirty="0" err="1">
                <a:latin typeface="Courier New" panose="02070309020205020404" pitchFamily="49" charset="0"/>
              </a:rPr>
              <a:t>writeDouble</a:t>
            </a:r>
            <a:r>
              <a:rPr lang="en-US" altLang="en-US" sz="3413" dirty="0">
                <a:latin typeface="Courier New" panose="02070309020205020404" pitchFamily="49" charset="0"/>
              </a:rPr>
              <a:t>()</a:t>
            </a:r>
            <a:r>
              <a:rPr lang="en-US" altLang="en-US" sz="3675" dirty="0"/>
              <a:t>, </a:t>
            </a:r>
            <a:r>
              <a:rPr lang="en-US" altLang="en-US" sz="3413" dirty="0" err="1">
                <a:latin typeface="Courier New" panose="02070309020205020404" pitchFamily="49" charset="0"/>
              </a:rPr>
              <a:t>readLine</a:t>
            </a:r>
            <a:r>
              <a:rPr lang="en-US" altLang="en-US" sz="3413" dirty="0">
                <a:latin typeface="Courier New" panose="02070309020205020404" pitchFamily="49" charset="0"/>
              </a:rPr>
              <a:t>()</a:t>
            </a:r>
            <a:r>
              <a:rPr lang="en-US" altLang="en-US" sz="3675" dirty="0"/>
              <a:t>, </a:t>
            </a:r>
            <a:r>
              <a:rPr lang="en-US" altLang="en-US" sz="3413" dirty="0" err="1">
                <a:latin typeface="Courier New" panose="02070309020205020404" pitchFamily="49" charset="0"/>
              </a:rPr>
              <a:t>writeInt</a:t>
            </a:r>
            <a:r>
              <a:rPr lang="en-US" altLang="en-US" sz="3413" dirty="0">
                <a:latin typeface="Courier New" panose="02070309020205020404" pitchFamily="49" charset="0"/>
              </a:rPr>
              <a:t>()</a:t>
            </a:r>
            <a:r>
              <a:rPr lang="en-US" altLang="en-US" sz="3675" dirty="0"/>
              <a:t>,  and </a:t>
            </a:r>
            <a:r>
              <a:rPr lang="en-US" altLang="en-US" sz="3413" dirty="0" err="1">
                <a:latin typeface="Courier New" panose="02070309020205020404" pitchFamily="49" charset="0"/>
              </a:rPr>
              <a:t>writeLong</a:t>
            </a:r>
            <a:r>
              <a:rPr lang="en-US" altLang="en-US" sz="3413" dirty="0">
                <a:latin typeface="Courier New" panose="02070309020205020404" pitchFamily="49" charset="0"/>
              </a:rPr>
              <a:t>()</a:t>
            </a:r>
            <a:r>
              <a:rPr lang="en-US" altLang="en-US" sz="3675" dirty="0"/>
              <a:t> can be used in data input stream or data output stream as well as in </a:t>
            </a:r>
            <a:r>
              <a:rPr lang="en-US" altLang="en-US" sz="3413" dirty="0" err="1">
                <a:latin typeface="Courier New" panose="02070309020205020404" pitchFamily="49" charset="0"/>
              </a:rPr>
              <a:t>RandomAccessFile</a:t>
            </a:r>
            <a:r>
              <a:rPr lang="en-US" altLang="en-US" sz="3675" dirty="0"/>
              <a:t> streams.</a:t>
            </a: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F1BFBC8E-9540-DF79-77F4-13F388C0A2B6}"/>
              </a:ext>
            </a:extLst>
          </p:cNvPr>
          <p:cNvSpPr>
            <a:spLocks noGrp="1" noChangeArrowheads="1"/>
          </p:cNvSpPr>
          <p:nvPr>
            <p:ph type="title"/>
          </p:nvPr>
        </p:nvSpPr>
        <p:spPr>
          <a:xfrm>
            <a:off x="1739900" y="142880"/>
            <a:ext cx="10201275" cy="1875234"/>
          </a:xfrm>
        </p:spPr>
        <p:txBody>
          <a:bodyPr/>
          <a:lstStyle/>
          <a:p>
            <a:pPr algn="ctr"/>
            <a:r>
              <a:rPr lang="en-US" altLang="en-US" sz="4400" b="1" dirty="0" err="1">
                <a:latin typeface="Courier New" panose="02070309020205020404" pitchFamily="49" charset="0"/>
              </a:rPr>
              <a:t>RandomAccessFile</a:t>
            </a:r>
            <a:r>
              <a:rPr lang="en-US" altLang="en-US" sz="4400" b="1" dirty="0"/>
              <a:t> Methods, cont.</a:t>
            </a:r>
          </a:p>
        </p:txBody>
      </p:sp>
      <p:sp>
        <p:nvSpPr>
          <p:cNvPr id="38916" name="Rectangle 3">
            <a:extLst>
              <a:ext uri="{FF2B5EF4-FFF2-40B4-BE49-F238E27FC236}">
                <a16:creationId xmlns:a16="http://schemas.microsoft.com/office/drawing/2014/main" id="{40434BFB-41F4-1341-FE15-8F2140848942}"/>
              </a:ext>
            </a:extLst>
          </p:cNvPr>
          <p:cNvSpPr>
            <a:spLocks noGrp="1" noChangeArrowheads="1"/>
          </p:cNvSpPr>
          <p:nvPr>
            <p:ph type="body" idx="1"/>
          </p:nvPr>
        </p:nvSpPr>
        <p:spPr>
          <a:xfrm>
            <a:off x="1339849" y="1800225"/>
            <a:ext cx="10701338" cy="5200650"/>
          </a:xfrm>
        </p:spPr>
        <p:txBody>
          <a:bodyPr/>
          <a:lstStyle/>
          <a:p>
            <a:pPr marL="0" indent="0">
              <a:buNone/>
              <a:defRPr/>
            </a:pPr>
            <a:r>
              <a:rPr lang="en-US" altLang="en-US" sz="3150" dirty="0">
                <a:latin typeface="Courier New" pitchFamily="49" charset="0"/>
              </a:rPr>
              <a:t>  void seek(long </a:t>
            </a:r>
            <a:r>
              <a:rPr lang="en-US" altLang="en-US" sz="3150" dirty="0" err="1">
                <a:latin typeface="Courier New" pitchFamily="49" charset="0"/>
              </a:rPr>
              <a:t>pos</a:t>
            </a:r>
            <a:r>
              <a:rPr lang="en-US" altLang="en-US" sz="3150" dirty="0">
                <a:latin typeface="Courier New" pitchFamily="49" charset="0"/>
              </a:rPr>
              <a:t>) throws </a:t>
            </a:r>
            <a:r>
              <a:rPr lang="en-US" altLang="en-US" sz="3150" dirty="0" err="1">
                <a:latin typeface="Courier New" pitchFamily="49" charset="0"/>
              </a:rPr>
              <a:t>IOException</a:t>
            </a:r>
            <a:r>
              <a:rPr lang="en-US" altLang="en-US" sz="3150" dirty="0">
                <a:latin typeface="Courier New" pitchFamily="49" charset="0"/>
              </a:rPr>
              <a:t>;</a:t>
            </a:r>
          </a:p>
          <a:p>
            <a:pPr>
              <a:buFont typeface="Monotype Sorts"/>
              <a:buNone/>
              <a:defRPr/>
            </a:pPr>
            <a:r>
              <a:rPr lang="en-US" altLang="en-US" dirty="0">
                <a:latin typeface="Book Antiqua" pitchFamily="18" charset="0"/>
              </a:rPr>
              <a:t>	</a:t>
            </a:r>
            <a:r>
              <a:rPr lang="en-US" altLang="en-US" sz="3413" dirty="0"/>
              <a:t>Sets the offset from the beginning of the </a:t>
            </a:r>
            <a:r>
              <a:rPr lang="en-US" altLang="en-US" sz="3150" dirty="0" err="1">
                <a:latin typeface="Courier New" pitchFamily="49" charset="0"/>
              </a:rPr>
              <a:t>RandomAccessFile</a:t>
            </a:r>
            <a:r>
              <a:rPr lang="en-US" altLang="en-US" sz="3413" dirty="0"/>
              <a:t> stream to where the next read</a:t>
            </a:r>
            <a:br>
              <a:rPr lang="en-US" altLang="en-US" sz="3413" dirty="0"/>
            </a:br>
            <a:r>
              <a:rPr lang="en-US" altLang="en-US" sz="3413" dirty="0"/>
              <a:t>or write occurs.</a:t>
            </a:r>
            <a:endParaRPr lang="en-US" altLang="en-US" dirty="0">
              <a:latin typeface="Book Antiqua" pitchFamily="18" charset="0"/>
            </a:endParaRPr>
          </a:p>
          <a:p>
            <a:pPr marL="0" indent="0">
              <a:spcBef>
                <a:spcPct val="100000"/>
              </a:spcBef>
              <a:buNone/>
              <a:defRPr/>
            </a:pPr>
            <a:r>
              <a:rPr lang="en-US" altLang="en-US" sz="3150" dirty="0">
                <a:latin typeface="Courier New" pitchFamily="49" charset="0"/>
              </a:rPr>
              <a:t>  long </a:t>
            </a:r>
            <a:r>
              <a:rPr lang="en-US" altLang="en-US" sz="3150" dirty="0" err="1">
                <a:latin typeface="Courier New" pitchFamily="49" charset="0"/>
              </a:rPr>
              <a:t>getFilePointer</a:t>
            </a:r>
            <a:r>
              <a:rPr lang="en-US" altLang="en-US" sz="3150" dirty="0">
                <a:latin typeface="Courier New" pitchFamily="49" charset="0"/>
              </a:rPr>
              <a:t>() </a:t>
            </a:r>
            <a:r>
              <a:rPr lang="en-US" altLang="en-US" sz="3150" dirty="0" err="1">
                <a:latin typeface="Courier New" pitchFamily="49" charset="0"/>
              </a:rPr>
              <a:t>IOException</a:t>
            </a:r>
            <a:r>
              <a:rPr lang="en-US" altLang="en-US" sz="3150" dirty="0">
                <a:latin typeface="Courier New" pitchFamily="49" charset="0"/>
              </a:rPr>
              <a:t>;</a:t>
            </a:r>
          </a:p>
          <a:p>
            <a:pPr>
              <a:buFont typeface="Monotype Sorts"/>
              <a:buNone/>
              <a:defRPr/>
            </a:pPr>
            <a:r>
              <a:rPr lang="en-US" altLang="en-US" dirty="0">
                <a:latin typeface="Book Antiqua" pitchFamily="18" charset="0"/>
              </a:rPr>
              <a:t>	</a:t>
            </a:r>
            <a:r>
              <a:rPr lang="en-US" altLang="en-US" sz="3413" dirty="0"/>
              <a:t>Returns the current offset, in bytes, from the</a:t>
            </a:r>
            <a:br>
              <a:rPr lang="en-US" altLang="en-US" sz="3413" dirty="0"/>
            </a:br>
            <a:r>
              <a:rPr lang="en-US" altLang="en-US" sz="3413" dirty="0"/>
              <a:t>beginning of the file to where the next read</a:t>
            </a:r>
            <a:br>
              <a:rPr lang="en-US" altLang="en-US" sz="3413" dirty="0"/>
            </a:br>
            <a:r>
              <a:rPr lang="en-US" altLang="en-US" sz="3413" dirty="0"/>
              <a:t>or write occurs.</a:t>
            </a:r>
            <a:endParaRPr lang="en-US" altLang="en-US" dirty="0">
              <a:latin typeface="Book Antiqua" pitchFamily="18" charset="0"/>
            </a:endParaRP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E83F1FA2-FD22-44DE-F556-2C4C59F75CD3}"/>
              </a:ext>
            </a:extLst>
          </p:cNvPr>
          <p:cNvSpPr>
            <a:spLocks noGrp="1" noChangeArrowheads="1"/>
          </p:cNvSpPr>
          <p:nvPr>
            <p:ph type="title"/>
          </p:nvPr>
        </p:nvSpPr>
        <p:spPr>
          <a:xfrm>
            <a:off x="1739900" y="85728"/>
            <a:ext cx="10201275" cy="1875234"/>
          </a:xfrm>
        </p:spPr>
        <p:txBody>
          <a:bodyPr/>
          <a:lstStyle/>
          <a:p>
            <a:pPr algn="ctr"/>
            <a:r>
              <a:rPr lang="en-US" altLang="en-US" sz="4400" b="1" dirty="0" err="1">
                <a:latin typeface="Courier New" panose="02070309020205020404" pitchFamily="49" charset="0"/>
              </a:rPr>
              <a:t>RandomAccessFile</a:t>
            </a:r>
            <a:r>
              <a:rPr lang="en-US" altLang="en-US" sz="4400" b="1" dirty="0"/>
              <a:t> Methods, cont.</a:t>
            </a:r>
          </a:p>
        </p:txBody>
      </p:sp>
      <p:sp>
        <p:nvSpPr>
          <p:cNvPr id="39940" name="Rectangle 3">
            <a:extLst>
              <a:ext uri="{FF2B5EF4-FFF2-40B4-BE49-F238E27FC236}">
                <a16:creationId xmlns:a16="http://schemas.microsoft.com/office/drawing/2014/main" id="{B6AF333D-3A35-9732-986A-E07A3683FE34}"/>
              </a:ext>
            </a:extLst>
          </p:cNvPr>
          <p:cNvSpPr>
            <a:spLocks noGrp="1" noChangeArrowheads="1"/>
          </p:cNvSpPr>
          <p:nvPr>
            <p:ph type="body" idx="1"/>
          </p:nvPr>
        </p:nvSpPr>
        <p:spPr>
          <a:xfrm>
            <a:off x="1339850" y="1500187"/>
            <a:ext cx="11001375" cy="7100888"/>
          </a:xfrm>
        </p:spPr>
        <p:txBody>
          <a:bodyPr/>
          <a:lstStyle/>
          <a:p>
            <a:pPr marL="0" indent="0">
              <a:buNone/>
              <a:defRPr/>
            </a:pPr>
            <a:r>
              <a:rPr lang="en-US" altLang="en-US" sz="3150" dirty="0">
                <a:latin typeface="Courier New" pitchFamily="49" charset="0"/>
              </a:rPr>
              <a:t>  long length() throws </a:t>
            </a:r>
            <a:r>
              <a:rPr lang="en-US" altLang="en-US" sz="3150" dirty="0" err="1">
                <a:latin typeface="Courier New" pitchFamily="49" charset="0"/>
              </a:rPr>
              <a:t>IOException</a:t>
            </a:r>
            <a:endParaRPr lang="en-US" altLang="en-US" sz="3150" dirty="0">
              <a:latin typeface="Courier New" pitchFamily="49" charset="0"/>
            </a:endParaRPr>
          </a:p>
          <a:p>
            <a:pPr>
              <a:spcBef>
                <a:spcPct val="15000"/>
              </a:spcBef>
              <a:buFont typeface="Monotype Sorts"/>
              <a:buNone/>
              <a:defRPr/>
            </a:pPr>
            <a:r>
              <a:rPr lang="en-US" altLang="en-US" dirty="0">
                <a:latin typeface="Book Antiqua" pitchFamily="18" charset="0"/>
              </a:rPr>
              <a:t>	</a:t>
            </a:r>
            <a:r>
              <a:rPr lang="en-US" altLang="en-US" sz="3413" dirty="0"/>
              <a:t>Returns the length of the file.</a:t>
            </a:r>
            <a:endParaRPr lang="en-US" altLang="en-US" dirty="0">
              <a:latin typeface="Book Antiqua" pitchFamily="18" charset="0"/>
            </a:endParaRPr>
          </a:p>
          <a:p>
            <a:pPr>
              <a:spcBef>
                <a:spcPct val="15000"/>
              </a:spcBef>
              <a:buFont typeface="Monotype Sorts"/>
              <a:buNone/>
              <a:defRPr/>
            </a:pPr>
            <a:endParaRPr lang="en-US" altLang="en-US" sz="3150" dirty="0">
              <a:latin typeface="Book Antiqua" pitchFamily="18" charset="0"/>
            </a:endParaRPr>
          </a:p>
          <a:p>
            <a:pPr>
              <a:spcBef>
                <a:spcPct val="15000"/>
              </a:spcBef>
              <a:buFont typeface="Monotype Sorts"/>
              <a:buNone/>
              <a:defRPr/>
            </a:pPr>
            <a:r>
              <a:rPr lang="en-US" altLang="en-US" sz="3150" dirty="0">
                <a:latin typeface="Book Antiqua" pitchFamily="18" charset="0"/>
              </a:rPr>
              <a:t>    </a:t>
            </a:r>
            <a:r>
              <a:rPr lang="en-US" altLang="en-US" sz="3150" dirty="0">
                <a:latin typeface="Courier New" pitchFamily="49" charset="0"/>
              </a:rPr>
              <a:t>final void </a:t>
            </a:r>
            <a:r>
              <a:rPr lang="en-US" altLang="en-US" sz="3150" dirty="0" err="1">
                <a:latin typeface="Courier New" pitchFamily="49" charset="0"/>
              </a:rPr>
              <a:t>writeChar</a:t>
            </a:r>
            <a:r>
              <a:rPr lang="en-US" altLang="en-US" sz="3150" dirty="0">
                <a:latin typeface="Courier New" pitchFamily="49" charset="0"/>
              </a:rPr>
              <a:t>(</a:t>
            </a:r>
            <a:r>
              <a:rPr lang="en-US" altLang="en-US" sz="3150" dirty="0" err="1">
                <a:latin typeface="Courier New" pitchFamily="49" charset="0"/>
              </a:rPr>
              <a:t>int</a:t>
            </a:r>
            <a:r>
              <a:rPr lang="en-US" altLang="en-US" sz="3150" dirty="0">
                <a:latin typeface="Courier New" pitchFamily="49" charset="0"/>
              </a:rPr>
              <a:t> v) throws </a:t>
            </a:r>
            <a:r>
              <a:rPr lang="en-US" altLang="en-US" sz="3150" dirty="0" err="1">
                <a:latin typeface="Courier New" pitchFamily="49" charset="0"/>
              </a:rPr>
              <a:t>IOException</a:t>
            </a:r>
            <a:endParaRPr lang="en-US" altLang="en-US" sz="3150" dirty="0">
              <a:latin typeface="Courier New" pitchFamily="49" charset="0"/>
            </a:endParaRPr>
          </a:p>
          <a:p>
            <a:pPr>
              <a:spcBef>
                <a:spcPct val="15000"/>
              </a:spcBef>
              <a:buFont typeface="Monotype Sorts"/>
              <a:buNone/>
              <a:defRPr/>
            </a:pPr>
            <a:r>
              <a:rPr lang="en-US" altLang="en-US" dirty="0">
                <a:latin typeface="Book Antiqua" pitchFamily="18" charset="0"/>
              </a:rPr>
              <a:t>	</a:t>
            </a:r>
            <a:r>
              <a:rPr lang="en-US" altLang="en-US" sz="3413" dirty="0"/>
              <a:t>Writes a character to the file as a two-byte Unicode, with the high byte written first.</a:t>
            </a:r>
          </a:p>
          <a:p>
            <a:pPr marL="0" indent="0">
              <a:spcBef>
                <a:spcPct val="100000"/>
              </a:spcBef>
              <a:buNone/>
              <a:defRPr/>
            </a:pPr>
            <a:r>
              <a:rPr lang="en-US" altLang="en-US" sz="3150" dirty="0">
                <a:latin typeface="Courier New" pitchFamily="49" charset="0"/>
              </a:rPr>
              <a:t>  final void </a:t>
            </a:r>
            <a:r>
              <a:rPr lang="en-US" altLang="en-US" sz="3150" dirty="0" err="1">
                <a:latin typeface="Courier New" pitchFamily="49" charset="0"/>
              </a:rPr>
              <a:t>writeChars</a:t>
            </a:r>
            <a:r>
              <a:rPr lang="en-US" altLang="en-US" sz="3150" dirty="0">
                <a:latin typeface="Courier New" pitchFamily="49" charset="0"/>
              </a:rPr>
              <a:t>(String s)</a:t>
            </a:r>
            <a:br>
              <a:rPr lang="en-US" altLang="en-US" sz="3150">
                <a:latin typeface="Courier New" pitchFamily="49" charset="0"/>
              </a:rPr>
            </a:br>
            <a:r>
              <a:rPr lang="en-US" altLang="en-US" sz="3150">
                <a:latin typeface="Courier New" pitchFamily="49" charset="0"/>
              </a:rPr>
              <a:t>  throws </a:t>
            </a:r>
            <a:r>
              <a:rPr lang="en-US" altLang="en-US" sz="3150" dirty="0" err="1">
                <a:latin typeface="Courier New" pitchFamily="49" charset="0"/>
              </a:rPr>
              <a:t>IOException</a:t>
            </a:r>
            <a:endParaRPr lang="en-US" altLang="en-US" i="1" dirty="0">
              <a:latin typeface="Book Antiqua" pitchFamily="18" charset="0"/>
            </a:endParaRPr>
          </a:p>
          <a:p>
            <a:pPr>
              <a:spcBef>
                <a:spcPct val="15000"/>
              </a:spcBef>
              <a:buFont typeface="Monotype Sorts"/>
              <a:buNone/>
              <a:defRPr/>
            </a:pPr>
            <a:r>
              <a:rPr lang="en-US" altLang="en-US" dirty="0">
                <a:latin typeface="Book Antiqua" pitchFamily="18" charset="0"/>
              </a:rPr>
              <a:t>	</a:t>
            </a:r>
            <a:r>
              <a:rPr lang="en-US" altLang="en-US" sz="3413" dirty="0"/>
              <a:t>Writes a string to the file as a sequence of</a:t>
            </a:r>
            <a:br>
              <a:rPr lang="en-US" altLang="en-US" sz="3413" dirty="0"/>
            </a:br>
            <a:r>
              <a:rPr lang="en-US" altLang="en-US" sz="3413" dirty="0"/>
              <a:t>characters.</a:t>
            </a:r>
            <a:endParaRPr lang="en-US" altLang="en-US" sz="3413" dirty="0">
              <a:latin typeface="Book Antiqua" pitchFamily="18" charset="0"/>
            </a:endParaRPr>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B1BEFF15-F5E2-217D-111F-59DEE6C491BF}"/>
              </a:ext>
            </a:extLst>
          </p:cNvPr>
          <p:cNvSpPr>
            <a:spLocks noGrp="1" noChangeArrowheads="1"/>
          </p:cNvSpPr>
          <p:nvPr>
            <p:ph type="title"/>
          </p:nvPr>
        </p:nvSpPr>
        <p:spPr>
          <a:xfrm>
            <a:off x="1154110" y="100016"/>
            <a:ext cx="11061700" cy="1875234"/>
          </a:xfrm>
        </p:spPr>
        <p:txBody>
          <a:bodyPr/>
          <a:lstStyle/>
          <a:p>
            <a:pPr algn="ctr"/>
            <a:r>
              <a:rPr lang="en-US" altLang="en-US" b="1" dirty="0" err="1">
                <a:latin typeface="Courier New" panose="02070309020205020404" pitchFamily="49" charset="0"/>
              </a:rPr>
              <a:t>RandomAccessFile</a:t>
            </a:r>
            <a:r>
              <a:rPr lang="en-US" altLang="en-US" b="1" dirty="0"/>
              <a:t> Constructor</a:t>
            </a:r>
          </a:p>
        </p:txBody>
      </p:sp>
      <p:sp>
        <p:nvSpPr>
          <p:cNvPr id="41988" name="Rectangle 3">
            <a:extLst>
              <a:ext uri="{FF2B5EF4-FFF2-40B4-BE49-F238E27FC236}">
                <a16:creationId xmlns:a16="http://schemas.microsoft.com/office/drawing/2014/main" id="{503950BE-8A6A-84B7-AE81-8E2DA4DAEEEA}"/>
              </a:ext>
            </a:extLst>
          </p:cNvPr>
          <p:cNvSpPr>
            <a:spLocks noGrp="1" noChangeArrowheads="1"/>
          </p:cNvSpPr>
          <p:nvPr>
            <p:ph type="body" idx="1"/>
          </p:nvPr>
        </p:nvSpPr>
        <p:spPr>
          <a:xfrm>
            <a:off x="1339849" y="1800224"/>
            <a:ext cx="10901363" cy="4100513"/>
          </a:xfrm>
        </p:spPr>
        <p:txBody>
          <a:bodyPr/>
          <a:lstStyle/>
          <a:p>
            <a:pPr>
              <a:lnSpc>
                <a:spcPct val="90000"/>
              </a:lnSpc>
              <a:buFont typeface="Monotype Sorts"/>
              <a:buNone/>
            </a:pPr>
            <a:r>
              <a:rPr lang="en-US" altLang="en-US" sz="3413">
                <a:latin typeface="Courier New" panose="02070309020205020404" pitchFamily="49" charset="0"/>
              </a:rPr>
              <a:t>RandomAccessFile raf =</a:t>
            </a:r>
            <a:br>
              <a:rPr lang="en-US" altLang="en-US" sz="3413">
                <a:latin typeface="Courier New" panose="02070309020205020404" pitchFamily="49" charset="0"/>
              </a:rPr>
            </a:br>
            <a:r>
              <a:rPr lang="en-US" altLang="en-US" sz="3413">
                <a:latin typeface="Courier New" panose="02070309020205020404" pitchFamily="49" charset="0"/>
              </a:rPr>
              <a:t>new RandomAccessFile("test.dat", "rw"); // allows read and write</a:t>
            </a:r>
            <a:endParaRPr lang="en-US" altLang="en-US"/>
          </a:p>
          <a:p>
            <a:pPr>
              <a:lnSpc>
                <a:spcPct val="90000"/>
              </a:lnSpc>
              <a:buFont typeface="Monotype Sorts"/>
              <a:buNone/>
            </a:pPr>
            <a:endParaRPr lang="en-US" altLang="en-US"/>
          </a:p>
          <a:p>
            <a:pPr>
              <a:lnSpc>
                <a:spcPct val="90000"/>
              </a:lnSpc>
              <a:buFont typeface="Monotype Sorts"/>
              <a:buNone/>
            </a:pPr>
            <a:r>
              <a:rPr lang="en-US" altLang="en-US" sz="3413">
                <a:latin typeface="Courier New" panose="02070309020205020404" pitchFamily="49" charset="0"/>
              </a:rPr>
              <a:t>RandomAccessFile raf =</a:t>
            </a:r>
            <a:br>
              <a:rPr lang="en-US" altLang="en-US" sz="3413">
                <a:latin typeface="Courier New" panose="02070309020205020404" pitchFamily="49" charset="0"/>
              </a:rPr>
            </a:br>
            <a:r>
              <a:rPr lang="en-US" altLang="en-US" sz="3413">
                <a:latin typeface="Courier New" panose="02070309020205020404" pitchFamily="49" charset="0"/>
              </a:rPr>
              <a:t>new RandomAccessFile("test.dat", "r"); // read only</a:t>
            </a:r>
            <a:endParaRPr lang="en-US" altLang="en-US"/>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4">
            <a:extLst>
              <a:ext uri="{FF2B5EF4-FFF2-40B4-BE49-F238E27FC236}">
                <a16:creationId xmlns:a16="http://schemas.microsoft.com/office/drawing/2014/main" id="{21EA232B-A116-E1CF-D407-4BC4207AA5E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4200">
                <a:solidFill>
                  <a:schemeClr val="tx1"/>
                </a:solidFill>
                <a:latin typeface="Times New Roman" panose="02020603050405020304" pitchFamily="18" charset="0"/>
              </a:defRPr>
            </a:lvl1pPr>
            <a:lvl2pPr marL="975122" indent="-375047">
              <a:spcBef>
                <a:spcPct val="20000"/>
              </a:spcBef>
              <a:buClr>
                <a:schemeClr val="tx1"/>
              </a:buClr>
              <a:buChar char="–"/>
              <a:defRPr sz="3675">
                <a:solidFill>
                  <a:schemeClr val="tx1"/>
                </a:solidFill>
                <a:latin typeface="Times New Roman" panose="02020603050405020304" pitchFamily="18" charset="0"/>
              </a:defRPr>
            </a:lvl2pPr>
            <a:lvl3pPr marL="1500188" indent="-300038">
              <a:spcBef>
                <a:spcPct val="20000"/>
              </a:spcBef>
              <a:buClr>
                <a:schemeClr val="accent2"/>
              </a:buClr>
              <a:buSzPct val="65000"/>
              <a:buFont typeface="Monotype Sorts"/>
              <a:buChar char="u"/>
              <a:defRPr sz="3150">
                <a:solidFill>
                  <a:schemeClr val="tx1"/>
                </a:solidFill>
                <a:latin typeface="Times New Roman" panose="02020603050405020304" pitchFamily="18" charset="0"/>
              </a:defRPr>
            </a:lvl3pPr>
            <a:lvl4pPr marL="2100263" indent="-300038">
              <a:spcBef>
                <a:spcPct val="20000"/>
              </a:spcBef>
              <a:buClr>
                <a:schemeClr val="tx1"/>
              </a:buClr>
              <a:buChar char="–"/>
              <a:defRPr sz="2625">
                <a:solidFill>
                  <a:schemeClr val="tx1"/>
                </a:solidFill>
                <a:latin typeface="Times New Roman" panose="02020603050405020304" pitchFamily="18" charset="0"/>
              </a:defRPr>
            </a:lvl4pPr>
            <a:lvl5pPr marL="2700338" indent="-300038">
              <a:spcBef>
                <a:spcPct val="20000"/>
              </a:spcBef>
              <a:buClr>
                <a:schemeClr val="tx2"/>
              </a:buClr>
              <a:buChar char="•"/>
              <a:defRPr sz="2625">
                <a:solidFill>
                  <a:schemeClr val="tx1"/>
                </a:solidFill>
                <a:latin typeface="Times New Roman" panose="02020603050405020304" pitchFamily="18" charset="0"/>
              </a:defRPr>
            </a:lvl5pPr>
            <a:lvl6pPr marL="3300413" indent="-300038" eaLnBrk="0" fontAlgn="base" hangingPunct="0">
              <a:spcBef>
                <a:spcPct val="20000"/>
              </a:spcBef>
              <a:spcAft>
                <a:spcPct val="0"/>
              </a:spcAft>
              <a:buClr>
                <a:schemeClr val="tx2"/>
              </a:buClr>
              <a:buChar char="•"/>
              <a:defRPr sz="2625">
                <a:solidFill>
                  <a:schemeClr val="tx1"/>
                </a:solidFill>
                <a:latin typeface="Times New Roman" panose="02020603050405020304" pitchFamily="18" charset="0"/>
              </a:defRPr>
            </a:lvl6pPr>
            <a:lvl7pPr marL="3900488" indent="-300038" eaLnBrk="0" fontAlgn="base" hangingPunct="0">
              <a:spcBef>
                <a:spcPct val="20000"/>
              </a:spcBef>
              <a:spcAft>
                <a:spcPct val="0"/>
              </a:spcAft>
              <a:buClr>
                <a:schemeClr val="tx2"/>
              </a:buClr>
              <a:buChar char="•"/>
              <a:defRPr sz="2625">
                <a:solidFill>
                  <a:schemeClr val="tx1"/>
                </a:solidFill>
                <a:latin typeface="Times New Roman" panose="02020603050405020304" pitchFamily="18" charset="0"/>
              </a:defRPr>
            </a:lvl7pPr>
            <a:lvl8pPr marL="4500563" indent="-300038" eaLnBrk="0" fontAlgn="base" hangingPunct="0">
              <a:spcBef>
                <a:spcPct val="20000"/>
              </a:spcBef>
              <a:spcAft>
                <a:spcPct val="0"/>
              </a:spcAft>
              <a:buClr>
                <a:schemeClr val="tx2"/>
              </a:buClr>
              <a:buChar char="•"/>
              <a:defRPr sz="2625">
                <a:solidFill>
                  <a:schemeClr val="tx1"/>
                </a:solidFill>
                <a:latin typeface="Times New Roman" panose="02020603050405020304" pitchFamily="18" charset="0"/>
              </a:defRPr>
            </a:lvl8pPr>
            <a:lvl9pPr marL="5100638" indent="-300038" eaLnBrk="0" fontAlgn="base" hangingPunct="0">
              <a:spcBef>
                <a:spcPct val="20000"/>
              </a:spcBef>
              <a:spcAft>
                <a:spcPct val="0"/>
              </a:spcAft>
              <a:buClr>
                <a:schemeClr val="tx2"/>
              </a:buClr>
              <a:buChar char="•"/>
              <a:defRPr sz="2625">
                <a:solidFill>
                  <a:schemeClr val="tx1"/>
                </a:solidFill>
                <a:latin typeface="Times New Roman" panose="02020603050405020304" pitchFamily="18" charset="0"/>
              </a:defRPr>
            </a:lvl9pPr>
          </a:lstStyle>
          <a:p>
            <a:pPr>
              <a:spcBef>
                <a:spcPct val="0"/>
              </a:spcBef>
              <a:buClrTx/>
              <a:buSzTx/>
              <a:buFontTx/>
              <a:buNone/>
            </a:pPr>
            <a:fld id="{370E6105-7C39-47C0-975C-4B6581BC9DF6}" type="slidenum">
              <a:rPr lang="en-US" altLang="en-US" sz="1838"/>
              <a:pPr>
                <a:spcBef>
                  <a:spcPct val="0"/>
                </a:spcBef>
                <a:buClrTx/>
                <a:buSzTx/>
                <a:buFontTx/>
                <a:buNone/>
              </a:pPr>
              <a:t>40</a:t>
            </a:fld>
            <a:endParaRPr lang="en-US" altLang="en-US" sz="1838"/>
          </a:p>
        </p:txBody>
      </p:sp>
      <p:sp>
        <p:nvSpPr>
          <p:cNvPr id="43011" name="Rectangle 2">
            <a:extLst>
              <a:ext uri="{FF2B5EF4-FFF2-40B4-BE49-F238E27FC236}">
                <a16:creationId xmlns:a16="http://schemas.microsoft.com/office/drawing/2014/main" id="{436E45A4-F5A6-C1E7-CE4D-0C445724CB04}"/>
              </a:ext>
            </a:extLst>
          </p:cNvPr>
          <p:cNvSpPr>
            <a:spLocks noGrp="1" noChangeArrowheads="1"/>
          </p:cNvSpPr>
          <p:nvPr>
            <p:ph type="title"/>
          </p:nvPr>
        </p:nvSpPr>
        <p:spPr>
          <a:xfrm>
            <a:off x="1739900" y="600074"/>
            <a:ext cx="10201275" cy="1500188"/>
          </a:xfrm>
        </p:spPr>
        <p:txBody>
          <a:bodyPr/>
          <a:lstStyle/>
          <a:p>
            <a:pPr algn="ctr"/>
            <a:r>
              <a:rPr lang="en-US" altLang="en-US" b="1" dirty="0"/>
              <a:t>A Short Example on </a:t>
            </a:r>
            <a:r>
              <a:rPr lang="en-US" altLang="en-US" b="1" dirty="0" err="1"/>
              <a:t>RandomAccessFile</a:t>
            </a:r>
            <a:endParaRPr lang="en-US" altLang="en-US" b="1" dirty="0">
              <a:latin typeface="Book Antiqua" panose="02040602050305030304" pitchFamily="18" charset="0"/>
            </a:endParaRPr>
          </a:p>
        </p:txBody>
      </p:sp>
      <p:sp>
        <p:nvSpPr>
          <p:cNvPr id="43012" name="Rectangle 6">
            <a:hlinkClick r:id="rId2"/>
            <a:extLst>
              <a:ext uri="{FF2B5EF4-FFF2-40B4-BE49-F238E27FC236}">
                <a16:creationId xmlns:a16="http://schemas.microsoft.com/office/drawing/2014/main" id="{5418C4CB-B76F-C4B9-1C24-169D1EBE7695}"/>
              </a:ext>
            </a:extLst>
          </p:cNvPr>
          <p:cNvSpPr>
            <a:spLocks noChangeArrowheads="1"/>
          </p:cNvSpPr>
          <p:nvPr/>
        </p:nvSpPr>
        <p:spPr bwMode="auto">
          <a:xfrm>
            <a:off x="7040562" y="7700962"/>
            <a:ext cx="3567113"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TestRandomAccessFile</a:t>
            </a:r>
          </a:p>
        </p:txBody>
      </p:sp>
      <p:sp>
        <p:nvSpPr>
          <p:cNvPr id="43013" name="AutoShape 10">
            <a:hlinkClick r:id="rId3" action="ppaction://program" highlightClick="1"/>
            <a:extLst>
              <a:ext uri="{FF2B5EF4-FFF2-40B4-BE49-F238E27FC236}">
                <a16:creationId xmlns:a16="http://schemas.microsoft.com/office/drawing/2014/main" id="{DBF4B652-A4C3-D976-FA6D-D1A4173E80F0}"/>
              </a:ext>
            </a:extLst>
          </p:cNvPr>
          <p:cNvSpPr>
            <a:spLocks noChangeArrowheads="1"/>
          </p:cNvSpPr>
          <p:nvPr/>
        </p:nvSpPr>
        <p:spPr bwMode="auto">
          <a:xfrm>
            <a:off x="10741025" y="7700962"/>
            <a:ext cx="916781"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84054" y="4762"/>
            <a:ext cx="12312968" cy="1066800"/>
          </a:xfrm>
        </p:spPr>
        <p:txBody>
          <a:bodyPr/>
          <a:lstStyle/>
          <a:p>
            <a:pPr algn="ctr"/>
            <a:r>
              <a:rPr lang="en-US" b="1" dirty="0"/>
              <a:t>Summary</a:t>
            </a:r>
            <a:endParaRPr lang="en-GB" b="1" dirty="0"/>
          </a:p>
        </p:txBody>
      </p:sp>
      <p:sp>
        <p:nvSpPr>
          <p:cNvPr id="19459" name="Content Placeholder 2"/>
          <p:cNvSpPr>
            <a:spLocks noGrp="1"/>
          </p:cNvSpPr>
          <p:nvPr>
            <p:ph idx="1"/>
          </p:nvPr>
        </p:nvSpPr>
        <p:spPr>
          <a:xfrm>
            <a:off x="490644" y="1293541"/>
            <a:ext cx="12654995" cy="7025269"/>
          </a:xfrm>
        </p:spPr>
        <p:txBody>
          <a:bodyPr/>
          <a:lstStyle/>
          <a:p>
            <a:pPr marL="514350" indent="-514350"/>
            <a:r>
              <a:rPr lang="en-GB" sz="3600" dirty="0">
                <a:latin typeface="Times New Roman" pitchFamily="18" charset="0"/>
                <a:cs typeface="Times New Roman" pitchFamily="18" charset="0"/>
              </a:rPr>
              <a:t>Text vs binary I/O</a:t>
            </a:r>
          </a:p>
          <a:p>
            <a:pPr marL="514350" indent="-514350"/>
            <a:r>
              <a:rPr lang="en-GB" sz="3600" dirty="0" err="1">
                <a:latin typeface="Times New Roman" pitchFamily="18" charset="0"/>
                <a:cs typeface="Times New Roman" pitchFamily="18" charset="0"/>
              </a:rPr>
              <a:t>DataInputStream</a:t>
            </a:r>
            <a:r>
              <a:rPr lang="en-GB" sz="3600" dirty="0">
                <a:latin typeface="Times New Roman" pitchFamily="18" charset="0"/>
                <a:cs typeface="Times New Roman" pitchFamily="18" charset="0"/>
              </a:rPr>
              <a:t> / </a:t>
            </a:r>
            <a:r>
              <a:rPr lang="en-GB" sz="3600" dirty="0" err="1">
                <a:latin typeface="Times New Roman" pitchFamily="18" charset="0"/>
                <a:cs typeface="Times New Roman" pitchFamily="18" charset="0"/>
              </a:rPr>
              <a:t>DataOutputStream</a:t>
            </a:r>
            <a:endParaRPr lang="en-GB" sz="3600" dirty="0">
              <a:latin typeface="Times New Roman" pitchFamily="18" charset="0"/>
              <a:cs typeface="Times New Roman" pitchFamily="18" charset="0"/>
            </a:endParaRPr>
          </a:p>
          <a:p>
            <a:pPr marL="514350" indent="-514350"/>
            <a:r>
              <a:rPr lang="en-GB" sz="3600">
                <a:latin typeface="Times New Roman" pitchFamily="18" charset="0"/>
                <a:cs typeface="Times New Roman" pitchFamily="18" charset="0"/>
              </a:rPr>
              <a:t>Unicode and UTF-8</a:t>
            </a:r>
            <a:endParaRPr lang="en-GB" sz="3600" dirty="0">
              <a:latin typeface="Times New Roman" pitchFamily="18" charset="0"/>
              <a:cs typeface="Times New Roman" pitchFamily="18" charset="0"/>
            </a:endParaRPr>
          </a:p>
          <a:p>
            <a:pPr marL="514350" indent="-514350"/>
            <a:r>
              <a:rPr lang="en-GB" sz="3600" dirty="0">
                <a:latin typeface="Times New Roman" pitchFamily="18" charset="0"/>
                <a:cs typeface="Times New Roman" pitchFamily="18" charset="0"/>
              </a:rPr>
              <a:t>Buffered I/O</a:t>
            </a:r>
          </a:p>
          <a:p>
            <a:pPr marL="514350" indent="-514350"/>
            <a:r>
              <a:rPr lang="en-GB" sz="3600" dirty="0">
                <a:latin typeface="Times New Roman" pitchFamily="18" charset="0"/>
                <a:cs typeface="Times New Roman" pitchFamily="18" charset="0"/>
              </a:rPr>
              <a:t>Object I/O</a:t>
            </a:r>
          </a:p>
          <a:p>
            <a:pPr marL="514350" indent="-514350"/>
            <a:r>
              <a:rPr lang="en-GB" sz="3600" dirty="0">
                <a:latin typeface="Times New Roman" pitchFamily="18" charset="0"/>
                <a:cs typeface="Times New Roman" pitchFamily="18" charset="0"/>
              </a:rPr>
              <a:t>Random access files</a:t>
            </a:r>
          </a:p>
          <a:p>
            <a:pPr marL="514350" indent="-514350"/>
            <a:endParaRPr lang="en-GB" sz="3600" dirty="0">
              <a:latin typeface="Times New Roman" pitchFamily="18" charset="0"/>
              <a:cs typeface="Times New Roman" pitchFamily="18" charset="0"/>
            </a:endParaRPr>
          </a:p>
          <a:p>
            <a:pPr marL="974725" lvl="1" indent="-514350"/>
            <a:endParaRPr lang="en-GB" sz="3000" dirty="0"/>
          </a:p>
        </p:txBody>
      </p:sp>
    </p:spTree>
    <p:extLst>
      <p:ext uri="{BB962C8B-B14F-4D97-AF65-F5344CB8AC3E}">
        <p14:creationId xmlns:p14="http://schemas.microsoft.com/office/powerpoint/2010/main" val="4205327326"/>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1709738" y="2200275"/>
            <a:ext cx="10450512" cy="1700213"/>
          </a:xfrm>
          <a:noFill/>
        </p:spPr>
        <p:txBody>
          <a:bodyPr/>
          <a:lstStyle/>
          <a:p>
            <a:pPr algn="ctr" eaLnBrk="1" hangingPunct="1"/>
            <a:r>
              <a:rPr lang="en-US" b="1" dirty="0">
                <a:solidFill>
                  <a:schemeClr val="tx1"/>
                </a:solidFill>
                <a:latin typeface="Times New Roman" panose="02020603050405020304" pitchFamily="18" charset="0"/>
                <a:cs typeface="Times New Roman" panose="02020603050405020304" pitchFamily="18" charset="0"/>
              </a:rPr>
              <a:t>End of Chapter 8</a:t>
            </a:r>
          </a:p>
        </p:txBody>
      </p:sp>
    </p:spTree>
    <p:custDataLst>
      <p:tags r:id="rId1"/>
    </p:custData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2.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3.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21248</TotalTime>
  <Words>2492</Words>
  <Application>Microsoft Office PowerPoint</Application>
  <PresentationFormat>Custom</PresentationFormat>
  <Paragraphs>192</Paragraphs>
  <Slides>42</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42</vt:i4>
      </vt:variant>
    </vt:vector>
  </HeadingPairs>
  <TitlesOfParts>
    <vt:vector size="53" baseType="lpstr">
      <vt:lpstr>Arial</vt:lpstr>
      <vt:lpstr>Book Antiqua</vt:lpstr>
      <vt:lpstr>Courier New</vt:lpstr>
      <vt:lpstr>Monotype Sorts</vt:lpstr>
      <vt:lpstr>Tahoma</vt:lpstr>
      <vt:lpstr>Times New Roman</vt:lpstr>
      <vt:lpstr>Tw Cen MT Condensed Extra Bold</vt:lpstr>
      <vt:lpstr>Wingdings</vt:lpstr>
      <vt:lpstr>Blends</vt:lpstr>
      <vt:lpstr>Picture</vt:lpstr>
      <vt:lpstr>Microsoft Word Picture</vt:lpstr>
      <vt:lpstr>PowerPoint Presentation</vt:lpstr>
      <vt:lpstr>Learning Objectives</vt:lpstr>
      <vt:lpstr>Motivations</vt:lpstr>
      <vt:lpstr>Objectives</vt:lpstr>
      <vt:lpstr>How is I/O Handled in Java?</vt:lpstr>
      <vt:lpstr>Text File vs. Binary File</vt:lpstr>
      <vt:lpstr>Binary I/O</vt:lpstr>
      <vt:lpstr>Binary I/O Classes</vt:lpstr>
      <vt:lpstr>InputStream</vt:lpstr>
      <vt:lpstr>OutputStream</vt:lpstr>
      <vt:lpstr>FileInputStream/FileOutputStream</vt:lpstr>
      <vt:lpstr>FileInputStream</vt:lpstr>
      <vt:lpstr>FileOutputStream</vt:lpstr>
      <vt:lpstr>FilterInputStream/FilterOutputStream</vt:lpstr>
      <vt:lpstr>DataInputStream/DataOutputStream</vt:lpstr>
      <vt:lpstr>DataInputStream</vt:lpstr>
      <vt:lpstr>DataOutputStream</vt:lpstr>
      <vt:lpstr>Characters and Strings in Binary I/O </vt:lpstr>
      <vt:lpstr>Using DataInputStream/DataOutputStream </vt:lpstr>
      <vt:lpstr>Concept of pipe line</vt:lpstr>
      <vt:lpstr>Checking End of File</vt:lpstr>
      <vt:lpstr>BufferedInputStream/BufferedOutputStream</vt:lpstr>
      <vt:lpstr>Constructing BufferedInputStream/BufferedOutputStream </vt:lpstr>
      <vt:lpstr>Case Studies: Copy File </vt:lpstr>
      <vt:lpstr>Object I/O</vt:lpstr>
      <vt:lpstr>ObjectInputStream</vt:lpstr>
      <vt:lpstr>ObjectOutputStream</vt:lpstr>
      <vt:lpstr>Using Object Streams</vt:lpstr>
      <vt:lpstr>The Serializable Interface</vt:lpstr>
      <vt:lpstr>The transient Keyword</vt:lpstr>
      <vt:lpstr>The transient Keyword, cont.</vt:lpstr>
      <vt:lpstr>Serializing Arrays </vt:lpstr>
      <vt:lpstr>Random Access Files</vt:lpstr>
      <vt:lpstr>RandomAccessFile</vt:lpstr>
      <vt:lpstr>File Pointer</vt:lpstr>
      <vt:lpstr>RandomAccessFile Methods</vt:lpstr>
      <vt:lpstr>RandomAccessFile Methods, cont.</vt:lpstr>
      <vt:lpstr>RandomAccessFile Methods, cont.</vt:lpstr>
      <vt:lpstr>RandomAccessFile Constructor</vt:lpstr>
      <vt:lpstr>A Short Example on RandomAccessFile</vt:lpstr>
      <vt:lpstr>Summary</vt:lpstr>
      <vt:lpstr>End of Chapter 8</vt:lpstr>
    </vt:vector>
  </TitlesOfParts>
  <Company>Minotaur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Computer System</dc:title>
  <dc:subject>SAK 3100 Computer Programming</dc:subject>
  <dc:creator>Mohd Taufik Abdullah</dc:creator>
  <cp:lastModifiedBy>KHAIRUL AZHAR BIN KASMIRAN</cp:lastModifiedBy>
  <cp:revision>4050</cp:revision>
  <dcterms:created xsi:type="dcterms:W3CDTF">2003-01-02T20:11:59Z</dcterms:created>
  <dcterms:modified xsi:type="dcterms:W3CDTF">2025-05-23T03:16:27Z</dcterms:modified>
</cp:coreProperties>
</file>