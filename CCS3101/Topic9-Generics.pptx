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3.xml" ContentType="application/vnd.openxmlformats-officedocument.presentationml.tags+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0"/>
  </p:notesMasterIdLst>
  <p:handoutMasterIdLst>
    <p:handoutMasterId r:id="rId31"/>
  </p:handoutMasterIdLst>
  <p:sldIdLst>
    <p:sldId id="1132" r:id="rId2"/>
    <p:sldId id="1205" r:id="rId3"/>
    <p:sldId id="361" r:id="rId4"/>
    <p:sldId id="323" r:id="rId5"/>
    <p:sldId id="386" r:id="rId6"/>
    <p:sldId id="394" r:id="rId7"/>
    <p:sldId id="396" r:id="rId8"/>
    <p:sldId id="390" r:id="rId9"/>
    <p:sldId id="340" r:id="rId10"/>
    <p:sldId id="387" r:id="rId11"/>
    <p:sldId id="379" r:id="rId12"/>
    <p:sldId id="380" r:id="rId13"/>
    <p:sldId id="381" r:id="rId14"/>
    <p:sldId id="382" r:id="rId15"/>
    <p:sldId id="388" r:id="rId16"/>
    <p:sldId id="389" r:id="rId17"/>
    <p:sldId id="383" r:id="rId18"/>
    <p:sldId id="378" r:id="rId19"/>
    <p:sldId id="395" r:id="rId20"/>
    <p:sldId id="356" r:id="rId21"/>
    <p:sldId id="398" r:id="rId22"/>
    <p:sldId id="399" r:id="rId23"/>
    <p:sldId id="397" r:id="rId24"/>
    <p:sldId id="391" r:id="rId25"/>
    <p:sldId id="392" r:id="rId26"/>
    <p:sldId id="393" r:id="rId27"/>
    <p:sldId id="1510" r:id="rId28"/>
    <p:sldId id="1154" r:id="rId29"/>
  </p:sldIdLst>
  <p:sldSz cx="13681075" cy="9001125"/>
  <p:notesSz cx="6834188" cy="9979025"/>
  <p:defaultTextStyle>
    <a:defPPr>
      <a:defRPr lang="en-US"/>
    </a:defPPr>
    <a:lvl1pPr algn="l" rtl="0" eaLnBrk="0" fontAlgn="base" hangingPunct="0">
      <a:spcBef>
        <a:spcPct val="0"/>
      </a:spcBef>
      <a:spcAft>
        <a:spcPct val="0"/>
      </a:spcAft>
      <a:defRPr sz="900" kern="1200">
        <a:solidFill>
          <a:schemeClr val="tx1"/>
        </a:solidFill>
        <a:latin typeface="Tahoma" pitchFamily="34" charset="0"/>
        <a:ea typeface="+mn-ea"/>
        <a:cs typeface="+mn-cs"/>
      </a:defRPr>
    </a:lvl1pPr>
    <a:lvl2pPr marL="523875" indent="-66675" algn="l" rtl="0" eaLnBrk="0" fontAlgn="base" hangingPunct="0">
      <a:spcBef>
        <a:spcPct val="0"/>
      </a:spcBef>
      <a:spcAft>
        <a:spcPct val="0"/>
      </a:spcAft>
      <a:defRPr sz="900" kern="1200">
        <a:solidFill>
          <a:schemeClr val="tx1"/>
        </a:solidFill>
        <a:latin typeface="Tahoma" pitchFamily="34" charset="0"/>
        <a:ea typeface="+mn-ea"/>
        <a:cs typeface="+mn-cs"/>
      </a:defRPr>
    </a:lvl2pPr>
    <a:lvl3pPr marL="1047750" indent="-133350" algn="l" rtl="0" eaLnBrk="0" fontAlgn="base" hangingPunct="0">
      <a:spcBef>
        <a:spcPct val="0"/>
      </a:spcBef>
      <a:spcAft>
        <a:spcPct val="0"/>
      </a:spcAft>
      <a:defRPr sz="900" kern="1200">
        <a:solidFill>
          <a:schemeClr val="tx1"/>
        </a:solidFill>
        <a:latin typeface="Tahoma" pitchFamily="34" charset="0"/>
        <a:ea typeface="+mn-ea"/>
        <a:cs typeface="+mn-cs"/>
      </a:defRPr>
    </a:lvl3pPr>
    <a:lvl4pPr marL="1573213" indent="-201613" algn="l" rtl="0" eaLnBrk="0" fontAlgn="base" hangingPunct="0">
      <a:spcBef>
        <a:spcPct val="0"/>
      </a:spcBef>
      <a:spcAft>
        <a:spcPct val="0"/>
      </a:spcAft>
      <a:defRPr sz="900" kern="1200">
        <a:solidFill>
          <a:schemeClr val="tx1"/>
        </a:solidFill>
        <a:latin typeface="Tahoma" pitchFamily="34" charset="0"/>
        <a:ea typeface="+mn-ea"/>
        <a:cs typeface="+mn-cs"/>
      </a:defRPr>
    </a:lvl4pPr>
    <a:lvl5pPr marL="2097088" indent="-268288" algn="l" rtl="0" eaLnBrk="0" fontAlgn="base" hangingPunct="0">
      <a:spcBef>
        <a:spcPct val="0"/>
      </a:spcBef>
      <a:spcAft>
        <a:spcPct val="0"/>
      </a:spcAft>
      <a:defRPr sz="900" kern="1200">
        <a:solidFill>
          <a:schemeClr val="tx1"/>
        </a:solidFill>
        <a:latin typeface="Tahoma" pitchFamily="34" charset="0"/>
        <a:ea typeface="+mn-ea"/>
        <a:cs typeface="+mn-cs"/>
      </a:defRPr>
    </a:lvl5pPr>
    <a:lvl6pPr marL="2286000" algn="l" defTabSz="914400" rtl="0" eaLnBrk="1" latinLnBrk="0" hangingPunct="1">
      <a:defRPr sz="900" kern="1200">
        <a:solidFill>
          <a:schemeClr val="tx1"/>
        </a:solidFill>
        <a:latin typeface="Tahoma" pitchFamily="34" charset="0"/>
        <a:ea typeface="+mn-ea"/>
        <a:cs typeface="+mn-cs"/>
      </a:defRPr>
    </a:lvl6pPr>
    <a:lvl7pPr marL="2743200" algn="l" defTabSz="914400" rtl="0" eaLnBrk="1" latinLnBrk="0" hangingPunct="1">
      <a:defRPr sz="900" kern="1200">
        <a:solidFill>
          <a:schemeClr val="tx1"/>
        </a:solidFill>
        <a:latin typeface="Tahoma" pitchFamily="34" charset="0"/>
        <a:ea typeface="+mn-ea"/>
        <a:cs typeface="+mn-cs"/>
      </a:defRPr>
    </a:lvl7pPr>
    <a:lvl8pPr marL="3200400" algn="l" defTabSz="914400" rtl="0" eaLnBrk="1" latinLnBrk="0" hangingPunct="1">
      <a:defRPr sz="900" kern="1200">
        <a:solidFill>
          <a:schemeClr val="tx1"/>
        </a:solidFill>
        <a:latin typeface="Tahoma" pitchFamily="34" charset="0"/>
        <a:ea typeface="+mn-ea"/>
        <a:cs typeface="+mn-cs"/>
      </a:defRPr>
    </a:lvl8pPr>
    <a:lvl9pPr marL="3657600" algn="l" defTabSz="914400" rtl="0" eaLnBrk="1" latinLnBrk="0" hangingPunct="1">
      <a:defRPr sz="9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835">
          <p15:clr>
            <a:srgbClr val="A4A3A4"/>
          </p15:clr>
        </p15:guide>
        <p15:guide id="2" pos="4310">
          <p15:clr>
            <a:srgbClr val="A4A3A4"/>
          </p15:clr>
        </p15:guide>
      </p15:sldGuideLst>
    </p:ext>
    <p:ext uri="{2D200454-40CA-4A62-9FC3-DE9A4176ACB9}">
      <p15:notesGuideLst xmlns:p15="http://schemas.microsoft.com/office/powerpoint/2012/main">
        <p15:guide id="1" orient="horz" pos="3143">
          <p15:clr>
            <a:srgbClr val="A4A3A4"/>
          </p15:clr>
        </p15:guide>
        <p15:guide id="2" pos="215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66FF"/>
    <a:srgbClr val="FFFF00"/>
    <a:srgbClr val="00CC00"/>
    <a:srgbClr val="FF0000"/>
    <a:srgbClr val="969696"/>
    <a:srgbClr val="777777"/>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22446" autoAdjust="0"/>
    <p:restoredTop sz="94396" autoAdjust="0"/>
  </p:normalViewPr>
  <p:slideViewPr>
    <p:cSldViewPr snapToGrid="0">
      <p:cViewPr varScale="1">
        <p:scale>
          <a:sx n="57" d="100"/>
          <a:sy n="57" d="100"/>
        </p:scale>
        <p:origin x="1757" y="67"/>
      </p:cViewPr>
      <p:guideLst>
        <p:guide orient="horz" pos="2835"/>
        <p:guide pos="431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8" d="100"/>
        <a:sy n="58" d="100"/>
      </p:scale>
      <p:origin x="0" y="0"/>
    </p:cViewPr>
  </p:sorterViewPr>
  <p:notesViewPr>
    <p:cSldViewPr snapToGrid="0">
      <p:cViewPr varScale="1">
        <p:scale>
          <a:sx n="44" d="100"/>
          <a:sy n="44" d="100"/>
        </p:scale>
        <p:origin x="-1542" y="-114"/>
      </p:cViewPr>
      <p:guideLst>
        <p:guide orient="horz" pos="3143"/>
        <p:guide pos="215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60688" cy="498475"/>
          </a:xfrm>
          <a:prstGeom prst="rect">
            <a:avLst/>
          </a:prstGeom>
        </p:spPr>
        <p:txBody>
          <a:bodyPr vert="horz" lIns="91440" tIns="45720" rIns="91440" bIns="45720" rtlCol="0"/>
          <a:lstStyle>
            <a:lvl1pPr algn="l">
              <a:defRPr sz="1200">
                <a:latin typeface="Tahoma" pitchFamily="34" charset="0"/>
              </a:defRPr>
            </a:lvl1pPr>
          </a:lstStyle>
          <a:p>
            <a:pPr>
              <a:defRPr/>
            </a:pPr>
            <a:endParaRPr lang="en-GB"/>
          </a:p>
        </p:txBody>
      </p:sp>
      <p:sp>
        <p:nvSpPr>
          <p:cNvPr id="3" name="Date Placeholder 2"/>
          <p:cNvSpPr>
            <a:spLocks noGrp="1"/>
          </p:cNvSpPr>
          <p:nvPr>
            <p:ph type="dt" sz="quarter" idx="1"/>
          </p:nvPr>
        </p:nvSpPr>
        <p:spPr>
          <a:xfrm>
            <a:off x="3871913" y="0"/>
            <a:ext cx="2960687" cy="498475"/>
          </a:xfrm>
          <a:prstGeom prst="rect">
            <a:avLst/>
          </a:prstGeom>
        </p:spPr>
        <p:txBody>
          <a:bodyPr vert="horz" lIns="91440" tIns="45720" rIns="91440" bIns="45720" rtlCol="0"/>
          <a:lstStyle>
            <a:lvl1pPr algn="r">
              <a:defRPr sz="1200">
                <a:latin typeface="Tahoma" pitchFamily="34" charset="0"/>
              </a:defRPr>
            </a:lvl1pPr>
          </a:lstStyle>
          <a:p>
            <a:pPr>
              <a:defRPr/>
            </a:pPr>
            <a:fld id="{1795414F-D476-4DD2-856E-DFC31EE8148D}" type="datetimeFigureOut">
              <a:rPr lang="en-US"/>
              <a:pPr>
                <a:defRPr/>
              </a:pPr>
              <a:t>6/10/2025</a:t>
            </a:fld>
            <a:endParaRPr lang="en-GB"/>
          </a:p>
        </p:txBody>
      </p:sp>
      <p:sp>
        <p:nvSpPr>
          <p:cNvPr id="4" name="Footer Placeholder 3"/>
          <p:cNvSpPr>
            <a:spLocks noGrp="1"/>
          </p:cNvSpPr>
          <p:nvPr>
            <p:ph type="ftr" sz="quarter" idx="2"/>
          </p:nvPr>
        </p:nvSpPr>
        <p:spPr>
          <a:xfrm>
            <a:off x="0" y="9478963"/>
            <a:ext cx="2960688" cy="498475"/>
          </a:xfrm>
          <a:prstGeom prst="rect">
            <a:avLst/>
          </a:prstGeom>
        </p:spPr>
        <p:txBody>
          <a:bodyPr vert="horz" lIns="91440" tIns="45720" rIns="91440" bIns="45720" rtlCol="0" anchor="b"/>
          <a:lstStyle>
            <a:lvl1pPr algn="l">
              <a:defRPr sz="1200">
                <a:latin typeface="Tahoma" pitchFamily="34" charset="0"/>
              </a:defRPr>
            </a:lvl1pPr>
          </a:lstStyle>
          <a:p>
            <a:pPr>
              <a:defRPr/>
            </a:pPr>
            <a:endParaRPr lang="en-GB"/>
          </a:p>
        </p:txBody>
      </p:sp>
      <p:sp>
        <p:nvSpPr>
          <p:cNvPr id="5" name="Slide Number Placeholder 4"/>
          <p:cNvSpPr>
            <a:spLocks noGrp="1"/>
          </p:cNvSpPr>
          <p:nvPr>
            <p:ph type="sldNum" sz="quarter" idx="3"/>
          </p:nvPr>
        </p:nvSpPr>
        <p:spPr>
          <a:xfrm>
            <a:off x="3871913" y="9478963"/>
            <a:ext cx="2960687" cy="498475"/>
          </a:xfrm>
          <a:prstGeom prst="rect">
            <a:avLst/>
          </a:prstGeom>
        </p:spPr>
        <p:txBody>
          <a:bodyPr vert="horz" lIns="91440" tIns="45720" rIns="91440" bIns="45720" rtlCol="0" anchor="b"/>
          <a:lstStyle>
            <a:lvl1pPr algn="r">
              <a:defRPr sz="1200">
                <a:latin typeface="Tahoma" pitchFamily="34" charset="0"/>
              </a:defRPr>
            </a:lvl1pPr>
          </a:lstStyle>
          <a:p>
            <a:pPr>
              <a:defRPr/>
            </a:pPr>
            <a:fld id="{E9D598F7-2133-4013-82D1-4B3B491A4AC3}" type="slidenum">
              <a:rPr lang="en-GB"/>
              <a:pPr>
                <a:defRPr/>
              </a:pPr>
              <a:t>‹#›</a:t>
            </a:fld>
            <a:endParaRPr lang="en-GB"/>
          </a:p>
        </p:txBody>
      </p:sp>
    </p:spTree>
    <p:extLst>
      <p:ext uri="{BB962C8B-B14F-4D97-AF65-F5344CB8AC3E}">
        <p14:creationId xmlns:p14="http://schemas.microsoft.com/office/powerpoint/2010/main" val="2527910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60688" cy="498475"/>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defTabSz="930275" eaLnBrk="1" hangingPunct="1">
              <a:defRPr sz="1200">
                <a:latin typeface="Times New Roman" pitchFamily="18" charset="0"/>
              </a:defRPr>
            </a:lvl1pPr>
          </a:lstStyle>
          <a:p>
            <a:pPr>
              <a:defRPr/>
            </a:pPr>
            <a:endParaRPr lang="en-US"/>
          </a:p>
        </p:txBody>
      </p:sp>
      <p:sp>
        <p:nvSpPr>
          <p:cNvPr id="29699" name="Rectangle 3"/>
          <p:cNvSpPr>
            <a:spLocks noGrp="1" noChangeArrowheads="1"/>
          </p:cNvSpPr>
          <p:nvPr>
            <p:ph type="dt" idx="1"/>
          </p:nvPr>
        </p:nvSpPr>
        <p:spPr bwMode="auto">
          <a:xfrm>
            <a:off x="3873500" y="0"/>
            <a:ext cx="2960688" cy="498475"/>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algn="r" defTabSz="930275" eaLnBrk="1" hangingPunct="1">
              <a:defRPr sz="1200">
                <a:latin typeface="Times New Roman" pitchFamily="18" charset="0"/>
              </a:defRPr>
            </a:lvl1pPr>
          </a:lstStyle>
          <a:p>
            <a:pPr>
              <a:defRPr/>
            </a:pPr>
            <a:endParaRPr lang="en-US"/>
          </a:p>
        </p:txBody>
      </p:sp>
      <p:sp>
        <p:nvSpPr>
          <p:cNvPr id="72708" name="Rectangle 4"/>
          <p:cNvSpPr>
            <a:spLocks noGrp="1" noRot="1" noChangeAspect="1" noChangeArrowheads="1" noTextEdit="1"/>
          </p:cNvSpPr>
          <p:nvPr>
            <p:ph type="sldImg" idx="2"/>
          </p:nvPr>
        </p:nvSpPr>
        <p:spPr bwMode="auto">
          <a:xfrm>
            <a:off x="574675" y="749300"/>
            <a:ext cx="5684838" cy="3741738"/>
          </a:xfrm>
          <a:prstGeom prst="rect">
            <a:avLst/>
          </a:prstGeom>
          <a:noFill/>
          <a:ln w="9525">
            <a:solidFill>
              <a:srgbClr val="000000"/>
            </a:solidFill>
            <a:miter lim="800000"/>
            <a:headEnd/>
            <a:tailEnd/>
          </a:ln>
        </p:spPr>
      </p:sp>
      <p:sp>
        <p:nvSpPr>
          <p:cNvPr id="29701" name="Rectangle 5"/>
          <p:cNvSpPr>
            <a:spLocks noGrp="1" noChangeArrowheads="1"/>
          </p:cNvSpPr>
          <p:nvPr>
            <p:ph type="body" sz="quarter" idx="3"/>
          </p:nvPr>
        </p:nvSpPr>
        <p:spPr bwMode="auto">
          <a:xfrm>
            <a:off x="911225" y="4740275"/>
            <a:ext cx="5011738" cy="4489450"/>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p:cNvSpPr>
            <a:spLocks noGrp="1" noChangeArrowheads="1"/>
          </p:cNvSpPr>
          <p:nvPr>
            <p:ph type="ftr" sz="quarter" idx="4"/>
          </p:nvPr>
        </p:nvSpPr>
        <p:spPr bwMode="auto">
          <a:xfrm>
            <a:off x="0" y="9480550"/>
            <a:ext cx="2960688" cy="498475"/>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defTabSz="930275" eaLnBrk="1" hangingPunct="1">
              <a:defRPr sz="1200">
                <a:latin typeface="Times New Roman" pitchFamily="18" charset="0"/>
              </a:defRPr>
            </a:lvl1pPr>
          </a:lstStyle>
          <a:p>
            <a:pPr>
              <a:defRPr/>
            </a:pPr>
            <a:endParaRPr lang="en-US"/>
          </a:p>
        </p:txBody>
      </p:sp>
      <p:sp>
        <p:nvSpPr>
          <p:cNvPr id="29703" name="Rectangle 7"/>
          <p:cNvSpPr>
            <a:spLocks noGrp="1" noChangeArrowheads="1"/>
          </p:cNvSpPr>
          <p:nvPr>
            <p:ph type="sldNum" sz="quarter" idx="5"/>
          </p:nvPr>
        </p:nvSpPr>
        <p:spPr bwMode="auto">
          <a:xfrm>
            <a:off x="3873500" y="9480550"/>
            <a:ext cx="2960688" cy="498475"/>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algn="r" defTabSz="930275" eaLnBrk="1" hangingPunct="1">
              <a:defRPr sz="1200">
                <a:latin typeface="Times New Roman" pitchFamily="18" charset="0"/>
              </a:defRPr>
            </a:lvl1pPr>
          </a:lstStyle>
          <a:p>
            <a:pPr>
              <a:defRPr/>
            </a:pPr>
            <a:fld id="{5872934B-F198-4075-B02D-4E5D2B891C00}" type="slidenum">
              <a:rPr lang="en-US"/>
              <a:pPr>
                <a:defRPr/>
              </a:pPr>
              <a:t>‹#›</a:t>
            </a:fld>
            <a:endParaRPr lang="en-US"/>
          </a:p>
        </p:txBody>
      </p:sp>
    </p:spTree>
    <p:extLst>
      <p:ext uri="{BB962C8B-B14F-4D97-AF65-F5344CB8AC3E}">
        <p14:creationId xmlns:p14="http://schemas.microsoft.com/office/powerpoint/2010/main" val="26441655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Times New Roman" pitchFamily="18" charset="0"/>
        <a:ea typeface="+mn-ea"/>
        <a:cs typeface="+mn-cs"/>
      </a:defRPr>
    </a:lvl1pPr>
    <a:lvl2pPr marL="523875" algn="l" rtl="0" eaLnBrk="0" fontAlgn="base" hangingPunct="0">
      <a:spcBef>
        <a:spcPct val="30000"/>
      </a:spcBef>
      <a:spcAft>
        <a:spcPct val="0"/>
      </a:spcAft>
      <a:defRPr sz="1400" kern="1200">
        <a:solidFill>
          <a:schemeClr val="tx1"/>
        </a:solidFill>
        <a:latin typeface="Times New Roman" pitchFamily="18" charset="0"/>
        <a:ea typeface="+mn-ea"/>
        <a:cs typeface="+mn-cs"/>
      </a:defRPr>
    </a:lvl2pPr>
    <a:lvl3pPr marL="1047750" algn="l" rtl="0" eaLnBrk="0" fontAlgn="base" hangingPunct="0">
      <a:spcBef>
        <a:spcPct val="30000"/>
      </a:spcBef>
      <a:spcAft>
        <a:spcPct val="0"/>
      </a:spcAft>
      <a:defRPr sz="1400" kern="1200">
        <a:solidFill>
          <a:schemeClr val="tx1"/>
        </a:solidFill>
        <a:latin typeface="Times New Roman" pitchFamily="18" charset="0"/>
        <a:ea typeface="+mn-ea"/>
        <a:cs typeface="+mn-cs"/>
      </a:defRPr>
    </a:lvl3pPr>
    <a:lvl4pPr marL="1573213" algn="l" rtl="0" eaLnBrk="0" fontAlgn="base" hangingPunct="0">
      <a:spcBef>
        <a:spcPct val="30000"/>
      </a:spcBef>
      <a:spcAft>
        <a:spcPct val="0"/>
      </a:spcAft>
      <a:defRPr sz="1400" kern="1200">
        <a:solidFill>
          <a:schemeClr val="tx1"/>
        </a:solidFill>
        <a:latin typeface="Times New Roman" pitchFamily="18" charset="0"/>
        <a:ea typeface="+mn-ea"/>
        <a:cs typeface="+mn-cs"/>
      </a:defRPr>
    </a:lvl4pPr>
    <a:lvl5pPr marL="2097088" algn="l" rtl="0" eaLnBrk="0" fontAlgn="base" hangingPunct="0">
      <a:spcBef>
        <a:spcPct val="30000"/>
      </a:spcBef>
      <a:spcAft>
        <a:spcPct val="0"/>
      </a:spcAft>
      <a:defRPr sz="1400" kern="1200">
        <a:solidFill>
          <a:schemeClr val="tx1"/>
        </a:solidFill>
        <a:latin typeface="Times New Roman" pitchFamily="18" charset="0"/>
        <a:ea typeface="+mn-ea"/>
        <a:cs typeface="+mn-cs"/>
      </a:defRPr>
    </a:lvl5pPr>
    <a:lvl6pPr marL="2623185" algn="l" defTabSz="1049274" rtl="0" eaLnBrk="1" latinLnBrk="0" hangingPunct="1">
      <a:defRPr sz="1400" kern="1200">
        <a:solidFill>
          <a:schemeClr val="tx1"/>
        </a:solidFill>
        <a:latin typeface="+mn-lt"/>
        <a:ea typeface="+mn-ea"/>
        <a:cs typeface="+mn-cs"/>
      </a:defRPr>
    </a:lvl6pPr>
    <a:lvl7pPr marL="3147822" algn="l" defTabSz="1049274" rtl="0" eaLnBrk="1" latinLnBrk="0" hangingPunct="1">
      <a:defRPr sz="1400" kern="1200">
        <a:solidFill>
          <a:schemeClr val="tx1"/>
        </a:solidFill>
        <a:latin typeface="+mn-lt"/>
        <a:ea typeface="+mn-ea"/>
        <a:cs typeface="+mn-cs"/>
      </a:defRPr>
    </a:lvl7pPr>
    <a:lvl8pPr marL="3672459" algn="l" defTabSz="1049274" rtl="0" eaLnBrk="1" latinLnBrk="0" hangingPunct="1">
      <a:defRPr sz="1400" kern="1200">
        <a:solidFill>
          <a:schemeClr val="tx1"/>
        </a:solidFill>
        <a:latin typeface="+mn-lt"/>
        <a:ea typeface="+mn-ea"/>
        <a:cs typeface="+mn-cs"/>
      </a:defRPr>
    </a:lvl8pPr>
    <a:lvl9pPr marL="4197096" algn="l" defTabSz="104927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C06FD5A2-23F0-49C0-ADD6-9D6095AD17FB}" type="slidenum">
              <a:rPr lang="en-US" smtClean="0"/>
              <a:pPr/>
              <a:t>1</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42E2159F-B7BA-494B-8339-B5CEB89A0CF4}" type="slidenum">
              <a:rPr lang="en-US" smtClean="0"/>
              <a:pPr/>
              <a:t>2</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B158655-43C0-32D1-D868-30AA1751E056}"/>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7" name="Rectangle 3">
            <a:extLst>
              <a:ext uri="{FF2B5EF4-FFF2-40B4-BE49-F238E27FC236}">
                <a16:creationId xmlns:a16="http://schemas.microsoft.com/office/drawing/2014/main" id="{E7AAD7FE-126A-A439-F467-506C3761CA9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6AD854F-D3B4-C6B4-8C6B-B6ECAB534EE1}"/>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5" name="Rectangle 3">
            <a:extLst>
              <a:ext uri="{FF2B5EF4-FFF2-40B4-BE49-F238E27FC236}">
                <a16:creationId xmlns:a16="http://schemas.microsoft.com/office/drawing/2014/main" id="{7894736F-472F-C8FE-2257-50FB25E37B50}"/>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7C85EA6-14E8-8F26-D377-29ECEC7D8339}"/>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3" name="Rectangle 3">
            <a:extLst>
              <a:ext uri="{FF2B5EF4-FFF2-40B4-BE49-F238E27FC236}">
                <a16:creationId xmlns:a16="http://schemas.microsoft.com/office/drawing/2014/main" id="{3A0ABA62-9B7D-E40F-781F-072DA4E58653}"/>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990A7C5-CF5B-7310-82BD-65227CC9B768}"/>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13808722-5697-66C4-1A28-B17EC4507E10}"/>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6153D8E-28BF-5AEB-3085-C2F5FEB96CFC}"/>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39" name="Rectangle 3">
            <a:extLst>
              <a:ext uri="{FF2B5EF4-FFF2-40B4-BE49-F238E27FC236}">
                <a16:creationId xmlns:a16="http://schemas.microsoft.com/office/drawing/2014/main" id="{B87EE3AE-7674-8B05-B96F-8A36066DAC91}"/>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2BB20B2-8933-3816-4B19-A485BC4F4926}"/>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7" name="Rectangle 3">
            <a:extLst>
              <a:ext uri="{FF2B5EF4-FFF2-40B4-BE49-F238E27FC236}">
                <a16:creationId xmlns:a16="http://schemas.microsoft.com/office/drawing/2014/main" id="{99434F81-4DE7-63CB-E6C4-AC12A1C72F7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19E7E66-12DC-33A1-344C-FD775D0043E1}"/>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8435" name="Rectangle 3">
            <a:extLst>
              <a:ext uri="{FF2B5EF4-FFF2-40B4-BE49-F238E27FC236}">
                <a16:creationId xmlns:a16="http://schemas.microsoft.com/office/drawing/2014/main" id="{5DB78BC5-0A89-65CF-F45B-5F6F24A00734}"/>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F324E7B-1AFC-8143-D0C3-71141BCA4E16}"/>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483" name="Rectangle 3">
            <a:extLst>
              <a:ext uri="{FF2B5EF4-FFF2-40B4-BE49-F238E27FC236}">
                <a16:creationId xmlns:a16="http://schemas.microsoft.com/office/drawing/2014/main" id="{5EC5ED0C-2913-552D-E0C2-95C903BF681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2A0C5FE-08A4-511B-3D99-EC6856455606}"/>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2531" name="Rectangle 3">
            <a:extLst>
              <a:ext uri="{FF2B5EF4-FFF2-40B4-BE49-F238E27FC236}">
                <a16:creationId xmlns:a16="http://schemas.microsoft.com/office/drawing/2014/main" id="{7851F77A-5501-F661-ADB6-7893A5FCD3B7}"/>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FA8048D-25FA-E2BE-A7CA-F7435560533C}"/>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4579" name="Rectangle 3">
            <a:extLst>
              <a:ext uri="{FF2B5EF4-FFF2-40B4-BE49-F238E27FC236}">
                <a16:creationId xmlns:a16="http://schemas.microsoft.com/office/drawing/2014/main" id="{5A23909B-152A-15E1-B47B-A9AF722D42A1}"/>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5D59115-1670-9D40-2292-F7017EC3615F}"/>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7" name="Rectangle 3">
            <a:extLst>
              <a:ext uri="{FF2B5EF4-FFF2-40B4-BE49-F238E27FC236}">
                <a16:creationId xmlns:a16="http://schemas.microsoft.com/office/drawing/2014/main" id="{97F3678A-0885-C669-9877-9B361343E265}"/>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3191DBD-2A60-0AB7-A3B5-F05DEC944F32}"/>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675" name="Rectangle 3">
            <a:extLst>
              <a:ext uri="{FF2B5EF4-FFF2-40B4-BE49-F238E27FC236}">
                <a16:creationId xmlns:a16="http://schemas.microsoft.com/office/drawing/2014/main" id="{5C5F59A1-D7AB-A2C5-B23D-6AAC156DAFE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3B84339-9205-57F8-FAA1-86815761527A}"/>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3" name="Rectangle 3">
            <a:extLst>
              <a:ext uri="{FF2B5EF4-FFF2-40B4-BE49-F238E27FC236}">
                <a16:creationId xmlns:a16="http://schemas.microsoft.com/office/drawing/2014/main" id="{42C4F018-2361-A632-F77E-685FAF10C844}"/>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961DF29-FDC7-EA1F-A14F-4EB3363E1B36}"/>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1" name="Rectangle 3">
            <a:extLst>
              <a:ext uri="{FF2B5EF4-FFF2-40B4-BE49-F238E27FC236}">
                <a16:creationId xmlns:a16="http://schemas.microsoft.com/office/drawing/2014/main" id="{ABAAF1FB-3C52-5C7C-D52A-DBB2FFDCF24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CE73D204-96B9-6B6C-627E-79CA43A1B873}"/>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19" name="Rectangle 3">
            <a:extLst>
              <a:ext uri="{FF2B5EF4-FFF2-40B4-BE49-F238E27FC236}">
                <a16:creationId xmlns:a16="http://schemas.microsoft.com/office/drawing/2014/main" id="{9F308DC8-70AC-A002-0BA4-AD5CE14808B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59FABC8-E197-459C-B224-8268C9EC85D4}"/>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7" name="Rectangle 3">
            <a:extLst>
              <a:ext uri="{FF2B5EF4-FFF2-40B4-BE49-F238E27FC236}">
                <a16:creationId xmlns:a16="http://schemas.microsoft.com/office/drawing/2014/main" id="{61701E2B-B8F1-9FB3-D0FD-401A1C97C830}"/>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43139BE-9BAD-A4E1-A771-4AD17772133A}"/>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5" name="Rectangle 3">
            <a:extLst>
              <a:ext uri="{FF2B5EF4-FFF2-40B4-BE49-F238E27FC236}">
                <a16:creationId xmlns:a16="http://schemas.microsoft.com/office/drawing/2014/main" id="{A0E30973-AD24-914E-EA94-CF39B297FE9D}"/>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178D30D-0181-ACBE-3823-415104325FA8}"/>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3" name="Rectangle 3">
            <a:extLst>
              <a:ext uri="{FF2B5EF4-FFF2-40B4-BE49-F238E27FC236}">
                <a16:creationId xmlns:a16="http://schemas.microsoft.com/office/drawing/2014/main" id="{494F8454-8D43-8B4E-9AB5-8AF377C14731}"/>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CF41857-1391-F479-0751-52A06D8EF7D1}"/>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1" name="Rectangle 3">
            <a:extLst>
              <a:ext uri="{FF2B5EF4-FFF2-40B4-BE49-F238E27FC236}">
                <a16:creationId xmlns:a16="http://schemas.microsoft.com/office/drawing/2014/main" id="{F88373D9-0522-76CC-1807-A05273F7AAAF}"/>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38D77E36-3BC4-9F97-BB84-D9BD7E1C28EC}"/>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5059" name="Rectangle 3">
            <a:extLst>
              <a:ext uri="{FF2B5EF4-FFF2-40B4-BE49-F238E27FC236}">
                <a16:creationId xmlns:a16="http://schemas.microsoft.com/office/drawing/2014/main" id="{B808552E-AA45-56A4-BC96-846973619153}"/>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65B48405-13F4-70C5-C17F-8670E228BAF2}"/>
              </a:ext>
            </a:extLst>
          </p:cNvPr>
          <p:cNvSpPr>
            <a:spLocks noGrp="1" noRot="1" noChangeAspect="1" noChangeArrowheads="1" noTextEdit="1"/>
          </p:cNvSpPr>
          <p:nvPr>
            <p:ph type="sldImg"/>
          </p:nvPr>
        </p:nvSpPr>
        <p:spPr bwMode="auto">
          <a:xfrm>
            <a:off x="823913" y="685800"/>
            <a:ext cx="5210175"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7107" name="Rectangle 3">
            <a:extLst>
              <a:ext uri="{FF2B5EF4-FFF2-40B4-BE49-F238E27FC236}">
                <a16:creationId xmlns:a16="http://schemas.microsoft.com/office/drawing/2014/main" id="{9C8173C9-6FC6-340E-D859-C869D2DC308E}"/>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5788" y="755650"/>
            <a:ext cx="5662612" cy="3727450"/>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02BFE9CC-D952-411B-9EBD-7EF48EA6F8F4}" type="slidenum">
              <a:rPr lang="en-US" smtClean="0"/>
              <a:pPr>
                <a:defRPr/>
              </a:pPr>
              <a:t>27</a:t>
            </a:fld>
            <a:endParaRPr lang="en-US"/>
          </a:p>
        </p:txBody>
      </p:sp>
    </p:spTree>
    <p:extLst>
      <p:ext uri="{BB962C8B-B14F-4D97-AF65-F5344CB8AC3E}">
        <p14:creationId xmlns:p14="http://schemas.microsoft.com/office/powerpoint/2010/main" val="15044656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AC48F005-04AC-4296-99F6-03AB785B97CF}" type="slidenum">
              <a:rPr lang="en-US" smtClean="0"/>
              <a:pPr/>
              <a:t>28</a:t>
            </a:fld>
            <a:endParaRPr lang="en-US"/>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8"/>
          <p:cNvGrpSpPr>
            <a:grpSpLocks/>
          </p:cNvGrpSpPr>
          <p:nvPr userDrawn="1"/>
        </p:nvGrpSpPr>
        <p:grpSpPr bwMode="auto">
          <a:xfrm>
            <a:off x="201613" y="3200400"/>
            <a:ext cx="13479462" cy="1381125"/>
            <a:chOff x="0" y="1536"/>
            <a:chExt cx="5675" cy="663"/>
          </a:xfrm>
        </p:grpSpPr>
        <p:grpSp>
          <p:nvGrpSpPr>
            <p:cNvPr id="5" name="Group 19"/>
            <p:cNvGrpSpPr>
              <a:grpSpLocks/>
            </p:cNvGrpSpPr>
            <p:nvPr/>
          </p:nvGrpSpPr>
          <p:grpSpPr bwMode="auto">
            <a:xfrm>
              <a:off x="185" y="1604"/>
              <a:ext cx="449" cy="300"/>
              <a:chOff x="720" y="336"/>
              <a:chExt cx="624" cy="433"/>
            </a:xfrm>
          </p:grpSpPr>
          <p:sp>
            <p:nvSpPr>
              <p:cNvPr id="12" name="Rectangle 20"/>
              <p:cNvSpPr>
                <a:spLocks noChangeArrowheads="1"/>
              </p:cNvSpPr>
              <p:nvPr/>
            </p:nvSpPr>
            <p:spPr bwMode="auto">
              <a:xfrm>
                <a:off x="720" y="336"/>
                <a:ext cx="385" cy="433"/>
              </a:xfrm>
              <a:prstGeom prst="rect">
                <a:avLst/>
              </a:prstGeom>
              <a:solidFill>
                <a:schemeClr val="folHlink"/>
              </a:solidFill>
              <a:ln w="9525">
                <a:noFill/>
                <a:miter lim="800000"/>
                <a:headEnd/>
                <a:tailEnd/>
              </a:ln>
              <a:effectLst/>
            </p:spPr>
            <p:txBody>
              <a:bodyPr wrap="none" anchor="ctr"/>
              <a:lstStyle/>
              <a:p>
                <a:pPr>
                  <a:defRPr/>
                </a:pPr>
                <a:endParaRPr lang="en-GB"/>
              </a:p>
            </p:txBody>
          </p:sp>
          <p:sp>
            <p:nvSpPr>
              <p:cNvPr id="13" name="Rectangle 21"/>
              <p:cNvSpPr>
                <a:spLocks noChangeArrowheads="1"/>
              </p:cNvSpPr>
              <p:nvPr/>
            </p:nvSpPr>
            <p:spPr bwMode="auto">
              <a:xfrm>
                <a:off x="1056" y="336"/>
                <a:ext cx="288" cy="43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GB"/>
              </a:p>
            </p:txBody>
          </p:sp>
        </p:grpSp>
        <p:grpSp>
          <p:nvGrpSpPr>
            <p:cNvPr id="6" name="Group 22"/>
            <p:cNvGrpSpPr>
              <a:grpSpLocks/>
            </p:cNvGrpSpPr>
            <p:nvPr/>
          </p:nvGrpSpPr>
          <p:grpSpPr bwMode="auto">
            <a:xfrm>
              <a:off x="262" y="1872"/>
              <a:ext cx="466" cy="300"/>
              <a:chOff x="912" y="2640"/>
              <a:chExt cx="673" cy="433"/>
            </a:xfrm>
          </p:grpSpPr>
          <p:sp>
            <p:nvSpPr>
              <p:cNvPr id="10" name="Rectangle 23"/>
              <p:cNvSpPr>
                <a:spLocks noChangeArrowheads="1"/>
              </p:cNvSpPr>
              <p:nvPr/>
            </p:nvSpPr>
            <p:spPr bwMode="auto">
              <a:xfrm>
                <a:off x="912" y="2640"/>
                <a:ext cx="384" cy="433"/>
              </a:xfrm>
              <a:prstGeom prst="rect">
                <a:avLst/>
              </a:prstGeom>
              <a:solidFill>
                <a:schemeClr val="accent2"/>
              </a:solidFill>
              <a:ln w="9525">
                <a:noFill/>
                <a:miter lim="800000"/>
                <a:headEnd/>
                <a:tailEnd/>
              </a:ln>
              <a:effectLst/>
            </p:spPr>
            <p:txBody>
              <a:bodyPr wrap="none" anchor="ctr"/>
              <a:lstStyle/>
              <a:p>
                <a:pPr>
                  <a:defRPr/>
                </a:pPr>
                <a:endParaRPr lang="en-GB"/>
              </a:p>
            </p:txBody>
          </p:sp>
          <p:sp>
            <p:nvSpPr>
              <p:cNvPr id="11" name="Rectangle 24"/>
              <p:cNvSpPr>
                <a:spLocks noChangeArrowheads="1"/>
              </p:cNvSpPr>
              <p:nvPr/>
            </p:nvSpPr>
            <p:spPr bwMode="auto">
              <a:xfrm>
                <a:off x="1252" y="2640"/>
                <a:ext cx="333" cy="43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GB"/>
              </a:p>
            </p:txBody>
          </p:sp>
        </p:grpSp>
        <p:sp>
          <p:nvSpPr>
            <p:cNvPr id="7" name="Rectangle 25"/>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GB"/>
            </a:p>
          </p:txBody>
        </p:sp>
        <p:sp>
          <p:nvSpPr>
            <p:cNvPr id="8" name="Rectangle 26"/>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GB"/>
            </a:p>
          </p:txBody>
        </p:sp>
        <p:sp>
          <p:nvSpPr>
            <p:cNvPr id="9" name="Rectangle 27"/>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GB"/>
            </a:p>
          </p:txBody>
        </p:sp>
      </p:grpSp>
      <p:sp>
        <p:nvSpPr>
          <p:cNvPr id="230412" name="Rectangle 12"/>
          <p:cNvSpPr>
            <a:spLocks noGrp="1" noChangeArrowheads="1"/>
          </p:cNvSpPr>
          <p:nvPr>
            <p:ph type="ctrTitle"/>
          </p:nvPr>
        </p:nvSpPr>
        <p:spPr bwMode="auto">
          <a:xfrm>
            <a:off x="1710135" y="2200278"/>
            <a:ext cx="11628914" cy="1700213"/>
          </a:xfrm>
          <a:prstGeom prst="rect">
            <a:avLst/>
          </a:prstGeom>
          <a:noFill/>
          <a:ln>
            <a:miter lim="800000"/>
            <a:headEnd/>
            <a:tailEnd/>
          </a:ln>
        </p:spPr>
        <p:txBody>
          <a:bodyPr vert="horz" wrap="square" lIns="104927" tIns="52464" rIns="104927" bIns="52464" numCol="1" anchor="b" anchorCtr="0" compatLnSpc="1">
            <a:prstTxWarp prst="textNoShape">
              <a:avLst/>
            </a:prstTxWarp>
          </a:bodyPr>
          <a:lstStyle>
            <a:lvl1pPr>
              <a:defRPr/>
            </a:lvl1pPr>
          </a:lstStyle>
          <a:p>
            <a:r>
              <a:rPr lang="en-US"/>
              <a:t>Click to edit Master title style</a:t>
            </a:r>
          </a:p>
        </p:txBody>
      </p:sp>
      <p:sp>
        <p:nvSpPr>
          <p:cNvPr id="230413" name="Rectangle 13"/>
          <p:cNvSpPr>
            <a:spLocks noGrp="1" noChangeArrowheads="1"/>
          </p:cNvSpPr>
          <p:nvPr>
            <p:ph type="subTitle" idx="1"/>
          </p:nvPr>
        </p:nvSpPr>
        <p:spPr>
          <a:xfrm>
            <a:off x="912072" y="4581525"/>
            <a:ext cx="12769003" cy="4100513"/>
          </a:xfrm>
        </p:spPr>
        <p:txBody>
          <a:bodyPr/>
          <a:lstStyle>
            <a:lvl1pPr marL="0" indent="0" algn="ctr">
              <a:buFont typeface="Wingdings" pitchFamily="2" charset="2"/>
              <a:buNone/>
              <a:defRPr/>
            </a:lvl1pPr>
          </a:lstStyle>
          <a:p>
            <a:r>
              <a:rPr lang="en-US"/>
              <a:t>Click to edit Master subtitle style</a:t>
            </a: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80713" y="5784060"/>
            <a:ext cx="11628914" cy="1787723"/>
          </a:xfrm>
          <a:prstGeom prst="rect">
            <a:avLst/>
          </a:prstGeom>
        </p:spPr>
        <p:txBody>
          <a:bodyPr lIns="104927" tIns="52464" rIns="104927" bIns="52464" anchor="t"/>
          <a:lstStyle>
            <a:lvl1pPr algn="l">
              <a:defRPr sz="4600" b="1" cap="all"/>
            </a:lvl1pPr>
          </a:lstStyle>
          <a:p>
            <a:r>
              <a:rPr lang="en-US"/>
              <a:t>Click to edit Master title style</a:t>
            </a:r>
            <a:endParaRPr lang="en-GB"/>
          </a:p>
        </p:txBody>
      </p:sp>
      <p:sp>
        <p:nvSpPr>
          <p:cNvPr id="3" name="Text Placeholder 2"/>
          <p:cNvSpPr>
            <a:spLocks noGrp="1"/>
          </p:cNvSpPr>
          <p:nvPr>
            <p:ph type="body" idx="1"/>
          </p:nvPr>
        </p:nvSpPr>
        <p:spPr>
          <a:xfrm>
            <a:off x="1080713" y="3815065"/>
            <a:ext cx="11628914" cy="1968995"/>
          </a:xfrm>
        </p:spPr>
        <p:txBody>
          <a:bodyPr anchor="b"/>
          <a:lstStyle>
            <a:lvl1pPr marL="0" indent="0">
              <a:buNone/>
              <a:defRPr sz="2300"/>
            </a:lvl1pPr>
            <a:lvl2pPr marL="524637" indent="0">
              <a:buNone/>
              <a:defRPr sz="2100"/>
            </a:lvl2pPr>
            <a:lvl3pPr marL="1049274" indent="0">
              <a:buNone/>
              <a:defRPr sz="1800"/>
            </a:lvl3pPr>
            <a:lvl4pPr marL="1573911" indent="0">
              <a:buNone/>
              <a:defRPr sz="1600"/>
            </a:lvl4pPr>
            <a:lvl5pPr marL="2098548" indent="0">
              <a:buNone/>
              <a:defRPr sz="1600"/>
            </a:lvl5pPr>
            <a:lvl6pPr marL="2623185" indent="0">
              <a:buNone/>
              <a:defRPr sz="1600"/>
            </a:lvl6pPr>
            <a:lvl7pPr marL="3147822" indent="0">
              <a:buNone/>
              <a:defRPr sz="1600"/>
            </a:lvl7pPr>
            <a:lvl8pPr marL="3672459" indent="0">
              <a:buNone/>
              <a:defRPr sz="1600"/>
            </a:lvl8pPr>
            <a:lvl9pPr marL="4197096" indent="0">
              <a:buNone/>
              <a:defRPr sz="1600"/>
            </a:lvl9pPr>
          </a:lstStyle>
          <a:p>
            <a:pPr lvl="0"/>
            <a:r>
              <a:rPr lang="en-US"/>
              <a:t>Click to edit Master text styles</a:t>
            </a: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
        <p:nvSpPr>
          <p:cNvPr id="3" name="Content Placeholder 2"/>
          <p:cNvSpPr>
            <a:spLocks noGrp="1"/>
          </p:cNvSpPr>
          <p:nvPr>
            <p:ph sz="half" idx="1"/>
          </p:nvPr>
        </p:nvSpPr>
        <p:spPr>
          <a:xfrm>
            <a:off x="546296" y="0"/>
            <a:ext cx="6151733" cy="8569822"/>
          </a:xfrm>
        </p:spPr>
        <p:txBody>
          <a:bodyPr/>
          <a:lstStyle>
            <a:lvl1pPr>
              <a:defRPr sz="32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926047" y="0"/>
            <a:ext cx="6154110" cy="8569822"/>
          </a:xfrm>
        </p:spPr>
        <p:txBody>
          <a:bodyPr/>
          <a:lstStyle>
            <a:lvl1pPr>
              <a:defRPr sz="32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84054" y="2014836"/>
            <a:ext cx="6044851" cy="839688"/>
          </a:xfrm>
        </p:spPr>
        <p:txBody>
          <a:bodyPr anchor="b"/>
          <a:lstStyle>
            <a:lvl1pPr marL="0" indent="0">
              <a:buNone/>
              <a:defRPr sz="2800" b="1"/>
            </a:lvl1pPr>
            <a:lvl2pPr marL="524637" indent="0">
              <a:buNone/>
              <a:defRPr sz="2300" b="1"/>
            </a:lvl2pPr>
            <a:lvl3pPr marL="1049274" indent="0">
              <a:buNone/>
              <a:defRPr sz="2100" b="1"/>
            </a:lvl3pPr>
            <a:lvl4pPr marL="1573911" indent="0">
              <a:buNone/>
              <a:defRPr sz="1800" b="1"/>
            </a:lvl4pPr>
            <a:lvl5pPr marL="2098548" indent="0">
              <a:buNone/>
              <a:defRPr sz="1800" b="1"/>
            </a:lvl5pPr>
            <a:lvl6pPr marL="2623185" indent="0">
              <a:buNone/>
              <a:defRPr sz="1800" b="1"/>
            </a:lvl6pPr>
            <a:lvl7pPr marL="3147822" indent="0">
              <a:buNone/>
              <a:defRPr sz="1800" b="1"/>
            </a:lvl7pPr>
            <a:lvl8pPr marL="3672459" indent="0">
              <a:buNone/>
              <a:defRPr sz="1800" b="1"/>
            </a:lvl8pPr>
            <a:lvl9pPr marL="4197096" indent="0">
              <a:buNone/>
              <a:defRPr sz="1800" b="1"/>
            </a:lvl9pPr>
          </a:lstStyle>
          <a:p>
            <a:pPr lvl="0"/>
            <a:r>
              <a:rPr lang="en-US"/>
              <a:t>Click to edit Master text styles</a:t>
            </a:r>
          </a:p>
        </p:txBody>
      </p:sp>
      <p:sp>
        <p:nvSpPr>
          <p:cNvPr id="4" name="Content Placeholder 3"/>
          <p:cNvSpPr>
            <a:spLocks noGrp="1"/>
          </p:cNvSpPr>
          <p:nvPr>
            <p:ph sz="half" idx="2"/>
          </p:nvPr>
        </p:nvSpPr>
        <p:spPr>
          <a:xfrm>
            <a:off x="684054" y="2854523"/>
            <a:ext cx="6044851" cy="5186066"/>
          </a:xfrm>
        </p:spPr>
        <p:txBody>
          <a:bodyPr/>
          <a:lstStyle>
            <a:lvl1pPr>
              <a:defRPr sz="28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949797" y="2014836"/>
            <a:ext cx="6047226" cy="839688"/>
          </a:xfrm>
        </p:spPr>
        <p:txBody>
          <a:bodyPr anchor="b"/>
          <a:lstStyle>
            <a:lvl1pPr marL="0" indent="0">
              <a:buNone/>
              <a:defRPr sz="2800" b="1"/>
            </a:lvl1pPr>
            <a:lvl2pPr marL="524637" indent="0">
              <a:buNone/>
              <a:defRPr sz="2300" b="1"/>
            </a:lvl2pPr>
            <a:lvl3pPr marL="1049274" indent="0">
              <a:buNone/>
              <a:defRPr sz="2100" b="1"/>
            </a:lvl3pPr>
            <a:lvl4pPr marL="1573911" indent="0">
              <a:buNone/>
              <a:defRPr sz="1800" b="1"/>
            </a:lvl4pPr>
            <a:lvl5pPr marL="2098548" indent="0">
              <a:buNone/>
              <a:defRPr sz="1800" b="1"/>
            </a:lvl5pPr>
            <a:lvl6pPr marL="2623185" indent="0">
              <a:buNone/>
              <a:defRPr sz="1800" b="1"/>
            </a:lvl6pPr>
            <a:lvl7pPr marL="3147822" indent="0">
              <a:buNone/>
              <a:defRPr sz="1800" b="1"/>
            </a:lvl7pPr>
            <a:lvl8pPr marL="3672459" indent="0">
              <a:buNone/>
              <a:defRPr sz="1800" b="1"/>
            </a:lvl8pPr>
            <a:lvl9pPr marL="4197096" indent="0">
              <a:buNone/>
              <a:defRPr sz="1800" b="1"/>
            </a:lvl9pPr>
          </a:lstStyle>
          <a:p>
            <a:pPr lvl="0"/>
            <a:r>
              <a:rPr lang="en-US"/>
              <a:t>Click to edit Master text styles</a:t>
            </a:r>
          </a:p>
        </p:txBody>
      </p:sp>
      <p:sp>
        <p:nvSpPr>
          <p:cNvPr id="6" name="Content Placeholder 5"/>
          <p:cNvSpPr>
            <a:spLocks noGrp="1"/>
          </p:cNvSpPr>
          <p:nvPr>
            <p:ph sz="quarter" idx="4"/>
          </p:nvPr>
        </p:nvSpPr>
        <p:spPr>
          <a:xfrm>
            <a:off x="6949797" y="2854523"/>
            <a:ext cx="6047226" cy="5186066"/>
          </a:xfrm>
        </p:spPr>
        <p:txBody>
          <a:bodyPr/>
          <a:lstStyle>
            <a:lvl1pPr>
              <a:defRPr sz="28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4055" y="358381"/>
            <a:ext cx="4500980" cy="1525191"/>
          </a:xfrm>
          <a:prstGeom prst="rect">
            <a:avLst/>
          </a:prstGeom>
        </p:spPr>
        <p:txBody>
          <a:bodyPr lIns="104927" tIns="52464" rIns="104927" bIns="52464" anchor="b"/>
          <a:lstStyle>
            <a:lvl1pPr algn="l">
              <a:defRPr sz="2300" b="1"/>
            </a:lvl1pPr>
          </a:lstStyle>
          <a:p>
            <a:r>
              <a:rPr lang="en-US"/>
              <a:t>Click to edit Master title style</a:t>
            </a:r>
            <a:endParaRPr lang="en-GB"/>
          </a:p>
        </p:txBody>
      </p:sp>
      <p:sp>
        <p:nvSpPr>
          <p:cNvPr id="3" name="Content Placeholder 2"/>
          <p:cNvSpPr>
            <a:spLocks noGrp="1"/>
          </p:cNvSpPr>
          <p:nvPr>
            <p:ph idx="1"/>
          </p:nvPr>
        </p:nvSpPr>
        <p:spPr>
          <a:xfrm>
            <a:off x="5348922" y="358382"/>
            <a:ext cx="7648102" cy="7682211"/>
          </a:xfrm>
        </p:spPr>
        <p:txBody>
          <a:bodyPr/>
          <a:lstStyle>
            <a:lvl1pPr>
              <a:defRPr sz="3700"/>
            </a:lvl1pPr>
            <a:lvl2pPr>
              <a:defRPr sz="3200"/>
            </a:lvl2pPr>
            <a:lvl3pPr>
              <a:defRPr sz="28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84055" y="1883570"/>
            <a:ext cx="4500980" cy="6157020"/>
          </a:xfrm>
        </p:spPr>
        <p:txBody>
          <a:bodyPr/>
          <a:lstStyle>
            <a:lvl1pPr marL="0" indent="0">
              <a:buNone/>
              <a:defRPr sz="1600"/>
            </a:lvl1pPr>
            <a:lvl2pPr marL="524637" indent="0">
              <a:buNone/>
              <a:defRPr sz="1400"/>
            </a:lvl2pPr>
            <a:lvl3pPr marL="1049274" indent="0">
              <a:buNone/>
              <a:defRPr sz="1100"/>
            </a:lvl3pPr>
            <a:lvl4pPr marL="1573911" indent="0">
              <a:buNone/>
              <a:defRPr sz="1000"/>
            </a:lvl4pPr>
            <a:lvl5pPr marL="2098548" indent="0">
              <a:buNone/>
              <a:defRPr sz="1000"/>
            </a:lvl5pPr>
            <a:lvl6pPr marL="2623185" indent="0">
              <a:buNone/>
              <a:defRPr sz="1000"/>
            </a:lvl6pPr>
            <a:lvl7pPr marL="3147822" indent="0">
              <a:buNone/>
              <a:defRPr sz="1000"/>
            </a:lvl7pPr>
            <a:lvl8pPr marL="3672459" indent="0">
              <a:buNone/>
              <a:defRPr sz="1000"/>
            </a:lvl8pPr>
            <a:lvl9pPr marL="4197096" indent="0">
              <a:buNone/>
              <a:defRPr sz="1000"/>
            </a:lvl9pPr>
          </a:lstStyle>
          <a:p>
            <a:pPr lvl="0"/>
            <a:r>
              <a:rPr lang="en-US"/>
              <a:t>Click to edit Master text styles</a:t>
            </a: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1588" y="6300787"/>
            <a:ext cx="8208645" cy="743844"/>
          </a:xfrm>
          <a:prstGeom prst="rect">
            <a:avLst/>
          </a:prstGeom>
        </p:spPr>
        <p:txBody>
          <a:bodyPr lIns="104927" tIns="52464" rIns="104927" bIns="52464" anchor="b"/>
          <a:lstStyle>
            <a:lvl1pPr algn="l">
              <a:defRPr sz="2300" b="1"/>
            </a:lvl1pPr>
          </a:lstStyle>
          <a:p>
            <a:r>
              <a:rPr lang="en-US"/>
              <a:t>Click to edit Master title style</a:t>
            </a:r>
            <a:endParaRPr lang="en-GB"/>
          </a:p>
        </p:txBody>
      </p:sp>
      <p:sp>
        <p:nvSpPr>
          <p:cNvPr id="3" name="Picture Placeholder 2"/>
          <p:cNvSpPr>
            <a:spLocks noGrp="1"/>
          </p:cNvSpPr>
          <p:nvPr>
            <p:ph type="pic" idx="1"/>
          </p:nvPr>
        </p:nvSpPr>
        <p:spPr>
          <a:xfrm>
            <a:off x="2681588" y="804270"/>
            <a:ext cx="8208645" cy="5400675"/>
          </a:xfrm>
        </p:spPr>
        <p:txBody>
          <a:bodyPr/>
          <a:lstStyle>
            <a:lvl1pPr marL="0" indent="0">
              <a:buNone/>
              <a:defRPr sz="3700"/>
            </a:lvl1pPr>
            <a:lvl2pPr marL="524637" indent="0">
              <a:buNone/>
              <a:defRPr sz="3200"/>
            </a:lvl2pPr>
            <a:lvl3pPr marL="1049274" indent="0">
              <a:buNone/>
              <a:defRPr sz="2800"/>
            </a:lvl3pPr>
            <a:lvl4pPr marL="1573911" indent="0">
              <a:buNone/>
              <a:defRPr sz="2300"/>
            </a:lvl4pPr>
            <a:lvl5pPr marL="2098548" indent="0">
              <a:buNone/>
              <a:defRPr sz="2300"/>
            </a:lvl5pPr>
            <a:lvl6pPr marL="2623185" indent="0">
              <a:buNone/>
              <a:defRPr sz="2300"/>
            </a:lvl6pPr>
            <a:lvl7pPr marL="3147822" indent="0">
              <a:buNone/>
              <a:defRPr sz="2300"/>
            </a:lvl7pPr>
            <a:lvl8pPr marL="3672459" indent="0">
              <a:buNone/>
              <a:defRPr sz="2300"/>
            </a:lvl8pPr>
            <a:lvl9pPr marL="4197096" indent="0">
              <a:buNone/>
              <a:defRPr sz="2300"/>
            </a:lvl9pPr>
          </a:lstStyle>
          <a:p>
            <a:pPr lvl="0"/>
            <a:endParaRPr lang="en-GB" noProof="0"/>
          </a:p>
        </p:txBody>
      </p:sp>
      <p:sp>
        <p:nvSpPr>
          <p:cNvPr id="4" name="Text Placeholder 3"/>
          <p:cNvSpPr>
            <a:spLocks noGrp="1"/>
          </p:cNvSpPr>
          <p:nvPr>
            <p:ph type="body" sz="half" idx="2"/>
          </p:nvPr>
        </p:nvSpPr>
        <p:spPr>
          <a:xfrm>
            <a:off x="2681588" y="7044634"/>
            <a:ext cx="8208645" cy="1056381"/>
          </a:xfrm>
        </p:spPr>
        <p:txBody>
          <a:bodyPr/>
          <a:lstStyle>
            <a:lvl1pPr marL="0" indent="0">
              <a:buNone/>
              <a:defRPr sz="1600"/>
            </a:lvl1pPr>
            <a:lvl2pPr marL="524637" indent="0">
              <a:buNone/>
              <a:defRPr sz="1400"/>
            </a:lvl2pPr>
            <a:lvl3pPr marL="1049274" indent="0">
              <a:buNone/>
              <a:defRPr sz="1100"/>
            </a:lvl3pPr>
            <a:lvl4pPr marL="1573911" indent="0">
              <a:buNone/>
              <a:defRPr sz="1000"/>
            </a:lvl4pPr>
            <a:lvl5pPr marL="2098548" indent="0">
              <a:buNone/>
              <a:defRPr sz="1000"/>
            </a:lvl5pPr>
            <a:lvl6pPr marL="2623185" indent="0">
              <a:buNone/>
              <a:defRPr sz="1000"/>
            </a:lvl6pPr>
            <a:lvl7pPr marL="3147822" indent="0">
              <a:buNone/>
              <a:defRPr sz="1000"/>
            </a:lvl7pPr>
            <a:lvl8pPr marL="3672459" indent="0">
              <a:buNone/>
              <a:defRPr sz="1000"/>
            </a:lvl8pPr>
            <a:lvl9pPr marL="4197096" indent="0">
              <a:buNone/>
              <a:defRPr sz="1000"/>
            </a:lvl9pPr>
          </a:lstStyle>
          <a:p>
            <a:pPr lvl="0"/>
            <a:r>
              <a:rPr lang="en-US"/>
              <a:t>Click to edit Master text styles</a:t>
            </a: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947284" y="0"/>
            <a:ext cx="3132871" cy="8569822"/>
          </a:xfrm>
          <a:prstGeom prst="rect">
            <a:avLst/>
          </a:prstGeom>
        </p:spPr>
        <p:txBody>
          <a:bodyPr vert="eaVert" lIns="104927" tIns="52464" rIns="104927" bIns="52464"/>
          <a:lstStyle/>
          <a:p>
            <a:r>
              <a:rPr lang="en-US"/>
              <a:t>Click to edit Master title style</a:t>
            </a:r>
            <a:endParaRPr lang="en-GB"/>
          </a:p>
        </p:txBody>
      </p:sp>
      <p:sp>
        <p:nvSpPr>
          <p:cNvPr id="3" name="Vertical Text Placeholder 2"/>
          <p:cNvSpPr>
            <a:spLocks noGrp="1"/>
          </p:cNvSpPr>
          <p:nvPr>
            <p:ph type="body" orient="vert" idx="1"/>
          </p:nvPr>
        </p:nvSpPr>
        <p:spPr>
          <a:xfrm>
            <a:off x="546293" y="0"/>
            <a:ext cx="9172972" cy="8569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525" y="374650"/>
            <a:ext cx="11630025" cy="1500188"/>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2"/>
          <p:cNvSpPr>
            <a:spLocks noGrp="1" noChangeArrowheads="1"/>
          </p:cNvSpPr>
          <p:nvPr>
            <p:ph type="dt" sz="half" idx="10"/>
          </p:nvPr>
        </p:nvSpPr>
        <p:spPr>
          <a:xfrm>
            <a:off x="1025525" y="8401050"/>
            <a:ext cx="2851150" cy="600075"/>
          </a:xfrm>
          <a:prstGeom prst="rect">
            <a:avLst/>
          </a:prstGeom>
          <a:ln/>
        </p:spPr>
        <p:txBody>
          <a:bodyPr/>
          <a:lstStyle>
            <a:lvl1pPr>
              <a:defRPr/>
            </a:lvl1pPr>
          </a:lstStyle>
          <a:p>
            <a:pPr>
              <a:defRPr/>
            </a:pPr>
            <a:endParaRPr lang="en-US"/>
          </a:p>
        </p:txBody>
      </p:sp>
      <p:sp>
        <p:nvSpPr>
          <p:cNvPr id="5" name="Rectangle 34"/>
          <p:cNvSpPr>
            <a:spLocks noGrp="1" noChangeArrowheads="1"/>
          </p:cNvSpPr>
          <p:nvPr>
            <p:ph type="sldNum" sz="quarter" idx="11"/>
          </p:nvPr>
        </p:nvSpPr>
        <p:spPr>
          <a:xfrm>
            <a:off x="9804400" y="8399463"/>
            <a:ext cx="2851150" cy="600075"/>
          </a:xfrm>
          <a:prstGeom prst="rect">
            <a:avLst/>
          </a:prstGeom>
          <a:ln/>
        </p:spPr>
        <p:txBody>
          <a:bodyPr/>
          <a:lstStyle>
            <a:lvl1pPr>
              <a:defRPr/>
            </a:lvl1pPr>
          </a:lstStyle>
          <a:p>
            <a:pPr>
              <a:defRPr/>
            </a:pPr>
            <a:fld id="{C7CEB0B8-E327-4A51-B1B2-05DF9D4D2C03}" type="slidenum">
              <a:rPr lang="en-US"/>
              <a:pPr>
                <a:defRPr/>
              </a:pPr>
              <a:t>‹#›</a:t>
            </a:fld>
            <a:endParaRPr lang="en-US"/>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body" idx="1"/>
          </p:nvPr>
        </p:nvSpPr>
        <p:spPr bwMode="auto">
          <a:xfrm>
            <a:off x="588963" y="44450"/>
            <a:ext cx="12533312" cy="8569325"/>
          </a:xfrm>
          <a:prstGeom prst="rect">
            <a:avLst/>
          </a:prstGeom>
          <a:noFill/>
          <a:ln w="9525">
            <a:noFill/>
            <a:miter lim="800000"/>
            <a:headEnd/>
            <a:tailEnd/>
          </a:ln>
        </p:spPr>
        <p:txBody>
          <a:bodyPr vert="horz" wrap="square" lIns="104927" tIns="52464" rIns="104927" bIns="5246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9393" name="Rectangle 17"/>
          <p:cNvSpPr>
            <a:spLocks noChangeArrowheads="1"/>
          </p:cNvSpPr>
          <p:nvPr/>
        </p:nvSpPr>
        <p:spPr bwMode="auto">
          <a:xfrm>
            <a:off x="0" y="8401050"/>
            <a:ext cx="2849563" cy="600075"/>
          </a:xfrm>
          <a:prstGeom prst="rect">
            <a:avLst/>
          </a:prstGeom>
          <a:noFill/>
          <a:ln w="12700" cap="sq">
            <a:noFill/>
            <a:miter lim="800000"/>
            <a:headEnd type="none" w="sm" len="sm"/>
            <a:tailEnd type="none" w="sm" len="sm"/>
          </a:ln>
          <a:effectLst/>
        </p:spPr>
        <p:txBody>
          <a:bodyPr lIns="104927" tIns="52464" rIns="104927" bIns="52464" anchor="b"/>
          <a:lstStyle/>
          <a:p>
            <a:pPr eaLnBrk="1" hangingPunct="1">
              <a:defRPr/>
            </a:pPr>
            <a:fld id="{A489F54B-69BB-4115-9FC9-7565FFDEE19E}" type="slidenum">
              <a:rPr lang="en-US" sz="1600">
                <a:solidFill>
                  <a:srgbClr val="080808"/>
                </a:solidFill>
                <a:latin typeface="Times New Roman" pitchFamily="18" charset="0"/>
              </a:rPr>
              <a:pPr eaLnBrk="1" hangingPunct="1">
                <a:defRPr/>
              </a:pPr>
              <a:t>‹#›</a:t>
            </a:fld>
            <a:endParaRPr lang="en-US" sz="1600" dirty="0">
              <a:solidFill>
                <a:srgbClr val="080808"/>
              </a:solidFill>
              <a:latin typeface="Times New Roman" pitchFamily="18" charset="0"/>
            </a:endParaRPr>
          </a:p>
        </p:txBody>
      </p:sp>
      <p:sp>
        <p:nvSpPr>
          <p:cNvPr id="229396" name="Rectangle 20"/>
          <p:cNvSpPr>
            <a:spLocks noChangeArrowheads="1"/>
          </p:cNvSpPr>
          <p:nvPr userDrawn="1"/>
        </p:nvSpPr>
        <p:spPr bwMode="ltGray">
          <a:xfrm>
            <a:off x="12018963" y="7761288"/>
            <a:ext cx="490537" cy="622300"/>
          </a:xfrm>
          <a:prstGeom prst="rect">
            <a:avLst/>
          </a:prstGeom>
          <a:gradFill rotWithShape="0">
            <a:gsLst>
              <a:gs pos="0">
                <a:schemeClr val="bg1"/>
              </a:gs>
              <a:gs pos="100000">
                <a:schemeClr val="accent2"/>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00" name="Rectangle 24"/>
          <p:cNvSpPr>
            <a:spLocks noChangeArrowheads="1"/>
          </p:cNvSpPr>
          <p:nvPr userDrawn="1"/>
        </p:nvSpPr>
        <p:spPr bwMode="ltGray">
          <a:xfrm flipH="1">
            <a:off x="11790363" y="8315325"/>
            <a:ext cx="550862" cy="623888"/>
          </a:xfrm>
          <a:prstGeom prst="rect">
            <a:avLst/>
          </a:prstGeom>
          <a:gradFill rotWithShape="0">
            <a:gsLst>
              <a:gs pos="0">
                <a:schemeClr val="bg1"/>
              </a:gs>
              <a:gs pos="100000">
                <a:schemeClr val="folHlink"/>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98" name="Rectangle 22"/>
          <p:cNvSpPr>
            <a:spLocks noChangeArrowheads="1"/>
          </p:cNvSpPr>
          <p:nvPr userDrawn="1"/>
        </p:nvSpPr>
        <p:spPr bwMode="ltGray">
          <a:xfrm>
            <a:off x="12498388" y="7761288"/>
            <a:ext cx="655637" cy="622300"/>
          </a:xfrm>
          <a:prstGeom prst="rect">
            <a:avLst/>
          </a:prstGeom>
          <a:solidFill>
            <a:schemeClr val="accent2"/>
          </a:soli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99" name="Rectangle 23"/>
          <p:cNvSpPr>
            <a:spLocks noChangeArrowheads="1"/>
          </p:cNvSpPr>
          <p:nvPr userDrawn="1"/>
        </p:nvSpPr>
        <p:spPr bwMode="ltGray">
          <a:xfrm flipH="1">
            <a:off x="12336463" y="8315325"/>
            <a:ext cx="631825" cy="623888"/>
          </a:xfrm>
          <a:prstGeom prst="rect">
            <a:avLst/>
          </a:prstGeom>
          <a:solidFill>
            <a:schemeClr val="folHlink"/>
          </a:soli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01" name="Rectangle 25"/>
          <p:cNvSpPr>
            <a:spLocks noChangeArrowheads="1"/>
          </p:cNvSpPr>
          <p:nvPr userDrawn="1"/>
        </p:nvSpPr>
        <p:spPr bwMode="ltGray">
          <a:xfrm flipH="1">
            <a:off x="12749213" y="8220075"/>
            <a:ext cx="839787" cy="554038"/>
          </a:xfrm>
          <a:prstGeom prst="rect">
            <a:avLst/>
          </a:prstGeom>
          <a:gradFill rotWithShape="0">
            <a:gsLst>
              <a:gs pos="0">
                <a:schemeClr val="hlink"/>
              </a:gs>
              <a:gs pos="100000">
                <a:schemeClr val="bg1"/>
              </a:gs>
            </a:gsLst>
            <a:lin ang="270000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84" name="Rectangle 8"/>
          <p:cNvSpPr>
            <a:spLocks noChangeArrowheads="1"/>
          </p:cNvSpPr>
          <p:nvPr userDrawn="1"/>
        </p:nvSpPr>
        <p:spPr bwMode="gray">
          <a:xfrm>
            <a:off x="822325" y="8656638"/>
            <a:ext cx="12307888" cy="42862"/>
          </a:xfrm>
          <a:prstGeom prst="rect">
            <a:avLst/>
          </a:prstGeom>
          <a:gradFill rotWithShape="0">
            <a:gsLst>
              <a:gs pos="0">
                <a:schemeClr val="bg1"/>
              </a:gs>
              <a:gs pos="100000">
                <a:schemeClr val="tx1"/>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16" name="Text Box 40"/>
          <p:cNvSpPr txBox="1">
            <a:spLocks noChangeArrowheads="1"/>
          </p:cNvSpPr>
          <p:nvPr userDrawn="1"/>
        </p:nvSpPr>
        <p:spPr bwMode="auto">
          <a:xfrm>
            <a:off x="565150" y="8639175"/>
            <a:ext cx="12558713" cy="321396"/>
          </a:xfrm>
          <a:prstGeom prst="rect">
            <a:avLst/>
          </a:prstGeom>
          <a:noFill/>
          <a:ln w="12700" cap="sq">
            <a:noFill/>
            <a:miter lim="800000"/>
            <a:headEnd type="none" w="sm" len="sm"/>
            <a:tailEnd type="none" w="sm" len="sm"/>
          </a:ln>
          <a:effectLst/>
        </p:spPr>
        <p:txBody>
          <a:bodyPr lIns="104927" tIns="52464" rIns="104927" bIns="52464">
            <a:spAutoFit/>
          </a:bodyPr>
          <a:lstStyle/>
          <a:p>
            <a:pPr>
              <a:spcBef>
                <a:spcPct val="50000"/>
              </a:spcBef>
              <a:defRPr/>
            </a:pPr>
            <a:r>
              <a:rPr lang="en-US" sz="1400" dirty="0"/>
              <a:t>Topic</a:t>
            </a:r>
            <a:r>
              <a:rPr lang="en-US" sz="1400" baseline="0" dirty="0"/>
              <a:t> 9 Generics</a:t>
            </a:r>
            <a:r>
              <a:rPr lang="en-US" sz="1400" dirty="0"/>
              <a:t>                                                                                                                                               CCS3101 Object-oriented Programming</a:t>
            </a:r>
          </a:p>
        </p:txBody>
      </p:sp>
    </p:spTree>
  </p:cSld>
  <p:clrMap bg1="lt1" tx1="dk1" bg2="lt2" tx2="dk2" accent1="accent1" accent2="accent2" accent3="accent3" accent4="accent4" accent5="accent5" accent6="accent6" hlink="hlink" folHlink="folHlink"/>
  <p:sldLayoutIdLst>
    <p:sldLayoutId id="2147484208" r:id="rId1"/>
    <p:sldLayoutId id="2147484198" r:id="rId2"/>
    <p:sldLayoutId id="2147484199" r:id="rId3"/>
    <p:sldLayoutId id="2147484200" r:id="rId4"/>
    <p:sldLayoutId id="2147484201" r:id="rId5"/>
    <p:sldLayoutId id="2147484202" r:id="rId6"/>
    <p:sldLayoutId id="2147484203" r:id="rId7"/>
    <p:sldLayoutId id="2147484204" r:id="rId8"/>
    <p:sldLayoutId id="2147484205" r:id="rId9"/>
    <p:sldLayoutId id="2147484206" r:id="rId10"/>
    <p:sldLayoutId id="2147484207" r:id="rId11"/>
    <p:sldLayoutId id="2147484209" r:id="rId12"/>
  </p:sldLayoutIdLst>
  <p:transition>
    <p:random/>
  </p:transition>
  <p:txStyles>
    <p:titleStyle>
      <a:lvl1pPr algn="l" rtl="0" eaLnBrk="0" fontAlgn="base" hangingPunct="0">
        <a:spcBef>
          <a:spcPct val="0"/>
        </a:spcBef>
        <a:spcAft>
          <a:spcPct val="0"/>
        </a:spcAft>
        <a:defRPr sz="50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Tahoma" pitchFamily="34" charset="0"/>
        </a:defRPr>
      </a:lvl2pPr>
      <a:lvl3pPr algn="l" rtl="0" eaLnBrk="0" fontAlgn="base" hangingPunct="0">
        <a:spcBef>
          <a:spcPct val="0"/>
        </a:spcBef>
        <a:spcAft>
          <a:spcPct val="0"/>
        </a:spcAft>
        <a:defRPr sz="5000">
          <a:solidFill>
            <a:schemeClr val="tx2"/>
          </a:solidFill>
          <a:latin typeface="Tahoma" pitchFamily="34" charset="0"/>
        </a:defRPr>
      </a:lvl3pPr>
      <a:lvl4pPr algn="l" rtl="0" eaLnBrk="0" fontAlgn="base" hangingPunct="0">
        <a:spcBef>
          <a:spcPct val="0"/>
        </a:spcBef>
        <a:spcAft>
          <a:spcPct val="0"/>
        </a:spcAft>
        <a:defRPr sz="5000">
          <a:solidFill>
            <a:schemeClr val="tx2"/>
          </a:solidFill>
          <a:latin typeface="Tahoma" pitchFamily="34" charset="0"/>
        </a:defRPr>
      </a:lvl4pPr>
      <a:lvl5pPr algn="l" rtl="0" eaLnBrk="0" fontAlgn="base" hangingPunct="0">
        <a:spcBef>
          <a:spcPct val="0"/>
        </a:spcBef>
        <a:spcAft>
          <a:spcPct val="0"/>
        </a:spcAft>
        <a:defRPr sz="5000">
          <a:solidFill>
            <a:schemeClr val="tx2"/>
          </a:solidFill>
          <a:latin typeface="Tahoma" pitchFamily="34" charset="0"/>
        </a:defRPr>
      </a:lvl5pPr>
      <a:lvl6pPr marL="524637" algn="l" rtl="0" fontAlgn="base">
        <a:spcBef>
          <a:spcPct val="0"/>
        </a:spcBef>
        <a:spcAft>
          <a:spcPct val="0"/>
        </a:spcAft>
        <a:defRPr sz="5000">
          <a:solidFill>
            <a:schemeClr val="tx2"/>
          </a:solidFill>
          <a:latin typeface="Tahoma" pitchFamily="34" charset="0"/>
        </a:defRPr>
      </a:lvl6pPr>
      <a:lvl7pPr marL="1049274" algn="l" rtl="0" fontAlgn="base">
        <a:spcBef>
          <a:spcPct val="0"/>
        </a:spcBef>
        <a:spcAft>
          <a:spcPct val="0"/>
        </a:spcAft>
        <a:defRPr sz="5000">
          <a:solidFill>
            <a:schemeClr val="tx2"/>
          </a:solidFill>
          <a:latin typeface="Tahoma" pitchFamily="34" charset="0"/>
        </a:defRPr>
      </a:lvl7pPr>
      <a:lvl8pPr marL="1573911" algn="l" rtl="0" fontAlgn="base">
        <a:spcBef>
          <a:spcPct val="0"/>
        </a:spcBef>
        <a:spcAft>
          <a:spcPct val="0"/>
        </a:spcAft>
        <a:defRPr sz="5000">
          <a:solidFill>
            <a:schemeClr val="tx2"/>
          </a:solidFill>
          <a:latin typeface="Tahoma" pitchFamily="34" charset="0"/>
        </a:defRPr>
      </a:lvl8pPr>
      <a:lvl9pPr marL="2098548" algn="l" rtl="0" fontAlgn="base">
        <a:spcBef>
          <a:spcPct val="0"/>
        </a:spcBef>
        <a:spcAft>
          <a:spcPct val="0"/>
        </a:spcAft>
        <a:defRPr sz="5000">
          <a:solidFill>
            <a:schemeClr val="tx2"/>
          </a:solidFill>
          <a:latin typeface="Tahoma" pitchFamily="34" charset="0"/>
        </a:defRPr>
      </a:lvl9pPr>
    </p:titleStyle>
    <p:bodyStyle>
      <a:lvl1pPr marL="392113" indent="-392113" algn="l" rtl="0" eaLnBrk="0" fontAlgn="base" hangingPunct="0">
        <a:spcBef>
          <a:spcPct val="20000"/>
        </a:spcBef>
        <a:spcAft>
          <a:spcPct val="0"/>
        </a:spcAft>
        <a:buClr>
          <a:schemeClr val="folHlink"/>
        </a:buClr>
        <a:buSzPct val="60000"/>
        <a:buFont typeface="Wingdings" pitchFamily="2" charset="2"/>
        <a:buChar char="n"/>
        <a:defRPr sz="3700">
          <a:solidFill>
            <a:schemeClr val="tx1"/>
          </a:solidFill>
          <a:latin typeface="+mn-lt"/>
          <a:ea typeface="+mn-ea"/>
          <a:cs typeface="+mn-cs"/>
        </a:defRPr>
      </a:lvl1pPr>
      <a:lvl2pPr marL="852488" indent="-327025" algn="l" rtl="0" eaLnBrk="0" fontAlgn="base" hangingPunct="0">
        <a:spcBef>
          <a:spcPct val="20000"/>
        </a:spcBef>
        <a:spcAft>
          <a:spcPct val="0"/>
        </a:spcAft>
        <a:buClr>
          <a:schemeClr val="hlink"/>
        </a:buClr>
        <a:buSzPct val="55000"/>
        <a:buFont typeface="Wingdings" pitchFamily="2" charset="2"/>
        <a:buChar char="n"/>
        <a:defRPr sz="3200">
          <a:solidFill>
            <a:schemeClr val="tx1"/>
          </a:solidFill>
          <a:latin typeface="+mn-lt"/>
        </a:defRPr>
      </a:lvl2pPr>
      <a:lvl3pPr marL="1311275" indent="-261938" algn="l" rtl="0" eaLnBrk="0" fontAlgn="base" hangingPunct="0">
        <a:spcBef>
          <a:spcPct val="20000"/>
        </a:spcBef>
        <a:spcAft>
          <a:spcPct val="0"/>
        </a:spcAft>
        <a:buClr>
          <a:schemeClr val="folHlink"/>
        </a:buClr>
        <a:buSzPct val="50000"/>
        <a:buFont typeface="Wingdings" pitchFamily="2" charset="2"/>
        <a:buChar char="n"/>
        <a:defRPr sz="2800">
          <a:solidFill>
            <a:schemeClr val="tx1"/>
          </a:solidFill>
          <a:latin typeface="+mn-lt"/>
        </a:defRPr>
      </a:lvl3pPr>
      <a:lvl4pPr marL="1835150" indent="-261938" algn="l" rtl="0" eaLnBrk="0" fontAlgn="base" hangingPunct="0">
        <a:spcBef>
          <a:spcPct val="20000"/>
        </a:spcBef>
        <a:spcAft>
          <a:spcPct val="0"/>
        </a:spcAft>
        <a:buClr>
          <a:schemeClr val="accent2"/>
        </a:buClr>
        <a:buSzPct val="55000"/>
        <a:buFont typeface="Wingdings" pitchFamily="2" charset="2"/>
        <a:buChar char="n"/>
        <a:defRPr sz="2300">
          <a:solidFill>
            <a:schemeClr val="tx1"/>
          </a:solidFill>
          <a:latin typeface="+mn-lt"/>
        </a:defRPr>
      </a:lvl4pPr>
      <a:lvl5pPr marL="2360613" indent="-261938" algn="l" rtl="0" eaLnBrk="0" fontAlgn="base" hangingPunct="0">
        <a:spcBef>
          <a:spcPct val="20000"/>
        </a:spcBef>
        <a:spcAft>
          <a:spcPct val="0"/>
        </a:spcAft>
        <a:buClr>
          <a:schemeClr val="accent1"/>
        </a:buClr>
        <a:buSzPct val="50000"/>
        <a:buFont typeface="Wingdings" pitchFamily="2" charset="2"/>
        <a:buChar char="n"/>
        <a:defRPr sz="2300">
          <a:solidFill>
            <a:schemeClr val="tx1"/>
          </a:solidFill>
          <a:latin typeface="+mn-lt"/>
        </a:defRPr>
      </a:lvl5pPr>
      <a:lvl6pPr marL="2885504"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6pPr>
      <a:lvl7pPr marL="3410141"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7pPr>
      <a:lvl8pPr marL="3934778"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8pPr>
      <a:lvl9pPr marL="4459415"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9pPr>
    </p:bodyStyle>
    <p:otherStyle>
      <a:defPPr>
        <a:defRPr lang="en-US"/>
      </a:defPPr>
      <a:lvl1pPr marL="0" algn="l" defTabSz="1049274" rtl="0" eaLnBrk="1" latinLnBrk="0" hangingPunct="1">
        <a:defRPr sz="2100" kern="1200">
          <a:solidFill>
            <a:schemeClr val="tx1"/>
          </a:solidFill>
          <a:latin typeface="+mn-lt"/>
          <a:ea typeface="+mn-ea"/>
          <a:cs typeface="+mn-cs"/>
        </a:defRPr>
      </a:lvl1pPr>
      <a:lvl2pPr marL="524637" algn="l" defTabSz="1049274" rtl="0" eaLnBrk="1" latinLnBrk="0" hangingPunct="1">
        <a:defRPr sz="2100" kern="1200">
          <a:solidFill>
            <a:schemeClr val="tx1"/>
          </a:solidFill>
          <a:latin typeface="+mn-lt"/>
          <a:ea typeface="+mn-ea"/>
          <a:cs typeface="+mn-cs"/>
        </a:defRPr>
      </a:lvl2pPr>
      <a:lvl3pPr marL="1049274" algn="l" defTabSz="1049274" rtl="0" eaLnBrk="1" latinLnBrk="0" hangingPunct="1">
        <a:defRPr sz="2100" kern="1200">
          <a:solidFill>
            <a:schemeClr val="tx1"/>
          </a:solidFill>
          <a:latin typeface="+mn-lt"/>
          <a:ea typeface="+mn-ea"/>
          <a:cs typeface="+mn-cs"/>
        </a:defRPr>
      </a:lvl3pPr>
      <a:lvl4pPr marL="1573911" algn="l" defTabSz="1049274" rtl="0" eaLnBrk="1" latinLnBrk="0" hangingPunct="1">
        <a:defRPr sz="2100" kern="1200">
          <a:solidFill>
            <a:schemeClr val="tx1"/>
          </a:solidFill>
          <a:latin typeface="+mn-lt"/>
          <a:ea typeface="+mn-ea"/>
          <a:cs typeface="+mn-cs"/>
        </a:defRPr>
      </a:lvl4pPr>
      <a:lvl5pPr marL="2098548" algn="l" defTabSz="1049274" rtl="0" eaLnBrk="1" latinLnBrk="0" hangingPunct="1">
        <a:defRPr sz="2100" kern="1200">
          <a:solidFill>
            <a:schemeClr val="tx1"/>
          </a:solidFill>
          <a:latin typeface="+mn-lt"/>
          <a:ea typeface="+mn-ea"/>
          <a:cs typeface="+mn-cs"/>
        </a:defRPr>
      </a:lvl5pPr>
      <a:lvl6pPr marL="2623185" algn="l" defTabSz="1049274" rtl="0" eaLnBrk="1" latinLnBrk="0" hangingPunct="1">
        <a:defRPr sz="2100" kern="1200">
          <a:solidFill>
            <a:schemeClr val="tx1"/>
          </a:solidFill>
          <a:latin typeface="+mn-lt"/>
          <a:ea typeface="+mn-ea"/>
          <a:cs typeface="+mn-cs"/>
        </a:defRPr>
      </a:lvl6pPr>
      <a:lvl7pPr marL="3147822" algn="l" defTabSz="1049274" rtl="0" eaLnBrk="1" latinLnBrk="0" hangingPunct="1">
        <a:defRPr sz="2100" kern="1200">
          <a:solidFill>
            <a:schemeClr val="tx1"/>
          </a:solidFill>
          <a:latin typeface="+mn-lt"/>
          <a:ea typeface="+mn-ea"/>
          <a:cs typeface="+mn-cs"/>
        </a:defRPr>
      </a:lvl7pPr>
      <a:lvl8pPr marL="3672459" algn="l" defTabSz="1049274" rtl="0" eaLnBrk="1" latinLnBrk="0" hangingPunct="1">
        <a:defRPr sz="2100" kern="1200">
          <a:solidFill>
            <a:schemeClr val="tx1"/>
          </a:solidFill>
          <a:latin typeface="+mn-lt"/>
          <a:ea typeface="+mn-ea"/>
          <a:cs typeface="+mn-cs"/>
        </a:defRPr>
      </a:lvl8pPr>
      <a:lvl9pPr marL="4197096" algn="l" defTabSz="1049274"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hyperlink" Target="https://liveexample.pearsoncmg.com/html/GenericStack.html"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s://liveexample.pearsoncmg.com/html/WildCardNeedDemo.html"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hyperlink" Target="https://liveexample.pearsoncmg.com/html/SuperWildCardDemo.html" TargetMode="External"/><Relationship Id="rId4" Type="http://schemas.openxmlformats.org/officeDocument/2006/relationships/hyperlink" Target="https://liveexample.pearsoncmg.com/html/AnyWildCardDemo.ht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ml/TestArrayListNew.bat" TargetMode="External"/><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hyperlink" Target="https://liveexample.pearsoncmg.com/html/TestArrayListNew.html"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6.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hyperlink" Target="https://liveexample.pearsoncmg.com/html/GenericMatrix.html" TargetMode="Externa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hyperlink" Target="https://liveexample.pearsoncmg.com/html/TestIntegerMatrix.html" TargetMode="External"/><Relationship Id="rId7" Type="http://schemas.openxmlformats.org/officeDocument/2006/relationships/hyperlink" Target="https://liveexample.pearsoncmg.com/html/RationalMatrix.html" TargetMode="External"/><Relationship Id="rId2" Type="http://schemas.openxmlformats.org/officeDocument/2006/relationships/hyperlink" Target="html/TestIntegerMatrix.bat" TargetMode="External"/><Relationship Id="rId1" Type="http://schemas.openxmlformats.org/officeDocument/2006/relationships/slideLayout" Target="../slideLayouts/slideLayout12.xml"/><Relationship Id="rId6" Type="http://schemas.openxmlformats.org/officeDocument/2006/relationships/hyperlink" Target="https://liveexample.pearsoncmg.com/html/TestRationalMatrix.html" TargetMode="External"/><Relationship Id="rId5" Type="http://schemas.openxmlformats.org/officeDocument/2006/relationships/hyperlink" Target="html/TestRationalMatrix.bat" TargetMode="External"/><Relationship Id="rId4" Type="http://schemas.openxmlformats.org/officeDocument/2006/relationships/hyperlink" Target="https://liveexample.pearsoncmg.com/html/IntegerMatrix.html"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1539875" y="2171011"/>
            <a:ext cx="11791950" cy="1708150"/>
          </a:xfrm>
          <a:prstGeom prst="rect">
            <a:avLst/>
          </a:prstGeom>
          <a:noFill/>
          <a:ln w="12700" cap="sq">
            <a:noFill/>
            <a:miter lim="800000"/>
            <a:headEnd type="none" w="sm" len="sm"/>
            <a:tailEnd type="none" w="sm" len="sm"/>
          </a:ln>
        </p:spPr>
        <p:txBody>
          <a:bodyPr lIns="104927" tIns="52464" rIns="104927" bIns="52464" anchor="ctr"/>
          <a:lstStyle/>
          <a:p>
            <a:pPr eaLnBrk="1" hangingPunct="1"/>
            <a:r>
              <a:rPr lang="en-US" sz="5000" b="1" dirty="0">
                <a:latin typeface="Times New Roman" panose="02020603050405020304" pitchFamily="18" charset="0"/>
                <a:cs typeface="Times New Roman" panose="02020603050405020304" pitchFamily="18" charset="0"/>
              </a:rPr>
              <a:t>CCS3101 </a:t>
            </a:r>
          </a:p>
          <a:p>
            <a:pPr eaLnBrk="1" hangingPunct="1"/>
            <a:r>
              <a:rPr lang="en-US" sz="5000" b="1" dirty="0">
                <a:latin typeface="Times New Roman" panose="02020603050405020304" pitchFamily="18" charset="0"/>
                <a:cs typeface="Times New Roman" panose="02020603050405020304" pitchFamily="18" charset="0"/>
              </a:rPr>
              <a:t>OBJECT-ORIENTED PROGRAMMING</a:t>
            </a:r>
            <a:br>
              <a:rPr lang="pl-PL" sz="5000" b="1" dirty="0">
                <a:latin typeface="Times New Roman" panose="02020603050405020304" pitchFamily="18" charset="0"/>
                <a:cs typeface="Times New Roman" panose="02020603050405020304" pitchFamily="18" charset="0"/>
              </a:rPr>
            </a:br>
            <a:r>
              <a:rPr lang="en-US" sz="5000" b="1" dirty="0">
                <a:latin typeface="Times New Roman" panose="02020603050405020304" pitchFamily="18" charset="0"/>
                <a:cs typeface="Times New Roman" panose="02020603050405020304" pitchFamily="18" charset="0"/>
              </a:rPr>
              <a:t>Topic 9 Generics</a:t>
            </a:r>
          </a:p>
        </p:txBody>
      </p:sp>
      <p:sp>
        <p:nvSpPr>
          <p:cNvPr id="4099" name="Rectangle 3"/>
          <p:cNvSpPr>
            <a:spLocks noChangeArrowheads="1"/>
          </p:cNvSpPr>
          <p:nvPr/>
        </p:nvSpPr>
        <p:spPr bwMode="auto">
          <a:xfrm>
            <a:off x="798513" y="4900613"/>
            <a:ext cx="11399837" cy="4100512"/>
          </a:xfrm>
          <a:prstGeom prst="rect">
            <a:avLst/>
          </a:prstGeom>
          <a:noFill/>
          <a:ln w="12700" cap="sq">
            <a:noFill/>
            <a:miter lim="800000"/>
            <a:headEnd type="none" w="sm" len="sm"/>
            <a:tailEnd type="none" w="sm" len="sm"/>
          </a:ln>
        </p:spPr>
        <p:txBody>
          <a:bodyPr lIns="104927" tIns="52464" rIns="104927" bIns="52464"/>
          <a:lstStyle/>
          <a:p>
            <a:pPr algn="ctr" eaLnBrk="1" hangingPunct="1">
              <a:spcBef>
                <a:spcPct val="20000"/>
              </a:spcBef>
              <a:buClr>
                <a:schemeClr val="folHlink"/>
              </a:buClr>
              <a:buSzPct val="60000"/>
              <a:buFont typeface="Wingdings" pitchFamily="2" charset="2"/>
              <a:buNone/>
            </a:pPr>
            <a:endParaRPr lang="en-US" sz="1600" dirty="0">
              <a:latin typeface="Tw Cen MT Condensed Extra Bold" pitchFamily="34" charset="0"/>
            </a:endParaRPr>
          </a:p>
          <a:p>
            <a:pPr algn="ctr" eaLnBrk="1" hangingPunct="1">
              <a:spcBef>
                <a:spcPct val="20000"/>
              </a:spcBef>
              <a:buClr>
                <a:schemeClr val="folHlink"/>
              </a:buClr>
              <a:buSzPct val="60000"/>
              <a:buFont typeface="Wingdings" pitchFamily="2" charset="2"/>
              <a:buNone/>
            </a:pPr>
            <a:endParaRPr lang="pl-PL" sz="1600" dirty="0"/>
          </a:p>
        </p:txBody>
      </p:sp>
    </p:spTree>
    <p:custDataLst>
      <p:tags r:id="rId1"/>
    </p:custData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bwMode="auto">
          <a:xfrm>
            <a:off x="0" y="4763"/>
            <a:ext cx="13681075" cy="1033462"/>
          </a:xfrm>
          <a:prstGeom prst="rect">
            <a:avLst/>
          </a:prstGeom>
          <a:solidFill>
            <a:srgbClr val="FFFFFF"/>
          </a:solidFill>
          <a:ln>
            <a:miter lim="800000"/>
            <a:headEnd/>
            <a:tailEnd/>
          </a:ln>
        </p:spPr>
        <p:txBody>
          <a:bodyPr lIns="104927" tIns="52464" rIns="104927" bIns="52464" anchor="ctr"/>
          <a:lstStyle/>
          <a:p>
            <a:pPr algn="ctr" eaLnBrk="1" hangingPunct="1"/>
            <a:r>
              <a:rPr lang="en-US" sz="4800" b="1" dirty="0">
                <a:solidFill>
                  <a:schemeClr val="tx1"/>
                </a:solidFill>
                <a:latin typeface="Times New Roman" panose="02020603050405020304" pitchFamily="18" charset="0"/>
                <a:cs typeface="Times New Roman" panose="02020603050405020304" pitchFamily="18" charset="0"/>
              </a:rPr>
              <a:t>Learning Objectives</a:t>
            </a:r>
          </a:p>
        </p:txBody>
      </p:sp>
      <p:sp>
        <p:nvSpPr>
          <p:cNvPr id="3" name="Rectangle 2"/>
          <p:cNvSpPr txBox="1">
            <a:spLocks noChangeArrowheads="1"/>
          </p:cNvSpPr>
          <p:nvPr/>
        </p:nvSpPr>
        <p:spPr bwMode="auto">
          <a:xfrm>
            <a:off x="0" y="1147763"/>
            <a:ext cx="13681075" cy="6075362"/>
          </a:xfrm>
          <a:prstGeom prst="rect">
            <a:avLst/>
          </a:prstGeom>
          <a:solidFill>
            <a:srgbClr val="FFFFFF"/>
          </a:solidFill>
          <a:ln>
            <a:miter lim="800000"/>
            <a:headEnd/>
            <a:tailEnd/>
          </a:ln>
        </p:spPr>
        <p:txBody>
          <a:bodyPr lIns="104927" tIns="52464" rIns="104927" bIns="52464"/>
          <a:lstStyle/>
          <a:p>
            <a:pPr marL="413100" indent="-413100" eaLnBrk="1" hangingPunct="1">
              <a:buFont typeface="Arial" pitchFamily="34" charset="0"/>
              <a:buChar char="•"/>
              <a:defRPr/>
            </a:pPr>
            <a:r>
              <a:rPr lang="en-US" sz="4000" kern="0" dirty="0">
                <a:latin typeface="Times New Roman" panose="02020603050405020304" pitchFamily="18" charset="0"/>
                <a:ea typeface="+mj-ea"/>
                <a:cs typeface="Times New Roman" panose="02020603050405020304" pitchFamily="18" charset="0"/>
              </a:rPr>
              <a:t>At the end of this chapter, you will be able to:</a:t>
            </a:r>
          </a:p>
          <a:p>
            <a:pPr marL="1054100" lvl="1" indent="-530225">
              <a:buFont typeface="Arial" pitchFamily="34" charset="0"/>
              <a:buChar char="•"/>
              <a:defRPr/>
            </a:pPr>
            <a:r>
              <a:rPr lang="en-GB" sz="4000" dirty="0">
                <a:latin typeface="Times New Roman" panose="02020603050405020304" pitchFamily="18" charset="0"/>
                <a:cs typeface="Times New Roman" panose="02020603050405020304" pitchFamily="18" charset="0"/>
              </a:rPr>
              <a:t>Explain generic concepts (C2)</a:t>
            </a:r>
          </a:p>
          <a:p>
            <a:pPr marL="1054100" lvl="1" indent="-530225">
              <a:buFont typeface="Arial" pitchFamily="34" charset="0"/>
              <a:buChar char="•"/>
              <a:defRPr/>
            </a:pPr>
            <a:r>
              <a:rPr lang="en-GB" sz="4000" dirty="0">
                <a:latin typeface="Times New Roman" panose="02020603050405020304" pitchFamily="18" charset="0"/>
                <a:cs typeface="Times New Roman" panose="02020603050405020304" pitchFamily="18" charset="0"/>
              </a:rPr>
              <a:t>Construct an object-oriented program using generics (P4)</a:t>
            </a:r>
          </a:p>
          <a:p>
            <a:pPr marL="1054100" lvl="1" indent="-530225">
              <a:buFont typeface="Arial" pitchFamily="34" charset="0"/>
              <a:buChar char="•"/>
              <a:defRPr/>
            </a:pPr>
            <a:endParaRPr lang="ms-MY" sz="40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193B3711-5C2D-1F17-6FDE-0D7F433A8E75}"/>
              </a:ext>
            </a:extLst>
          </p:cNvPr>
          <p:cNvSpPr>
            <a:spLocks noGrp="1" noChangeArrowheads="1"/>
          </p:cNvSpPr>
          <p:nvPr>
            <p:ph type="title"/>
          </p:nvPr>
        </p:nvSpPr>
        <p:spPr>
          <a:xfrm>
            <a:off x="1739900" y="300037"/>
            <a:ext cx="10201275" cy="900113"/>
          </a:xfrm>
        </p:spPr>
        <p:txBody>
          <a:bodyPr/>
          <a:lstStyle/>
          <a:p>
            <a:pPr algn="ctr"/>
            <a:r>
              <a:rPr lang="en-US" altLang="en-US" b="1" dirty="0"/>
              <a:t>Objectives</a:t>
            </a:r>
          </a:p>
        </p:txBody>
      </p:sp>
      <p:sp>
        <p:nvSpPr>
          <p:cNvPr id="5124" name="Rectangle 3">
            <a:extLst>
              <a:ext uri="{FF2B5EF4-FFF2-40B4-BE49-F238E27FC236}">
                <a16:creationId xmlns:a16="http://schemas.microsoft.com/office/drawing/2014/main" id="{97B2ADF6-90B2-D758-1314-2BAFF52C6C08}"/>
              </a:ext>
            </a:extLst>
          </p:cNvPr>
          <p:cNvSpPr>
            <a:spLocks noGrp="1" noChangeArrowheads="1"/>
          </p:cNvSpPr>
          <p:nvPr>
            <p:ph type="body" idx="1"/>
          </p:nvPr>
        </p:nvSpPr>
        <p:spPr>
          <a:xfrm>
            <a:off x="1339849" y="1400175"/>
            <a:ext cx="11101388" cy="7000875"/>
          </a:xfrm>
        </p:spPr>
        <p:txBody>
          <a:bodyPr/>
          <a:lstStyle/>
          <a:p>
            <a:pPr>
              <a:lnSpc>
                <a:spcPct val="90000"/>
              </a:lnSpc>
              <a:buFont typeface="Wingdings" panose="05000000000000000000" pitchFamily="2" charset="2"/>
              <a:buChar char="q"/>
            </a:pPr>
            <a:r>
              <a:rPr lang="en-US" altLang="en-US" sz="2700" dirty="0"/>
              <a:t>To know the benefits of generics (§19.1).</a:t>
            </a:r>
          </a:p>
          <a:p>
            <a:pPr>
              <a:lnSpc>
                <a:spcPct val="90000"/>
              </a:lnSpc>
              <a:buFont typeface="Wingdings" panose="05000000000000000000" pitchFamily="2" charset="2"/>
              <a:buChar char="q"/>
            </a:pPr>
            <a:r>
              <a:rPr lang="en-US" altLang="en-US" sz="2700" dirty="0"/>
              <a:t>To use generic classes and interfaces (§19.2).</a:t>
            </a:r>
          </a:p>
          <a:p>
            <a:pPr>
              <a:lnSpc>
                <a:spcPct val="90000"/>
              </a:lnSpc>
              <a:buFont typeface="Wingdings" panose="05000000000000000000" pitchFamily="2" charset="2"/>
              <a:buChar char="q"/>
            </a:pPr>
            <a:r>
              <a:rPr lang="en-US" altLang="en-US" sz="2700" dirty="0"/>
              <a:t>To declare generic classes and interfaces (§19.3).</a:t>
            </a:r>
          </a:p>
          <a:p>
            <a:pPr>
              <a:lnSpc>
                <a:spcPct val="90000"/>
              </a:lnSpc>
              <a:buFont typeface="Wingdings" panose="05000000000000000000" pitchFamily="2" charset="2"/>
              <a:buChar char="q"/>
            </a:pPr>
            <a:r>
              <a:rPr lang="en-US" altLang="en-US" sz="2700" dirty="0"/>
              <a:t>To understand why generic types can improve reliability and readability (§19.3).</a:t>
            </a:r>
          </a:p>
          <a:p>
            <a:pPr>
              <a:lnSpc>
                <a:spcPct val="90000"/>
              </a:lnSpc>
              <a:buFont typeface="Wingdings" panose="05000000000000000000" pitchFamily="2" charset="2"/>
              <a:buChar char="q"/>
            </a:pPr>
            <a:r>
              <a:rPr lang="en-US" altLang="en-US" sz="2700" dirty="0"/>
              <a:t>To declare and use generic methods and bounded generic types (§19.4).</a:t>
            </a:r>
          </a:p>
          <a:p>
            <a:pPr>
              <a:lnSpc>
                <a:spcPct val="90000"/>
              </a:lnSpc>
              <a:buFont typeface="Wingdings" panose="05000000000000000000" pitchFamily="2" charset="2"/>
              <a:buChar char="q"/>
            </a:pPr>
            <a:r>
              <a:rPr lang="en-US" altLang="en-US" sz="2700" dirty="0"/>
              <a:t>To use raw types for backward compatibility (§19.5).</a:t>
            </a:r>
          </a:p>
          <a:p>
            <a:pPr>
              <a:lnSpc>
                <a:spcPct val="90000"/>
              </a:lnSpc>
              <a:buFont typeface="Wingdings" panose="05000000000000000000" pitchFamily="2" charset="2"/>
              <a:buChar char="q"/>
            </a:pPr>
            <a:r>
              <a:rPr lang="en-US" altLang="en-US" sz="2700" dirty="0"/>
              <a:t>To know wildcard types and understand why they are necessary (§19.6).</a:t>
            </a:r>
          </a:p>
          <a:p>
            <a:pPr>
              <a:lnSpc>
                <a:spcPct val="90000"/>
              </a:lnSpc>
              <a:buFont typeface="Wingdings" panose="05000000000000000000" pitchFamily="2" charset="2"/>
              <a:buChar char="q"/>
            </a:pPr>
            <a:r>
              <a:rPr lang="en-US" altLang="en-US" sz="2700" dirty="0"/>
              <a:t>To convert legacy code using JDK 1.5 generics (§19.7).</a:t>
            </a:r>
          </a:p>
          <a:p>
            <a:pPr>
              <a:lnSpc>
                <a:spcPct val="90000"/>
              </a:lnSpc>
              <a:buFont typeface="Wingdings" panose="05000000000000000000" pitchFamily="2" charset="2"/>
              <a:buChar char="q"/>
            </a:pPr>
            <a:r>
              <a:rPr lang="en-US" altLang="en-US" sz="2700" dirty="0"/>
              <a:t>To understand that generic type information is erased by the compiler and all instances of a generic class share the same runtime class file (§19.8).</a:t>
            </a:r>
          </a:p>
          <a:p>
            <a:pPr>
              <a:lnSpc>
                <a:spcPct val="90000"/>
              </a:lnSpc>
              <a:buFont typeface="Wingdings" panose="05000000000000000000" pitchFamily="2" charset="2"/>
              <a:buChar char="q"/>
            </a:pPr>
            <a:r>
              <a:rPr lang="en-US" altLang="en-US" sz="2700" dirty="0"/>
              <a:t>To know certain restrictions on generic types caused by type erasure (§19.8).</a:t>
            </a:r>
          </a:p>
          <a:p>
            <a:pPr>
              <a:lnSpc>
                <a:spcPct val="90000"/>
              </a:lnSpc>
              <a:buFont typeface="Wingdings" panose="05000000000000000000" pitchFamily="2" charset="2"/>
              <a:buChar char="q"/>
            </a:pPr>
            <a:r>
              <a:rPr lang="en-US" altLang="en-US" sz="2700" dirty="0"/>
              <a:t>To design and implement generic matrix classes (§19.9).</a:t>
            </a: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FD67576F-AA96-1EEC-0C83-710DDEB6CF96}"/>
              </a:ext>
            </a:extLst>
          </p:cNvPr>
          <p:cNvSpPr>
            <a:spLocks noGrp="1" noChangeArrowheads="1"/>
          </p:cNvSpPr>
          <p:nvPr>
            <p:ph type="title"/>
          </p:nvPr>
        </p:nvSpPr>
        <p:spPr>
          <a:xfrm>
            <a:off x="1739900" y="400049"/>
            <a:ext cx="10201275" cy="1100138"/>
          </a:xfrm>
        </p:spPr>
        <p:txBody>
          <a:bodyPr/>
          <a:lstStyle/>
          <a:p>
            <a:pPr algn="ctr"/>
            <a:r>
              <a:rPr lang="en-US" altLang="en-US" b="1" dirty="0"/>
              <a:t>Why Do You Get a Warning?</a:t>
            </a:r>
          </a:p>
        </p:txBody>
      </p:sp>
      <p:sp>
        <p:nvSpPr>
          <p:cNvPr id="7172" name="Rectangle 3">
            <a:extLst>
              <a:ext uri="{FF2B5EF4-FFF2-40B4-BE49-F238E27FC236}">
                <a16:creationId xmlns:a16="http://schemas.microsoft.com/office/drawing/2014/main" id="{CB3DF27B-612F-8CA5-DDC3-00551A938025}"/>
              </a:ext>
            </a:extLst>
          </p:cNvPr>
          <p:cNvSpPr>
            <a:spLocks noGrp="1" noChangeArrowheads="1"/>
          </p:cNvSpPr>
          <p:nvPr>
            <p:ph type="body" idx="1"/>
          </p:nvPr>
        </p:nvSpPr>
        <p:spPr>
          <a:xfrm>
            <a:off x="1239837" y="1800224"/>
            <a:ext cx="11101388" cy="3900488"/>
          </a:xfrm>
        </p:spPr>
        <p:txBody>
          <a:bodyPr/>
          <a:lstStyle/>
          <a:p>
            <a:pPr>
              <a:lnSpc>
                <a:spcPct val="90000"/>
              </a:lnSpc>
              <a:buFont typeface="Monotype Sorts"/>
              <a:buNone/>
            </a:pPr>
            <a:r>
              <a:rPr lang="en-US" altLang="en-US" sz="3150" b="1">
                <a:solidFill>
                  <a:schemeClr val="tx2"/>
                </a:solidFill>
                <a:latin typeface="Courier New" panose="02070309020205020404" pitchFamily="49" charset="0"/>
              </a:rPr>
              <a:t>public class ShowUncheckedWarning {</a:t>
            </a:r>
          </a:p>
          <a:p>
            <a:pPr>
              <a:lnSpc>
                <a:spcPct val="90000"/>
              </a:lnSpc>
              <a:buFont typeface="Monotype Sorts"/>
              <a:buNone/>
            </a:pPr>
            <a:r>
              <a:rPr lang="en-US" altLang="en-US" sz="3150" b="1">
                <a:solidFill>
                  <a:schemeClr val="tx2"/>
                </a:solidFill>
                <a:latin typeface="Courier New" panose="02070309020205020404" pitchFamily="49" charset="0"/>
              </a:rPr>
              <a:t>  public static void main(String[] args) {</a:t>
            </a:r>
          </a:p>
          <a:p>
            <a:pPr>
              <a:lnSpc>
                <a:spcPct val="90000"/>
              </a:lnSpc>
              <a:buFont typeface="Monotype Sorts"/>
              <a:buNone/>
            </a:pPr>
            <a:r>
              <a:rPr lang="en-US" altLang="en-US" sz="3150" b="1">
                <a:solidFill>
                  <a:schemeClr val="tx2"/>
                </a:solidFill>
                <a:latin typeface="Courier New" panose="02070309020205020404" pitchFamily="49" charset="0"/>
              </a:rPr>
              <a:t>    java.util.ArrayList list = </a:t>
            </a:r>
          </a:p>
          <a:p>
            <a:pPr>
              <a:lnSpc>
                <a:spcPct val="90000"/>
              </a:lnSpc>
              <a:buFont typeface="Monotype Sorts"/>
              <a:buNone/>
            </a:pPr>
            <a:r>
              <a:rPr lang="en-US" altLang="en-US" sz="3150" b="1">
                <a:solidFill>
                  <a:schemeClr val="tx2"/>
                </a:solidFill>
                <a:latin typeface="Courier New" panose="02070309020205020404" pitchFamily="49" charset="0"/>
              </a:rPr>
              <a:t>      new java.util.ArrayList();</a:t>
            </a:r>
          </a:p>
          <a:p>
            <a:pPr>
              <a:lnSpc>
                <a:spcPct val="90000"/>
              </a:lnSpc>
              <a:buFont typeface="Monotype Sorts"/>
              <a:buNone/>
            </a:pPr>
            <a:r>
              <a:rPr lang="en-US" altLang="en-US" sz="3150" b="1">
                <a:solidFill>
                  <a:schemeClr val="tx2"/>
                </a:solidFill>
                <a:latin typeface="Courier New" panose="02070309020205020404" pitchFamily="49" charset="0"/>
              </a:rPr>
              <a:t>    list.add("Java Programming");</a:t>
            </a:r>
          </a:p>
          <a:p>
            <a:pPr>
              <a:lnSpc>
                <a:spcPct val="90000"/>
              </a:lnSpc>
              <a:buFont typeface="Monotype Sorts"/>
              <a:buNone/>
            </a:pPr>
            <a:r>
              <a:rPr lang="en-US" altLang="en-US" sz="3150" b="1">
                <a:solidFill>
                  <a:schemeClr val="tx2"/>
                </a:solidFill>
                <a:latin typeface="Courier New" panose="02070309020205020404" pitchFamily="49" charset="0"/>
              </a:rPr>
              <a:t>  }</a:t>
            </a:r>
          </a:p>
          <a:p>
            <a:pPr>
              <a:lnSpc>
                <a:spcPct val="90000"/>
              </a:lnSpc>
              <a:buFont typeface="Monotype Sorts"/>
              <a:buNone/>
            </a:pPr>
            <a:r>
              <a:rPr lang="en-US" altLang="en-US" sz="3150" b="1">
                <a:solidFill>
                  <a:schemeClr val="tx2"/>
                </a:solidFill>
                <a:latin typeface="Courier New" panose="02070309020205020404" pitchFamily="49" charset="0"/>
              </a:rPr>
              <a:t>}</a:t>
            </a:r>
          </a:p>
        </p:txBody>
      </p:sp>
      <p:sp>
        <p:nvSpPr>
          <p:cNvPr id="7173" name="Rectangle 8">
            <a:extLst>
              <a:ext uri="{FF2B5EF4-FFF2-40B4-BE49-F238E27FC236}">
                <a16:creationId xmlns:a16="http://schemas.microsoft.com/office/drawing/2014/main" id="{4016FDE8-B889-02E1-8BA4-DEB71106C5A2}"/>
              </a:ext>
            </a:extLst>
          </p:cNvPr>
          <p:cNvSpPr>
            <a:spLocks noChangeArrowheads="1"/>
          </p:cNvSpPr>
          <p:nvPr/>
        </p:nvSpPr>
        <p:spPr bwMode="auto">
          <a:xfrm>
            <a:off x="2740024" y="5900737"/>
            <a:ext cx="9701213" cy="250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endParaRPr lang="en-US" altLang="en-US" sz="3675"/>
          </a:p>
        </p:txBody>
      </p:sp>
      <p:sp>
        <p:nvSpPr>
          <p:cNvPr id="7174" name="Rectangle 9">
            <a:extLst>
              <a:ext uri="{FF2B5EF4-FFF2-40B4-BE49-F238E27FC236}">
                <a16:creationId xmlns:a16="http://schemas.microsoft.com/office/drawing/2014/main" id="{6BEA24C1-4B51-E1BB-6623-AB302B710F03}"/>
              </a:ext>
            </a:extLst>
          </p:cNvPr>
          <p:cNvSpPr>
            <a:spLocks noChangeArrowheads="1"/>
          </p:cNvSpPr>
          <p:nvPr/>
        </p:nvSpPr>
        <p:spPr bwMode="auto">
          <a:xfrm>
            <a:off x="6240462" y="5700712"/>
            <a:ext cx="64008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675"/>
              <a:t>To understand the compile warning on this line, you need to learn JDK 1.6 generics.</a:t>
            </a:r>
          </a:p>
        </p:txBody>
      </p:sp>
      <p:sp>
        <p:nvSpPr>
          <p:cNvPr id="7175" name="Line 10">
            <a:extLst>
              <a:ext uri="{FF2B5EF4-FFF2-40B4-BE49-F238E27FC236}">
                <a16:creationId xmlns:a16="http://schemas.microsoft.com/office/drawing/2014/main" id="{4358C059-D8C0-358D-9F13-C1066FAAE794}"/>
              </a:ext>
            </a:extLst>
          </p:cNvPr>
          <p:cNvSpPr>
            <a:spLocks noChangeShapeType="1"/>
          </p:cNvSpPr>
          <p:nvPr/>
        </p:nvSpPr>
        <p:spPr bwMode="auto">
          <a:xfrm flipH="1" flipV="1">
            <a:off x="6140450" y="4300537"/>
            <a:ext cx="400050" cy="1500188"/>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7176" name="Rectangle 11">
            <a:extLst>
              <a:ext uri="{FF2B5EF4-FFF2-40B4-BE49-F238E27FC236}">
                <a16:creationId xmlns:a16="http://schemas.microsoft.com/office/drawing/2014/main" id="{A2043DF7-E17A-A28A-115D-0E92BBB4A7A4}"/>
              </a:ext>
            </a:extLst>
          </p:cNvPr>
          <p:cNvSpPr>
            <a:spLocks noChangeArrowheads="1"/>
          </p:cNvSpPr>
          <p:nvPr/>
        </p:nvSpPr>
        <p:spPr bwMode="auto">
          <a:xfrm>
            <a:off x="2339974" y="4000500"/>
            <a:ext cx="6900863" cy="400050"/>
          </a:xfrm>
          <a:prstGeom prst="rect">
            <a:avLst/>
          </a:prstGeom>
          <a:solidFill>
            <a:schemeClr val="accent1">
              <a:alpha val="4313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A9670DFE-BEA7-41E9-FBDB-F5E2E83AC44A}"/>
              </a:ext>
            </a:extLst>
          </p:cNvPr>
          <p:cNvSpPr>
            <a:spLocks noGrp="1" noChangeArrowheads="1"/>
          </p:cNvSpPr>
          <p:nvPr>
            <p:ph type="title"/>
          </p:nvPr>
        </p:nvSpPr>
        <p:spPr>
          <a:xfrm>
            <a:off x="1739900" y="400049"/>
            <a:ext cx="10201275" cy="1100138"/>
          </a:xfrm>
        </p:spPr>
        <p:txBody>
          <a:bodyPr/>
          <a:lstStyle/>
          <a:p>
            <a:pPr algn="ctr"/>
            <a:r>
              <a:rPr lang="en-US" altLang="en-US" b="1" dirty="0"/>
              <a:t>Fix the Warning</a:t>
            </a:r>
          </a:p>
        </p:txBody>
      </p:sp>
      <p:sp>
        <p:nvSpPr>
          <p:cNvPr id="9220" name="Rectangle 3">
            <a:extLst>
              <a:ext uri="{FF2B5EF4-FFF2-40B4-BE49-F238E27FC236}">
                <a16:creationId xmlns:a16="http://schemas.microsoft.com/office/drawing/2014/main" id="{B4DDF79C-E924-4EDD-23D3-CCCAEFCEDCBC}"/>
              </a:ext>
            </a:extLst>
          </p:cNvPr>
          <p:cNvSpPr>
            <a:spLocks noGrp="1" noChangeArrowheads="1"/>
          </p:cNvSpPr>
          <p:nvPr>
            <p:ph type="body" idx="1"/>
          </p:nvPr>
        </p:nvSpPr>
        <p:spPr>
          <a:xfrm>
            <a:off x="1239837" y="1800224"/>
            <a:ext cx="10601325" cy="4100513"/>
          </a:xfrm>
        </p:spPr>
        <p:txBody>
          <a:bodyPr/>
          <a:lstStyle/>
          <a:p>
            <a:pPr>
              <a:buFont typeface="Monotype Sorts"/>
              <a:buNone/>
            </a:pPr>
            <a:r>
              <a:rPr lang="en-US" altLang="en-US" sz="3150" b="1">
                <a:solidFill>
                  <a:schemeClr val="tx2"/>
                </a:solidFill>
                <a:latin typeface="Courier New" panose="02070309020205020404" pitchFamily="49" charset="0"/>
              </a:rPr>
              <a:t>public class ShowUncheckedWarning {</a:t>
            </a:r>
          </a:p>
          <a:p>
            <a:pPr>
              <a:buFont typeface="Monotype Sorts"/>
              <a:buNone/>
            </a:pPr>
            <a:r>
              <a:rPr lang="en-US" altLang="en-US" sz="3150" b="1">
                <a:solidFill>
                  <a:schemeClr val="tx2"/>
                </a:solidFill>
                <a:latin typeface="Courier New" panose="02070309020205020404" pitchFamily="49" charset="0"/>
              </a:rPr>
              <a:t>  public static void main(String[] args) {</a:t>
            </a:r>
          </a:p>
          <a:p>
            <a:pPr>
              <a:buFont typeface="Monotype Sorts"/>
              <a:buNone/>
            </a:pPr>
            <a:r>
              <a:rPr lang="en-US" altLang="en-US" sz="3150" b="1">
                <a:solidFill>
                  <a:schemeClr val="tx2"/>
                </a:solidFill>
                <a:latin typeface="Courier New" panose="02070309020205020404" pitchFamily="49" charset="0"/>
              </a:rPr>
              <a:t>    java.util.ArrayList&lt;String&gt; list = </a:t>
            </a:r>
          </a:p>
          <a:p>
            <a:pPr>
              <a:buFont typeface="Monotype Sorts"/>
              <a:buNone/>
            </a:pPr>
            <a:r>
              <a:rPr lang="en-US" altLang="en-US" sz="3150" b="1">
                <a:solidFill>
                  <a:schemeClr val="tx2"/>
                </a:solidFill>
                <a:latin typeface="Courier New" panose="02070309020205020404" pitchFamily="49" charset="0"/>
              </a:rPr>
              <a:t>      new java.util.ArrayList&lt;String&gt;();</a:t>
            </a:r>
          </a:p>
          <a:p>
            <a:pPr>
              <a:buFont typeface="Monotype Sorts"/>
              <a:buNone/>
            </a:pPr>
            <a:r>
              <a:rPr lang="en-US" altLang="en-US" sz="3150" b="1">
                <a:solidFill>
                  <a:schemeClr val="tx2"/>
                </a:solidFill>
                <a:latin typeface="Courier New" panose="02070309020205020404" pitchFamily="49" charset="0"/>
              </a:rPr>
              <a:t>    list.add("Java Programming");</a:t>
            </a:r>
          </a:p>
          <a:p>
            <a:pPr>
              <a:buFont typeface="Monotype Sorts"/>
              <a:buNone/>
            </a:pPr>
            <a:r>
              <a:rPr lang="en-US" altLang="en-US" sz="3150" b="1">
                <a:solidFill>
                  <a:schemeClr val="tx2"/>
                </a:solidFill>
                <a:latin typeface="Courier New" panose="02070309020205020404" pitchFamily="49" charset="0"/>
              </a:rPr>
              <a:t>  }</a:t>
            </a:r>
          </a:p>
          <a:p>
            <a:pPr>
              <a:buFont typeface="Monotype Sorts"/>
              <a:buNone/>
            </a:pPr>
            <a:r>
              <a:rPr lang="en-US" altLang="en-US" sz="3150" b="1">
                <a:solidFill>
                  <a:schemeClr val="tx2"/>
                </a:solidFill>
                <a:latin typeface="Courier New" panose="02070309020205020404" pitchFamily="49" charset="0"/>
              </a:rPr>
              <a:t>}</a:t>
            </a:r>
          </a:p>
        </p:txBody>
      </p:sp>
      <p:sp>
        <p:nvSpPr>
          <p:cNvPr id="9221" name="Rectangle 4">
            <a:extLst>
              <a:ext uri="{FF2B5EF4-FFF2-40B4-BE49-F238E27FC236}">
                <a16:creationId xmlns:a16="http://schemas.microsoft.com/office/drawing/2014/main" id="{D3CC177E-85A7-109C-D646-E39A7FEAF840}"/>
              </a:ext>
            </a:extLst>
          </p:cNvPr>
          <p:cNvSpPr>
            <a:spLocks noChangeArrowheads="1"/>
          </p:cNvSpPr>
          <p:nvPr/>
        </p:nvSpPr>
        <p:spPr bwMode="auto">
          <a:xfrm>
            <a:off x="2339975" y="4200524"/>
            <a:ext cx="7000875" cy="500063"/>
          </a:xfrm>
          <a:prstGeom prst="rect">
            <a:avLst/>
          </a:prstGeom>
          <a:solidFill>
            <a:schemeClr val="tx2">
              <a:alpha val="43137"/>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9222" name="Rectangle 5">
            <a:extLst>
              <a:ext uri="{FF2B5EF4-FFF2-40B4-BE49-F238E27FC236}">
                <a16:creationId xmlns:a16="http://schemas.microsoft.com/office/drawing/2014/main" id="{6DCD0DD4-A93F-2268-365A-07BE0B94231C}"/>
              </a:ext>
            </a:extLst>
          </p:cNvPr>
          <p:cNvSpPr>
            <a:spLocks noChangeArrowheads="1"/>
          </p:cNvSpPr>
          <p:nvPr/>
        </p:nvSpPr>
        <p:spPr bwMode="auto">
          <a:xfrm>
            <a:off x="2740024" y="5900737"/>
            <a:ext cx="9701213" cy="250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endParaRPr lang="en-US" altLang="en-US" sz="3675"/>
          </a:p>
        </p:txBody>
      </p:sp>
      <p:sp>
        <p:nvSpPr>
          <p:cNvPr id="9223" name="Rectangle 6">
            <a:extLst>
              <a:ext uri="{FF2B5EF4-FFF2-40B4-BE49-F238E27FC236}">
                <a16:creationId xmlns:a16="http://schemas.microsoft.com/office/drawing/2014/main" id="{87CB119D-5CFA-0E3A-7748-9252AD3B417B}"/>
              </a:ext>
            </a:extLst>
          </p:cNvPr>
          <p:cNvSpPr>
            <a:spLocks noChangeArrowheads="1"/>
          </p:cNvSpPr>
          <p:nvPr/>
        </p:nvSpPr>
        <p:spPr bwMode="auto">
          <a:xfrm>
            <a:off x="5040312" y="5900737"/>
            <a:ext cx="64008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675"/>
              <a:t>No compile warning on this line.</a:t>
            </a:r>
          </a:p>
        </p:txBody>
      </p:sp>
      <p:sp>
        <p:nvSpPr>
          <p:cNvPr id="9224" name="Line 7">
            <a:extLst>
              <a:ext uri="{FF2B5EF4-FFF2-40B4-BE49-F238E27FC236}">
                <a16:creationId xmlns:a16="http://schemas.microsoft.com/office/drawing/2014/main" id="{5C75B178-F0D7-4441-9039-D5D3B30ACD5E}"/>
              </a:ext>
            </a:extLst>
          </p:cNvPr>
          <p:cNvSpPr>
            <a:spLocks noChangeShapeType="1"/>
          </p:cNvSpPr>
          <p:nvPr/>
        </p:nvSpPr>
        <p:spPr bwMode="auto">
          <a:xfrm flipH="1" flipV="1">
            <a:off x="5740400" y="4700587"/>
            <a:ext cx="200025" cy="1400175"/>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9225" name="Rectangle 8">
            <a:extLst>
              <a:ext uri="{FF2B5EF4-FFF2-40B4-BE49-F238E27FC236}">
                <a16:creationId xmlns:a16="http://schemas.microsoft.com/office/drawing/2014/main" id="{98365513-347D-9630-A798-AF464D255847}"/>
              </a:ext>
            </a:extLst>
          </p:cNvPr>
          <p:cNvSpPr>
            <a:spLocks noChangeArrowheads="1"/>
          </p:cNvSpPr>
          <p:nvPr/>
        </p:nvSpPr>
        <p:spPr bwMode="auto">
          <a:xfrm>
            <a:off x="6940549" y="3100387"/>
            <a:ext cx="1900238" cy="400050"/>
          </a:xfrm>
          <a:prstGeom prst="rect">
            <a:avLst/>
          </a:prstGeom>
          <a:solidFill>
            <a:schemeClr val="accent1">
              <a:alpha val="3411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9226" name="Rectangle 9">
            <a:extLst>
              <a:ext uri="{FF2B5EF4-FFF2-40B4-BE49-F238E27FC236}">
                <a16:creationId xmlns:a16="http://schemas.microsoft.com/office/drawing/2014/main" id="{C9936A81-5DCB-144A-237B-E9BBFE7DF00A}"/>
              </a:ext>
            </a:extLst>
          </p:cNvPr>
          <p:cNvSpPr>
            <a:spLocks noChangeArrowheads="1"/>
          </p:cNvSpPr>
          <p:nvPr/>
        </p:nvSpPr>
        <p:spPr bwMode="auto">
          <a:xfrm>
            <a:off x="8340724" y="3600450"/>
            <a:ext cx="1900238" cy="400050"/>
          </a:xfrm>
          <a:prstGeom prst="rect">
            <a:avLst/>
          </a:prstGeom>
          <a:solidFill>
            <a:schemeClr val="accent1">
              <a:alpha val="3411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3150"/>
              <a:t>`</a:t>
            </a:r>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62C57634-FB96-A75D-4544-B5C795965773}"/>
              </a:ext>
            </a:extLst>
          </p:cNvPr>
          <p:cNvSpPr>
            <a:spLocks noGrp="1" noChangeArrowheads="1"/>
          </p:cNvSpPr>
          <p:nvPr>
            <p:ph type="title"/>
          </p:nvPr>
        </p:nvSpPr>
        <p:spPr>
          <a:xfrm>
            <a:off x="1739900" y="300037"/>
            <a:ext cx="10201275" cy="900113"/>
          </a:xfrm>
        </p:spPr>
        <p:txBody>
          <a:bodyPr/>
          <a:lstStyle/>
          <a:p>
            <a:pPr algn="ctr"/>
            <a:r>
              <a:rPr lang="en-US" altLang="en-US" b="1" dirty="0"/>
              <a:t>What is Generics? </a:t>
            </a:r>
          </a:p>
        </p:txBody>
      </p:sp>
      <p:sp>
        <p:nvSpPr>
          <p:cNvPr id="11268" name="Rectangle 3">
            <a:extLst>
              <a:ext uri="{FF2B5EF4-FFF2-40B4-BE49-F238E27FC236}">
                <a16:creationId xmlns:a16="http://schemas.microsoft.com/office/drawing/2014/main" id="{A3DBAF99-D115-91BB-6358-3FF19D2131EF}"/>
              </a:ext>
            </a:extLst>
          </p:cNvPr>
          <p:cNvSpPr>
            <a:spLocks noGrp="1" noChangeArrowheads="1"/>
          </p:cNvSpPr>
          <p:nvPr>
            <p:ph type="body" idx="1"/>
          </p:nvPr>
        </p:nvSpPr>
        <p:spPr>
          <a:xfrm>
            <a:off x="1139825" y="1600200"/>
            <a:ext cx="11401425" cy="6600825"/>
          </a:xfrm>
        </p:spPr>
        <p:txBody>
          <a:bodyPr/>
          <a:lstStyle/>
          <a:p>
            <a:pPr marL="0" indent="0">
              <a:buNone/>
            </a:pPr>
            <a:r>
              <a:rPr lang="en-US" altLang="en-US" i="1"/>
              <a:t>Generics</a:t>
            </a:r>
            <a:r>
              <a:rPr lang="en-US" altLang="en-US"/>
              <a:t> is the capability to parameterize types. With this capability, you can define a class or a method with generic types that can be substituted using concrete types by the compiler. For example, you may define a generic stack class that stores the elements of a generic type. From this generic class, you may create a stack object for holding strings and a stack object for holding numbers. Here, strings and numbers are concrete types that replace the generic type.</a:t>
            </a: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826EC544-6A23-B757-350A-9638CD5DC40E}"/>
              </a:ext>
            </a:extLst>
          </p:cNvPr>
          <p:cNvSpPr>
            <a:spLocks noGrp="1" noChangeArrowheads="1"/>
          </p:cNvSpPr>
          <p:nvPr>
            <p:ph type="title"/>
          </p:nvPr>
        </p:nvSpPr>
        <p:spPr>
          <a:xfrm>
            <a:off x="1739900" y="300037"/>
            <a:ext cx="10201275" cy="900113"/>
          </a:xfrm>
        </p:spPr>
        <p:txBody>
          <a:bodyPr/>
          <a:lstStyle/>
          <a:p>
            <a:pPr algn="ctr"/>
            <a:r>
              <a:rPr lang="en-US" altLang="en-US" b="1" dirty="0"/>
              <a:t>Why Generics? </a:t>
            </a:r>
          </a:p>
        </p:txBody>
      </p:sp>
      <p:sp>
        <p:nvSpPr>
          <p:cNvPr id="13316" name="Rectangle 3">
            <a:extLst>
              <a:ext uri="{FF2B5EF4-FFF2-40B4-BE49-F238E27FC236}">
                <a16:creationId xmlns:a16="http://schemas.microsoft.com/office/drawing/2014/main" id="{D3107FC1-510A-022F-94A9-8D739B43A3F3}"/>
              </a:ext>
            </a:extLst>
          </p:cNvPr>
          <p:cNvSpPr>
            <a:spLocks noGrp="1" noChangeArrowheads="1"/>
          </p:cNvSpPr>
          <p:nvPr>
            <p:ph type="body" idx="1"/>
          </p:nvPr>
        </p:nvSpPr>
        <p:spPr>
          <a:xfrm>
            <a:off x="1139825" y="1600200"/>
            <a:ext cx="11401425" cy="6600825"/>
          </a:xfrm>
        </p:spPr>
        <p:txBody>
          <a:bodyPr/>
          <a:lstStyle/>
          <a:p>
            <a:pPr marL="0" indent="0">
              <a:buNone/>
            </a:pPr>
            <a:r>
              <a:rPr lang="en-US" altLang="en-US"/>
              <a:t>The key benefit of generics is to enable errors to be detected at compile time rather than at runtime. A generic class or method permits you to specify allowable types of objects that the class or method may work with. If you attempt to use the class or method with an incompatible object, a compile error occurs.</a:t>
            </a: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C8280C37-C0EA-ABE6-9AB1-BF40B7DC6DD9}"/>
              </a:ext>
            </a:extLst>
          </p:cNvPr>
          <p:cNvSpPr>
            <a:spLocks noGrp="1" noChangeArrowheads="1"/>
          </p:cNvSpPr>
          <p:nvPr>
            <p:ph type="title"/>
          </p:nvPr>
        </p:nvSpPr>
        <p:spPr>
          <a:xfrm>
            <a:off x="7040562" y="400049"/>
            <a:ext cx="5200650" cy="900113"/>
          </a:xfrm>
        </p:spPr>
        <p:txBody>
          <a:bodyPr/>
          <a:lstStyle/>
          <a:p>
            <a:pPr algn="l"/>
            <a:r>
              <a:rPr lang="en-US" altLang="en-US" b="1" dirty="0"/>
              <a:t>Generic Type</a:t>
            </a:r>
          </a:p>
        </p:txBody>
      </p:sp>
      <p:sp>
        <p:nvSpPr>
          <p:cNvPr id="15364" name="Rectangle 3">
            <a:extLst>
              <a:ext uri="{FF2B5EF4-FFF2-40B4-BE49-F238E27FC236}">
                <a16:creationId xmlns:a16="http://schemas.microsoft.com/office/drawing/2014/main" id="{F105D92D-1EBB-F2CE-C1B6-4EC51399D41B}"/>
              </a:ext>
            </a:extLst>
          </p:cNvPr>
          <p:cNvSpPr>
            <a:spLocks noChangeArrowheads="1"/>
          </p:cNvSpPr>
          <p:nvPr/>
        </p:nvSpPr>
        <p:spPr bwMode="auto">
          <a:xfrm>
            <a:off x="839788" y="3501518"/>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15365" name="Rectangle 4">
            <a:extLst>
              <a:ext uri="{FF2B5EF4-FFF2-40B4-BE49-F238E27FC236}">
                <a16:creationId xmlns:a16="http://schemas.microsoft.com/office/drawing/2014/main" id="{EA2CCB62-9FCF-0569-2B41-728E0C324C10}"/>
              </a:ext>
            </a:extLst>
          </p:cNvPr>
          <p:cNvSpPr>
            <a:spLocks noChangeArrowheads="1"/>
          </p:cNvSpPr>
          <p:nvPr/>
        </p:nvSpPr>
        <p:spPr bwMode="auto">
          <a:xfrm>
            <a:off x="839788" y="3501518"/>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graphicFrame>
        <p:nvGraphicFramePr>
          <p:cNvPr id="15366" name="Object 5">
            <a:extLst>
              <a:ext uri="{FF2B5EF4-FFF2-40B4-BE49-F238E27FC236}">
                <a16:creationId xmlns:a16="http://schemas.microsoft.com/office/drawing/2014/main" id="{6E849F62-9978-9B39-8F3E-2387F464F4A5}"/>
              </a:ext>
            </a:extLst>
          </p:cNvPr>
          <p:cNvGraphicFramePr>
            <a:graphicFrameLocks noChangeAspect="1"/>
          </p:cNvGraphicFramePr>
          <p:nvPr/>
        </p:nvGraphicFramePr>
        <p:xfrm>
          <a:off x="1143992" y="1704380"/>
          <a:ext cx="11393091" cy="2437805"/>
        </p:xfrm>
        <a:graphic>
          <a:graphicData uri="http://schemas.openxmlformats.org/presentationml/2006/ole">
            <mc:AlternateContent xmlns:mc="http://schemas.openxmlformats.org/markup-compatibility/2006">
              <mc:Choice xmlns:v="urn:schemas-microsoft-com:vml" Requires="v">
                <p:oleObj name="Picture" r:id="rId3" imgW="5041900" imgH="1079500" progId="Word.Picture.8">
                  <p:embed/>
                </p:oleObj>
              </mc:Choice>
              <mc:Fallback>
                <p:oleObj name="Picture" r:id="rId3" imgW="5041900" imgH="1079500" progId="Word.Picture.8">
                  <p:embed/>
                  <p:pic>
                    <p:nvPicPr>
                      <p:cNvPr id="15366" name="Object 5">
                        <a:extLst>
                          <a:ext uri="{FF2B5EF4-FFF2-40B4-BE49-F238E27FC236}">
                            <a16:creationId xmlns:a16="http://schemas.microsoft.com/office/drawing/2014/main" id="{6E849F62-9978-9B39-8F3E-2387F464F4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992" y="1704380"/>
                        <a:ext cx="11393091" cy="2437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7" name="Rectangle 6">
            <a:extLst>
              <a:ext uri="{FF2B5EF4-FFF2-40B4-BE49-F238E27FC236}">
                <a16:creationId xmlns:a16="http://schemas.microsoft.com/office/drawing/2014/main" id="{7AA392E0-4883-A9CC-A237-1091D0B68B9F}"/>
              </a:ext>
            </a:extLst>
          </p:cNvPr>
          <p:cNvSpPr>
            <a:spLocks noChangeArrowheads="1"/>
          </p:cNvSpPr>
          <p:nvPr/>
        </p:nvSpPr>
        <p:spPr bwMode="auto">
          <a:xfrm>
            <a:off x="6740524" y="4500562"/>
            <a:ext cx="5700713"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4988" dirty="0">
                <a:solidFill>
                  <a:schemeClr val="tx2"/>
                </a:solidFill>
              </a:rPr>
              <a:t>Generic Instantiation</a:t>
            </a:r>
            <a:r>
              <a:rPr lang="en-US" altLang="en-US" sz="5775" dirty="0">
                <a:solidFill>
                  <a:schemeClr val="tx2"/>
                </a:solidFill>
              </a:rPr>
              <a:t> </a:t>
            </a:r>
          </a:p>
        </p:txBody>
      </p:sp>
      <p:sp>
        <p:nvSpPr>
          <p:cNvPr id="238599" name="Text Box 7">
            <a:extLst>
              <a:ext uri="{FF2B5EF4-FFF2-40B4-BE49-F238E27FC236}">
                <a16:creationId xmlns:a16="http://schemas.microsoft.com/office/drawing/2014/main" id="{B0385C4B-319E-3EBE-D828-BA8DC644E6A5}"/>
              </a:ext>
            </a:extLst>
          </p:cNvPr>
          <p:cNvSpPr txBox="1">
            <a:spLocks noChangeArrowheads="1"/>
          </p:cNvSpPr>
          <p:nvPr/>
        </p:nvSpPr>
        <p:spPr bwMode="auto">
          <a:xfrm>
            <a:off x="2940049" y="4900612"/>
            <a:ext cx="2700338"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3150"/>
              <a:t>Runtime error</a:t>
            </a:r>
          </a:p>
        </p:txBody>
      </p:sp>
      <p:sp>
        <p:nvSpPr>
          <p:cNvPr id="238600" name="Text Box 8">
            <a:extLst>
              <a:ext uri="{FF2B5EF4-FFF2-40B4-BE49-F238E27FC236}">
                <a16:creationId xmlns:a16="http://schemas.microsoft.com/office/drawing/2014/main" id="{97D654C4-0644-A263-29A2-84E85BC5E86F}"/>
              </a:ext>
            </a:extLst>
          </p:cNvPr>
          <p:cNvSpPr txBox="1">
            <a:spLocks noChangeArrowheads="1"/>
          </p:cNvSpPr>
          <p:nvPr/>
        </p:nvSpPr>
        <p:spPr bwMode="auto">
          <a:xfrm>
            <a:off x="9640887" y="7800975"/>
            <a:ext cx="2600325"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3150"/>
              <a:t>Compile error</a:t>
            </a:r>
          </a:p>
        </p:txBody>
      </p:sp>
      <p:sp>
        <p:nvSpPr>
          <p:cNvPr id="15370" name="Rectangle 9">
            <a:extLst>
              <a:ext uri="{FF2B5EF4-FFF2-40B4-BE49-F238E27FC236}">
                <a16:creationId xmlns:a16="http://schemas.microsoft.com/office/drawing/2014/main" id="{C1D93B06-2779-6BFB-1E3C-C1BB18B3AA57}"/>
              </a:ext>
            </a:extLst>
          </p:cNvPr>
          <p:cNvSpPr>
            <a:spLocks noChangeArrowheads="1"/>
          </p:cNvSpPr>
          <p:nvPr/>
        </p:nvSpPr>
        <p:spPr bwMode="auto">
          <a:xfrm>
            <a:off x="839788" y="3776552"/>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graphicFrame>
        <p:nvGraphicFramePr>
          <p:cNvPr id="15371" name="Object 10">
            <a:extLst>
              <a:ext uri="{FF2B5EF4-FFF2-40B4-BE49-F238E27FC236}">
                <a16:creationId xmlns:a16="http://schemas.microsoft.com/office/drawing/2014/main" id="{B5DDD2DB-2273-C1EA-A1A3-A4422CECE023}"/>
              </a:ext>
            </a:extLst>
          </p:cNvPr>
          <p:cNvGraphicFramePr>
            <a:graphicFrameLocks noChangeAspect="1"/>
          </p:cNvGraphicFramePr>
          <p:nvPr/>
        </p:nvGraphicFramePr>
        <p:xfrm>
          <a:off x="1029396" y="5800725"/>
          <a:ext cx="11811892" cy="1510606"/>
        </p:xfrm>
        <a:graphic>
          <a:graphicData uri="http://schemas.openxmlformats.org/presentationml/2006/ole">
            <mc:AlternateContent xmlns:mc="http://schemas.openxmlformats.org/markup-compatibility/2006">
              <mc:Choice xmlns:v="urn:schemas-microsoft-com:vml" Requires="v">
                <p:oleObj name="Picture" r:id="rId5" imgW="5171457" imgH="666401" progId="Word.Picture.8">
                  <p:embed/>
                </p:oleObj>
              </mc:Choice>
              <mc:Fallback>
                <p:oleObj name="Picture" r:id="rId5" imgW="5171457" imgH="666401" progId="Word.Picture.8">
                  <p:embed/>
                  <p:pic>
                    <p:nvPicPr>
                      <p:cNvPr id="15371" name="Object 10">
                        <a:extLst>
                          <a:ext uri="{FF2B5EF4-FFF2-40B4-BE49-F238E27FC236}">
                            <a16:creationId xmlns:a16="http://schemas.microsoft.com/office/drawing/2014/main" id="{B5DDD2DB-2273-C1EA-A1A3-A4422CECE0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9396" y="5800725"/>
                        <a:ext cx="11811892" cy="151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8603" name="Line 11">
            <a:extLst>
              <a:ext uri="{FF2B5EF4-FFF2-40B4-BE49-F238E27FC236}">
                <a16:creationId xmlns:a16="http://schemas.microsoft.com/office/drawing/2014/main" id="{D7F01D78-9582-97DC-5D18-B0BBD8E007C4}"/>
              </a:ext>
            </a:extLst>
          </p:cNvPr>
          <p:cNvSpPr>
            <a:spLocks noChangeShapeType="1"/>
          </p:cNvSpPr>
          <p:nvPr/>
        </p:nvSpPr>
        <p:spPr bwMode="auto">
          <a:xfrm>
            <a:off x="4440237" y="5400675"/>
            <a:ext cx="700088" cy="1000125"/>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238604" name="Line 12">
            <a:extLst>
              <a:ext uri="{FF2B5EF4-FFF2-40B4-BE49-F238E27FC236}">
                <a16:creationId xmlns:a16="http://schemas.microsoft.com/office/drawing/2014/main" id="{3982B9B9-5D1C-4173-6353-38D81A285E01}"/>
              </a:ext>
            </a:extLst>
          </p:cNvPr>
          <p:cNvSpPr>
            <a:spLocks noChangeShapeType="1"/>
          </p:cNvSpPr>
          <p:nvPr/>
        </p:nvSpPr>
        <p:spPr bwMode="auto">
          <a:xfrm flipH="1" flipV="1">
            <a:off x="11141075" y="6600825"/>
            <a:ext cx="0" cy="1400175"/>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15374" name="Rectangle 13">
            <a:extLst>
              <a:ext uri="{FF2B5EF4-FFF2-40B4-BE49-F238E27FC236}">
                <a16:creationId xmlns:a16="http://schemas.microsoft.com/office/drawing/2014/main" id="{BCCC68D5-B99B-2B35-A0ED-771112B2666F}"/>
              </a:ext>
            </a:extLst>
          </p:cNvPr>
          <p:cNvSpPr>
            <a:spLocks noChangeArrowheads="1"/>
          </p:cNvSpPr>
          <p:nvPr/>
        </p:nvSpPr>
        <p:spPr bwMode="auto">
          <a:xfrm>
            <a:off x="5540374" y="7600949"/>
            <a:ext cx="3700463" cy="70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3150"/>
              <a:t>Improves reliability</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8599"/>
                                        </p:tgtEl>
                                        <p:attrNameLst>
                                          <p:attrName>style.visibility</p:attrName>
                                        </p:attrNameLst>
                                      </p:cBhvr>
                                      <p:to>
                                        <p:strVal val="visible"/>
                                      </p:to>
                                    </p:set>
                                    <p:anim calcmode="lin" valueType="num">
                                      <p:cBhvr additive="base">
                                        <p:cTn id="7" dur="500" fill="hold"/>
                                        <p:tgtEl>
                                          <p:spTgt spid="238599"/>
                                        </p:tgtEl>
                                        <p:attrNameLst>
                                          <p:attrName>ppt_x</p:attrName>
                                        </p:attrNameLst>
                                      </p:cBhvr>
                                      <p:tavLst>
                                        <p:tav tm="0">
                                          <p:val>
                                            <p:strVal val="#ppt_x"/>
                                          </p:val>
                                        </p:tav>
                                        <p:tav tm="100000">
                                          <p:val>
                                            <p:strVal val="#ppt_x"/>
                                          </p:val>
                                        </p:tav>
                                      </p:tavLst>
                                    </p:anim>
                                    <p:anim calcmode="lin" valueType="num">
                                      <p:cBhvr additive="base">
                                        <p:cTn id="8" dur="500" fill="hold"/>
                                        <p:tgtEl>
                                          <p:spTgt spid="238599"/>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238603"/>
                                        </p:tgtEl>
                                        <p:attrNameLst>
                                          <p:attrName>style.visibility</p:attrName>
                                        </p:attrNameLst>
                                      </p:cBhvr>
                                      <p:to>
                                        <p:strVal val="visible"/>
                                      </p:to>
                                    </p:set>
                                    <p:anim calcmode="lin" valueType="num">
                                      <p:cBhvr additive="base">
                                        <p:cTn id="12" dur="500" fill="hold"/>
                                        <p:tgtEl>
                                          <p:spTgt spid="238603"/>
                                        </p:tgtEl>
                                        <p:attrNameLst>
                                          <p:attrName>ppt_x</p:attrName>
                                        </p:attrNameLst>
                                      </p:cBhvr>
                                      <p:tavLst>
                                        <p:tav tm="0">
                                          <p:val>
                                            <p:strVal val="#ppt_x"/>
                                          </p:val>
                                        </p:tav>
                                        <p:tav tm="100000">
                                          <p:val>
                                            <p:strVal val="#ppt_x"/>
                                          </p:val>
                                        </p:tav>
                                      </p:tavLst>
                                    </p:anim>
                                    <p:anim calcmode="lin" valueType="num">
                                      <p:cBhvr additive="base">
                                        <p:cTn id="13" dur="500" fill="hold"/>
                                        <p:tgtEl>
                                          <p:spTgt spid="238603"/>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238604"/>
                                        </p:tgtEl>
                                        <p:attrNameLst>
                                          <p:attrName>style.visibility</p:attrName>
                                        </p:attrNameLst>
                                      </p:cBhvr>
                                      <p:to>
                                        <p:strVal val="visible"/>
                                      </p:to>
                                    </p:set>
                                    <p:anim calcmode="lin" valueType="num">
                                      <p:cBhvr additive="base">
                                        <p:cTn id="18" dur="500" fill="hold"/>
                                        <p:tgtEl>
                                          <p:spTgt spid="238604"/>
                                        </p:tgtEl>
                                        <p:attrNameLst>
                                          <p:attrName>ppt_x</p:attrName>
                                        </p:attrNameLst>
                                      </p:cBhvr>
                                      <p:tavLst>
                                        <p:tav tm="0">
                                          <p:val>
                                            <p:strVal val="#ppt_x"/>
                                          </p:val>
                                        </p:tav>
                                        <p:tav tm="100000">
                                          <p:val>
                                            <p:strVal val="#ppt_x"/>
                                          </p:val>
                                        </p:tav>
                                      </p:tavLst>
                                    </p:anim>
                                    <p:anim calcmode="lin" valueType="num">
                                      <p:cBhvr additive="base">
                                        <p:cTn id="19" dur="500" fill="hold"/>
                                        <p:tgtEl>
                                          <p:spTgt spid="238604"/>
                                        </p:tgtEl>
                                        <p:attrNameLst>
                                          <p:attrName>ppt_y</p:attrName>
                                        </p:attrNameLst>
                                      </p:cBhvr>
                                      <p:tavLst>
                                        <p:tav tm="0">
                                          <p:val>
                                            <p:strVal val="1+#ppt_h/2"/>
                                          </p:val>
                                        </p:tav>
                                        <p:tav tm="100000">
                                          <p:val>
                                            <p:strVal val="#ppt_y"/>
                                          </p:val>
                                        </p:tav>
                                      </p:tavLst>
                                    </p:anim>
                                  </p:childTnLst>
                                </p:cTn>
                              </p:par>
                            </p:childTnLst>
                          </p:cTn>
                        </p:par>
                        <p:par>
                          <p:cTn id="20" fill="hold" nodeType="afterGroup">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238600"/>
                                        </p:tgtEl>
                                        <p:attrNameLst>
                                          <p:attrName>style.visibility</p:attrName>
                                        </p:attrNameLst>
                                      </p:cBhvr>
                                      <p:to>
                                        <p:strVal val="visible"/>
                                      </p:to>
                                    </p:set>
                                    <p:anim calcmode="lin" valueType="num">
                                      <p:cBhvr additive="base">
                                        <p:cTn id="23" dur="500" fill="hold"/>
                                        <p:tgtEl>
                                          <p:spTgt spid="238600"/>
                                        </p:tgtEl>
                                        <p:attrNameLst>
                                          <p:attrName>ppt_x</p:attrName>
                                        </p:attrNameLst>
                                      </p:cBhvr>
                                      <p:tavLst>
                                        <p:tav tm="0">
                                          <p:val>
                                            <p:strVal val="#ppt_x"/>
                                          </p:val>
                                        </p:tav>
                                        <p:tav tm="100000">
                                          <p:val>
                                            <p:strVal val="#ppt_x"/>
                                          </p:val>
                                        </p:tav>
                                      </p:tavLst>
                                    </p:anim>
                                    <p:anim calcmode="lin" valueType="num">
                                      <p:cBhvr additive="base">
                                        <p:cTn id="24" dur="500" fill="hold"/>
                                        <p:tgtEl>
                                          <p:spTgt spid="2386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9" grpId="0" autoUpdateAnimBg="0"/>
      <p:bldP spid="23860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D1CD57FE-4C95-CF16-4E7D-EA1AA2DD9996}"/>
              </a:ext>
            </a:extLst>
          </p:cNvPr>
          <p:cNvSpPr>
            <a:spLocks noGrp="1" noChangeArrowheads="1"/>
          </p:cNvSpPr>
          <p:nvPr>
            <p:ph type="title"/>
          </p:nvPr>
        </p:nvSpPr>
        <p:spPr>
          <a:xfrm>
            <a:off x="1739900" y="200025"/>
            <a:ext cx="10201275" cy="1000125"/>
          </a:xfrm>
        </p:spPr>
        <p:txBody>
          <a:bodyPr/>
          <a:lstStyle/>
          <a:p>
            <a:pPr algn="ctr"/>
            <a:r>
              <a:rPr lang="en-US" altLang="en-US" b="1" dirty="0"/>
              <a:t>Generic </a:t>
            </a:r>
            <a:r>
              <a:rPr lang="en-US" altLang="en-US" b="1" dirty="0" err="1"/>
              <a:t>ArrayList</a:t>
            </a:r>
            <a:r>
              <a:rPr lang="en-US" altLang="en-US" b="1" dirty="0"/>
              <a:t> in JDK 1.5</a:t>
            </a:r>
          </a:p>
        </p:txBody>
      </p:sp>
      <p:sp>
        <p:nvSpPr>
          <p:cNvPr id="17412" name="Rectangle 8">
            <a:extLst>
              <a:ext uri="{FF2B5EF4-FFF2-40B4-BE49-F238E27FC236}">
                <a16:creationId xmlns:a16="http://schemas.microsoft.com/office/drawing/2014/main" id="{5EB3E291-B867-7149-5850-1B5272086659}"/>
              </a:ext>
            </a:extLst>
          </p:cNvPr>
          <p:cNvSpPr>
            <a:spLocks noChangeArrowheads="1"/>
          </p:cNvSpPr>
          <p:nvPr/>
        </p:nvSpPr>
        <p:spPr bwMode="auto">
          <a:xfrm>
            <a:off x="2339975" y="2735759"/>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17413" name="Rectangle 10">
            <a:extLst>
              <a:ext uri="{FF2B5EF4-FFF2-40B4-BE49-F238E27FC236}">
                <a16:creationId xmlns:a16="http://schemas.microsoft.com/office/drawing/2014/main" id="{21355FE9-20D7-AC9E-9AC3-C0733A2B3B2C}"/>
              </a:ext>
            </a:extLst>
          </p:cNvPr>
          <p:cNvSpPr>
            <a:spLocks noChangeArrowheads="1"/>
          </p:cNvSpPr>
          <p:nvPr/>
        </p:nvSpPr>
        <p:spPr bwMode="auto">
          <a:xfrm>
            <a:off x="3240087" y="3181648"/>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17414" name="Rectangle 12">
            <a:extLst>
              <a:ext uri="{FF2B5EF4-FFF2-40B4-BE49-F238E27FC236}">
                <a16:creationId xmlns:a16="http://schemas.microsoft.com/office/drawing/2014/main" id="{90F74350-5221-E587-6C28-7F19EDEB5FB5}"/>
              </a:ext>
            </a:extLst>
          </p:cNvPr>
          <p:cNvSpPr>
            <a:spLocks noChangeArrowheads="1"/>
          </p:cNvSpPr>
          <p:nvPr/>
        </p:nvSpPr>
        <p:spPr bwMode="auto">
          <a:xfrm>
            <a:off x="839788" y="2557649"/>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17415" name="Picture 8">
            <a:extLst>
              <a:ext uri="{FF2B5EF4-FFF2-40B4-BE49-F238E27FC236}">
                <a16:creationId xmlns:a16="http://schemas.microsoft.com/office/drawing/2014/main" id="{0999BF82-23E0-8735-23CE-2988E7BB1E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837" y="1500187"/>
            <a:ext cx="11261825" cy="5600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9EBAEC6D-6F5F-4E34-0C67-13C5BD37D9EC}"/>
              </a:ext>
            </a:extLst>
          </p:cNvPr>
          <p:cNvSpPr>
            <a:spLocks noGrp="1" noChangeArrowheads="1"/>
          </p:cNvSpPr>
          <p:nvPr>
            <p:ph type="title"/>
          </p:nvPr>
        </p:nvSpPr>
        <p:spPr>
          <a:xfrm>
            <a:off x="1739900" y="400049"/>
            <a:ext cx="10201275" cy="1100138"/>
          </a:xfrm>
        </p:spPr>
        <p:txBody>
          <a:bodyPr/>
          <a:lstStyle/>
          <a:p>
            <a:pPr algn="ctr"/>
            <a:r>
              <a:rPr lang="en-US" altLang="en-US" b="1" dirty="0"/>
              <a:t>No Casting Needed</a:t>
            </a:r>
          </a:p>
        </p:txBody>
      </p:sp>
      <p:sp>
        <p:nvSpPr>
          <p:cNvPr id="19460" name="Rectangle 3">
            <a:extLst>
              <a:ext uri="{FF2B5EF4-FFF2-40B4-BE49-F238E27FC236}">
                <a16:creationId xmlns:a16="http://schemas.microsoft.com/office/drawing/2014/main" id="{29B86744-8683-FD25-EA55-55CAD239D78A}"/>
              </a:ext>
            </a:extLst>
          </p:cNvPr>
          <p:cNvSpPr>
            <a:spLocks noGrp="1" noChangeArrowheads="1"/>
          </p:cNvSpPr>
          <p:nvPr>
            <p:ph type="body" idx="1"/>
          </p:nvPr>
        </p:nvSpPr>
        <p:spPr>
          <a:xfrm>
            <a:off x="1139825" y="1800225"/>
            <a:ext cx="11001375" cy="2800350"/>
          </a:xfrm>
        </p:spPr>
        <p:txBody>
          <a:bodyPr/>
          <a:lstStyle/>
          <a:p>
            <a:pPr>
              <a:lnSpc>
                <a:spcPct val="90000"/>
              </a:lnSpc>
              <a:buFont typeface="Monotype Sorts"/>
              <a:buNone/>
            </a:pPr>
            <a:r>
              <a:rPr lang="en-US" altLang="en-US" sz="3150">
                <a:solidFill>
                  <a:schemeClr val="tx2"/>
                </a:solidFill>
              </a:rPr>
              <a:t>ArrayList&lt;Double&gt; list = new ArrayList&lt;&gt;();</a:t>
            </a:r>
          </a:p>
          <a:p>
            <a:pPr>
              <a:lnSpc>
                <a:spcPct val="90000"/>
              </a:lnSpc>
              <a:buFont typeface="Monotype Sorts"/>
              <a:buNone/>
            </a:pPr>
            <a:r>
              <a:rPr lang="en-US" altLang="en-US" sz="3150">
                <a:solidFill>
                  <a:schemeClr val="tx2"/>
                </a:solidFill>
              </a:rPr>
              <a:t>list.add(5.5); // 5.5 is automatically converted to new Double(5.5)</a:t>
            </a:r>
          </a:p>
          <a:p>
            <a:pPr>
              <a:lnSpc>
                <a:spcPct val="90000"/>
              </a:lnSpc>
              <a:buFont typeface="Monotype Sorts"/>
              <a:buNone/>
            </a:pPr>
            <a:r>
              <a:rPr lang="en-US" altLang="en-US" sz="3150">
                <a:solidFill>
                  <a:schemeClr val="tx2"/>
                </a:solidFill>
              </a:rPr>
              <a:t>list.add(3.0); // 3.0 is automatically converted to new Double(3.0)</a:t>
            </a:r>
          </a:p>
          <a:p>
            <a:pPr>
              <a:lnSpc>
                <a:spcPct val="90000"/>
              </a:lnSpc>
              <a:buFont typeface="Monotype Sorts"/>
              <a:buNone/>
            </a:pPr>
            <a:r>
              <a:rPr lang="en-US" altLang="en-US" sz="3150">
                <a:solidFill>
                  <a:schemeClr val="tx2"/>
                </a:solidFill>
              </a:rPr>
              <a:t>Double doubleObject = list.get(0); // No casting is needed</a:t>
            </a:r>
          </a:p>
          <a:p>
            <a:pPr>
              <a:lnSpc>
                <a:spcPct val="90000"/>
              </a:lnSpc>
              <a:buFont typeface="Monotype Sorts"/>
              <a:buNone/>
            </a:pPr>
            <a:r>
              <a:rPr lang="en-US" altLang="en-US" sz="3150">
                <a:solidFill>
                  <a:schemeClr val="tx2"/>
                </a:solidFill>
              </a:rPr>
              <a:t>double d = list.get(1); // Automatically converted to double</a:t>
            </a:r>
          </a:p>
        </p:txBody>
      </p:sp>
      <p:sp>
        <p:nvSpPr>
          <p:cNvPr id="19461" name="Rectangle 5">
            <a:extLst>
              <a:ext uri="{FF2B5EF4-FFF2-40B4-BE49-F238E27FC236}">
                <a16:creationId xmlns:a16="http://schemas.microsoft.com/office/drawing/2014/main" id="{0B7E1BE4-8B15-0768-9C68-6B8D4880022C}"/>
              </a:ext>
            </a:extLst>
          </p:cNvPr>
          <p:cNvSpPr>
            <a:spLocks noChangeArrowheads="1"/>
          </p:cNvSpPr>
          <p:nvPr/>
        </p:nvSpPr>
        <p:spPr bwMode="auto">
          <a:xfrm>
            <a:off x="2740024" y="5900737"/>
            <a:ext cx="9701213" cy="250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endParaRPr lang="en-US" altLang="en-US" sz="3675"/>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591E08DE-D0F8-9347-DD13-84187F2B77A3}"/>
              </a:ext>
            </a:extLst>
          </p:cNvPr>
          <p:cNvSpPr>
            <a:spLocks noGrp="1" noChangeArrowheads="1"/>
          </p:cNvSpPr>
          <p:nvPr>
            <p:ph type="title"/>
          </p:nvPr>
        </p:nvSpPr>
        <p:spPr>
          <a:xfrm>
            <a:off x="796922" y="300037"/>
            <a:ext cx="12204701" cy="900113"/>
          </a:xfrm>
        </p:spPr>
        <p:txBody>
          <a:bodyPr/>
          <a:lstStyle/>
          <a:p>
            <a:r>
              <a:rPr lang="en-US" altLang="en-US" sz="4600" b="1" dirty="0"/>
              <a:t>Declaring Generic Classes and Interfaces </a:t>
            </a:r>
          </a:p>
        </p:txBody>
      </p:sp>
      <p:sp>
        <p:nvSpPr>
          <p:cNvPr id="21508" name="Rectangle 7">
            <a:extLst>
              <a:ext uri="{FF2B5EF4-FFF2-40B4-BE49-F238E27FC236}">
                <a16:creationId xmlns:a16="http://schemas.microsoft.com/office/drawing/2014/main" id="{AAF87051-2402-1C70-0EDA-6A0F46925295}"/>
              </a:ext>
            </a:extLst>
          </p:cNvPr>
          <p:cNvSpPr>
            <a:spLocks noChangeArrowheads="1"/>
          </p:cNvSpPr>
          <p:nvPr/>
        </p:nvSpPr>
        <p:spPr bwMode="auto">
          <a:xfrm>
            <a:off x="839788" y="2961867"/>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21509" name="Rectangle 11">
            <a:extLst>
              <a:ext uri="{FF2B5EF4-FFF2-40B4-BE49-F238E27FC236}">
                <a16:creationId xmlns:a16="http://schemas.microsoft.com/office/drawing/2014/main" id="{D9523875-2F08-1C3F-17CF-75A531DD76C1}"/>
              </a:ext>
            </a:extLst>
          </p:cNvPr>
          <p:cNvSpPr>
            <a:spLocks noChangeArrowheads="1"/>
          </p:cNvSpPr>
          <p:nvPr/>
        </p:nvSpPr>
        <p:spPr bwMode="auto">
          <a:xfrm>
            <a:off x="839788" y="3268156"/>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21510" name="Picture 9">
            <a:extLst>
              <a:ext uri="{FF2B5EF4-FFF2-40B4-BE49-F238E27FC236}">
                <a16:creationId xmlns:a16="http://schemas.microsoft.com/office/drawing/2014/main" id="{D63F13DD-B7EB-1E47-AB11-0DEEF5A6BA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812" y="2200274"/>
            <a:ext cx="11459766" cy="3900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1511" name="Rectangle 8">
            <a:hlinkClick r:id="rId4"/>
            <a:extLst>
              <a:ext uri="{FF2B5EF4-FFF2-40B4-BE49-F238E27FC236}">
                <a16:creationId xmlns:a16="http://schemas.microsoft.com/office/drawing/2014/main" id="{5673B971-6C3E-F2D9-F58B-C3F98B0D9E48}"/>
              </a:ext>
            </a:extLst>
          </p:cNvPr>
          <p:cNvSpPr>
            <a:spLocks noChangeArrowheads="1"/>
          </p:cNvSpPr>
          <p:nvPr/>
        </p:nvSpPr>
        <p:spPr bwMode="auto">
          <a:xfrm>
            <a:off x="1827410" y="6782098"/>
            <a:ext cx="3300413"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GenericStack</a:t>
            </a: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C722C974-BB82-DD9C-6CCD-B4423C80ABAC}"/>
              </a:ext>
            </a:extLst>
          </p:cNvPr>
          <p:cNvSpPr>
            <a:spLocks noGrp="1" noChangeArrowheads="1"/>
          </p:cNvSpPr>
          <p:nvPr>
            <p:ph type="title"/>
          </p:nvPr>
        </p:nvSpPr>
        <p:spPr>
          <a:xfrm>
            <a:off x="1739900" y="300037"/>
            <a:ext cx="10201275" cy="900113"/>
          </a:xfrm>
        </p:spPr>
        <p:txBody>
          <a:bodyPr/>
          <a:lstStyle/>
          <a:p>
            <a:pPr algn="ctr"/>
            <a:r>
              <a:rPr lang="en-US" altLang="en-US" b="1" dirty="0"/>
              <a:t>Generic Methods</a:t>
            </a:r>
          </a:p>
        </p:txBody>
      </p:sp>
      <p:sp>
        <p:nvSpPr>
          <p:cNvPr id="23556" name="Rectangle 4">
            <a:extLst>
              <a:ext uri="{FF2B5EF4-FFF2-40B4-BE49-F238E27FC236}">
                <a16:creationId xmlns:a16="http://schemas.microsoft.com/office/drawing/2014/main" id="{0B0F1D97-AFD4-24B6-3F78-B36D27B93453}"/>
              </a:ext>
            </a:extLst>
          </p:cNvPr>
          <p:cNvSpPr>
            <a:spLocks noChangeArrowheads="1"/>
          </p:cNvSpPr>
          <p:nvPr/>
        </p:nvSpPr>
        <p:spPr bwMode="auto">
          <a:xfrm>
            <a:off x="1339849" y="1400175"/>
            <a:ext cx="11101388"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150">
                <a:solidFill>
                  <a:schemeClr val="tx2"/>
                </a:solidFill>
              </a:rPr>
              <a:t> public static &lt;E&gt; void print(E[] list) {</a:t>
            </a:r>
          </a:p>
          <a:p>
            <a:pPr>
              <a:buFont typeface="Monotype Sorts"/>
              <a:buNone/>
            </a:pPr>
            <a:r>
              <a:rPr lang="en-US" altLang="en-US" sz="3150">
                <a:solidFill>
                  <a:schemeClr val="tx2"/>
                </a:solidFill>
              </a:rPr>
              <a:t>    for (int i = 0; i &lt; list.length; i++) </a:t>
            </a:r>
          </a:p>
          <a:p>
            <a:pPr>
              <a:buFont typeface="Monotype Sorts"/>
              <a:buNone/>
            </a:pPr>
            <a:r>
              <a:rPr lang="en-US" altLang="en-US" sz="3150">
                <a:solidFill>
                  <a:schemeClr val="tx2"/>
                </a:solidFill>
              </a:rPr>
              <a:t>      System.out.print(list[i] + " ");</a:t>
            </a:r>
          </a:p>
          <a:p>
            <a:pPr>
              <a:buFont typeface="Monotype Sorts"/>
              <a:buNone/>
            </a:pPr>
            <a:r>
              <a:rPr lang="en-US" altLang="en-US" sz="3150">
                <a:solidFill>
                  <a:schemeClr val="tx2"/>
                </a:solidFill>
              </a:rPr>
              <a:t>    System.out.println();</a:t>
            </a:r>
          </a:p>
          <a:p>
            <a:pPr>
              <a:buFont typeface="Monotype Sorts"/>
              <a:buNone/>
            </a:pPr>
            <a:r>
              <a:rPr lang="en-US" altLang="en-US" sz="3150">
                <a:solidFill>
                  <a:schemeClr val="tx2"/>
                </a:solidFill>
              </a:rPr>
              <a:t>  }</a:t>
            </a:r>
          </a:p>
        </p:txBody>
      </p:sp>
      <p:sp>
        <p:nvSpPr>
          <p:cNvPr id="23557" name="Rectangle 6">
            <a:extLst>
              <a:ext uri="{FF2B5EF4-FFF2-40B4-BE49-F238E27FC236}">
                <a16:creationId xmlns:a16="http://schemas.microsoft.com/office/drawing/2014/main" id="{C644CFF6-4B6C-6CE6-A1BF-B57E600EF7C7}"/>
              </a:ext>
            </a:extLst>
          </p:cNvPr>
          <p:cNvSpPr>
            <a:spLocks noChangeArrowheads="1"/>
          </p:cNvSpPr>
          <p:nvPr/>
        </p:nvSpPr>
        <p:spPr bwMode="auto">
          <a:xfrm>
            <a:off x="1339849" y="5200649"/>
            <a:ext cx="11101388" cy="290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150">
                <a:solidFill>
                  <a:schemeClr val="tx2"/>
                </a:solidFill>
              </a:rPr>
              <a:t> public static void print(Object[] list) {</a:t>
            </a:r>
          </a:p>
          <a:p>
            <a:pPr>
              <a:buFont typeface="Monotype Sorts"/>
              <a:buNone/>
            </a:pPr>
            <a:r>
              <a:rPr lang="en-US" altLang="en-US" sz="3150">
                <a:solidFill>
                  <a:schemeClr val="tx2"/>
                </a:solidFill>
              </a:rPr>
              <a:t>    for (int i = 0; i &lt; list.length; i++) </a:t>
            </a:r>
          </a:p>
          <a:p>
            <a:pPr>
              <a:buFont typeface="Monotype Sorts"/>
              <a:buNone/>
            </a:pPr>
            <a:r>
              <a:rPr lang="en-US" altLang="en-US" sz="3150">
                <a:solidFill>
                  <a:schemeClr val="tx2"/>
                </a:solidFill>
              </a:rPr>
              <a:t>      System.out.print(list[i] + " ");</a:t>
            </a:r>
          </a:p>
          <a:p>
            <a:pPr>
              <a:buFont typeface="Monotype Sorts"/>
              <a:buNone/>
            </a:pPr>
            <a:r>
              <a:rPr lang="en-US" altLang="en-US" sz="3150">
                <a:solidFill>
                  <a:schemeClr val="tx2"/>
                </a:solidFill>
              </a:rPr>
              <a:t>    System.out.println();</a:t>
            </a:r>
          </a:p>
          <a:p>
            <a:pPr>
              <a:buFont typeface="Monotype Sorts"/>
              <a:buNone/>
            </a:pPr>
            <a:r>
              <a:rPr lang="en-US" altLang="en-US" sz="3150">
                <a:solidFill>
                  <a:schemeClr val="tx2"/>
                </a:solidFill>
              </a:rPr>
              <a:t>  }</a:t>
            </a:r>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A2037F49-FAF7-C541-0D1A-8ECCBB4D220E}"/>
              </a:ext>
            </a:extLst>
          </p:cNvPr>
          <p:cNvSpPr>
            <a:spLocks noGrp="1" noChangeArrowheads="1"/>
          </p:cNvSpPr>
          <p:nvPr>
            <p:ph type="title"/>
          </p:nvPr>
        </p:nvSpPr>
        <p:spPr>
          <a:xfrm>
            <a:off x="1739900" y="300037"/>
            <a:ext cx="10201275" cy="900113"/>
          </a:xfrm>
        </p:spPr>
        <p:txBody>
          <a:bodyPr/>
          <a:lstStyle/>
          <a:p>
            <a:pPr algn="ctr"/>
            <a:r>
              <a:rPr lang="en-US" altLang="en-US" b="1" dirty="0"/>
              <a:t>Bounded Generic Type</a:t>
            </a:r>
          </a:p>
        </p:txBody>
      </p:sp>
      <p:sp>
        <p:nvSpPr>
          <p:cNvPr id="25604" name="Rectangle 4">
            <a:extLst>
              <a:ext uri="{FF2B5EF4-FFF2-40B4-BE49-F238E27FC236}">
                <a16:creationId xmlns:a16="http://schemas.microsoft.com/office/drawing/2014/main" id="{5DE09661-4001-633F-D3B7-3806709E1D35}"/>
              </a:ext>
            </a:extLst>
          </p:cNvPr>
          <p:cNvSpPr>
            <a:spLocks noChangeArrowheads="1"/>
          </p:cNvSpPr>
          <p:nvPr/>
        </p:nvSpPr>
        <p:spPr bwMode="auto">
          <a:xfrm>
            <a:off x="1139825" y="1500187"/>
            <a:ext cx="114014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848" tIns="60425" rIns="120848" bIns="60425"/>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888">
                <a:solidFill>
                  <a:schemeClr val="tx2"/>
                </a:solidFill>
              </a:rPr>
              <a:t>public static void main(String[] args ) {</a:t>
            </a:r>
          </a:p>
          <a:p>
            <a:pPr>
              <a:buFont typeface="Monotype Sorts"/>
              <a:buNone/>
            </a:pPr>
            <a:r>
              <a:rPr lang="en-US" altLang="en-US" sz="2888">
                <a:solidFill>
                  <a:schemeClr val="tx2"/>
                </a:solidFill>
              </a:rPr>
              <a:t>    Rectangle rectangle = new Rectangle(2, 2);</a:t>
            </a:r>
          </a:p>
          <a:p>
            <a:pPr>
              <a:buFont typeface="Monotype Sorts"/>
              <a:buNone/>
            </a:pPr>
            <a:r>
              <a:rPr lang="en-US" altLang="en-US" sz="2888">
                <a:solidFill>
                  <a:schemeClr val="tx2"/>
                </a:solidFill>
              </a:rPr>
              <a:t>    Circle circle = new Circle (2);</a:t>
            </a:r>
          </a:p>
          <a:p>
            <a:pPr>
              <a:buFont typeface="Monotype Sorts"/>
              <a:buNone/>
            </a:pPr>
            <a:r>
              <a:rPr lang="en-US" altLang="en-US" sz="2888">
                <a:solidFill>
                  <a:schemeClr val="tx2"/>
                </a:solidFill>
              </a:rPr>
              <a:t>    System.out.println("Same area? " + equalArea(rectangle, circle));</a:t>
            </a:r>
          </a:p>
          <a:p>
            <a:pPr>
              <a:buFont typeface="Monotype Sorts"/>
              <a:buNone/>
            </a:pPr>
            <a:r>
              <a:rPr lang="en-US" altLang="en-US" sz="2888">
                <a:solidFill>
                  <a:schemeClr val="tx2"/>
                </a:solidFill>
              </a:rPr>
              <a:t>}</a:t>
            </a:r>
          </a:p>
          <a:p>
            <a:pPr>
              <a:buFont typeface="Monotype Sorts"/>
              <a:buNone/>
            </a:pPr>
            <a:endParaRPr lang="en-US" altLang="en-US" sz="2888">
              <a:solidFill>
                <a:schemeClr val="tx2"/>
              </a:solidFill>
            </a:endParaRPr>
          </a:p>
          <a:p>
            <a:pPr>
              <a:buFont typeface="Monotype Sorts"/>
              <a:buNone/>
            </a:pPr>
            <a:r>
              <a:rPr lang="en-US" altLang="en-US" sz="2888">
                <a:solidFill>
                  <a:schemeClr val="tx2"/>
                </a:solidFill>
              </a:rPr>
              <a:t>public static &lt;E extends GeometricObject&gt; boolean     </a:t>
            </a:r>
          </a:p>
          <a:p>
            <a:pPr>
              <a:buFont typeface="Monotype Sorts"/>
              <a:buNone/>
            </a:pPr>
            <a:r>
              <a:rPr lang="en-US" altLang="en-US" sz="2888">
                <a:solidFill>
                  <a:schemeClr val="tx2"/>
                </a:solidFill>
              </a:rPr>
              <a:t>       equalArea(E object1, E object2) {</a:t>
            </a:r>
          </a:p>
          <a:p>
            <a:pPr>
              <a:buFont typeface="Monotype Sorts"/>
              <a:buNone/>
            </a:pPr>
            <a:r>
              <a:rPr lang="en-US" altLang="en-US" sz="2888">
                <a:solidFill>
                  <a:schemeClr val="tx2"/>
                </a:solidFill>
              </a:rPr>
              <a:t>    return object1.getArea() == object2.getArea();</a:t>
            </a:r>
          </a:p>
          <a:p>
            <a:pPr>
              <a:buFont typeface="Monotype Sorts"/>
              <a:buNone/>
            </a:pPr>
            <a:r>
              <a:rPr lang="en-US" altLang="en-US" sz="2888">
                <a:solidFill>
                  <a:schemeClr val="tx2"/>
                </a:solidFill>
              </a:rPr>
              <a:t>}</a:t>
            </a: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491CA5AF-A477-0EF1-6FDE-43FE011CA016}"/>
              </a:ext>
            </a:extLst>
          </p:cNvPr>
          <p:cNvSpPr>
            <a:spLocks noGrp="1" noChangeArrowheads="1"/>
          </p:cNvSpPr>
          <p:nvPr>
            <p:ph type="title"/>
          </p:nvPr>
        </p:nvSpPr>
        <p:spPr>
          <a:xfrm>
            <a:off x="728664" y="300037"/>
            <a:ext cx="12515850" cy="900113"/>
          </a:xfrm>
        </p:spPr>
        <p:txBody>
          <a:bodyPr/>
          <a:lstStyle/>
          <a:p>
            <a:pPr algn="ctr"/>
            <a:r>
              <a:rPr lang="en-US" altLang="en-US" sz="4800" b="1" dirty="0"/>
              <a:t>Raw Type and Backward Compatibility </a:t>
            </a:r>
          </a:p>
        </p:txBody>
      </p:sp>
      <p:sp>
        <p:nvSpPr>
          <p:cNvPr id="27652" name="Rectangle 9">
            <a:extLst>
              <a:ext uri="{FF2B5EF4-FFF2-40B4-BE49-F238E27FC236}">
                <a16:creationId xmlns:a16="http://schemas.microsoft.com/office/drawing/2014/main" id="{DE4E8FF3-7E83-1FC3-ECEA-D9A1DA65A9A3}"/>
              </a:ext>
            </a:extLst>
          </p:cNvPr>
          <p:cNvSpPr>
            <a:spLocks noGrp="1" noChangeArrowheads="1"/>
          </p:cNvSpPr>
          <p:nvPr>
            <p:ph type="body" idx="1"/>
          </p:nvPr>
        </p:nvSpPr>
        <p:spPr>
          <a:xfrm>
            <a:off x="1139825" y="1800224"/>
            <a:ext cx="11401425" cy="1500188"/>
          </a:xfrm>
        </p:spPr>
        <p:txBody>
          <a:bodyPr/>
          <a:lstStyle/>
          <a:p>
            <a:pPr marL="800100" indent="-800100">
              <a:lnSpc>
                <a:spcPct val="90000"/>
              </a:lnSpc>
              <a:buNone/>
            </a:pPr>
            <a:r>
              <a:rPr lang="en-US" altLang="en-US"/>
              <a:t>// raw type</a:t>
            </a:r>
          </a:p>
          <a:p>
            <a:pPr marL="800100" indent="-800100">
              <a:lnSpc>
                <a:spcPct val="90000"/>
              </a:lnSpc>
              <a:buNone/>
            </a:pPr>
            <a:r>
              <a:rPr lang="en-US" altLang="en-US"/>
              <a:t>ArrayList list = new ArrayList();</a:t>
            </a:r>
            <a:r>
              <a:rPr lang="en-US" altLang="en-US" u="sng"/>
              <a:t> </a:t>
            </a:r>
          </a:p>
        </p:txBody>
      </p:sp>
      <p:sp>
        <p:nvSpPr>
          <p:cNvPr id="27653" name="Rectangle 12">
            <a:extLst>
              <a:ext uri="{FF2B5EF4-FFF2-40B4-BE49-F238E27FC236}">
                <a16:creationId xmlns:a16="http://schemas.microsoft.com/office/drawing/2014/main" id="{4888555B-5959-1947-0FB2-0E77AC3C3B96}"/>
              </a:ext>
            </a:extLst>
          </p:cNvPr>
          <p:cNvSpPr>
            <a:spLocks noChangeArrowheads="1"/>
          </p:cNvSpPr>
          <p:nvPr/>
        </p:nvSpPr>
        <p:spPr bwMode="auto">
          <a:xfrm>
            <a:off x="1139825" y="3900487"/>
            <a:ext cx="11401425" cy="150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3413"/>
              <a:t>This is </a:t>
            </a:r>
            <a:r>
              <a:rPr lang="en-US" altLang="en-US" sz="3413" i="1"/>
              <a:t>roughly</a:t>
            </a:r>
            <a:r>
              <a:rPr lang="en-US" altLang="en-US" sz="3413"/>
              <a:t> equivalent to </a:t>
            </a:r>
          </a:p>
          <a:p>
            <a:pPr>
              <a:lnSpc>
                <a:spcPct val="90000"/>
              </a:lnSpc>
              <a:buFont typeface="Monotype Sorts"/>
              <a:buNone/>
            </a:pPr>
            <a:r>
              <a:rPr lang="en-US" altLang="en-US" sz="3413"/>
              <a:t>ArrayList&lt;Object&gt; list = new ArrayList&lt;Object&gt;(); </a:t>
            </a: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9E3667AE-7257-B702-E6EF-810DD2B1DBC5}"/>
              </a:ext>
            </a:extLst>
          </p:cNvPr>
          <p:cNvSpPr>
            <a:spLocks noGrp="1" noChangeArrowheads="1"/>
          </p:cNvSpPr>
          <p:nvPr>
            <p:ph type="title"/>
          </p:nvPr>
        </p:nvSpPr>
        <p:spPr>
          <a:xfrm>
            <a:off x="1739900" y="300037"/>
            <a:ext cx="10201275" cy="900113"/>
          </a:xfrm>
        </p:spPr>
        <p:txBody>
          <a:bodyPr/>
          <a:lstStyle/>
          <a:p>
            <a:pPr algn="ctr"/>
            <a:r>
              <a:rPr lang="en-US" altLang="en-US" b="1" dirty="0"/>
              <a:t>Raw Type is Unsafe </a:t>
            </a:r>
          </a:p>
        </p:txBody>
      </p:sp>
      <p:sp>
        <p:nvSpPr>
          <p:cNvPr id="29700" name="Rectangle 3">
            <a:extLst>
              <a:ext uri="{FF2B5EF4-FFF2-40B4-BE49-F238E27FC236}">
                <a16:creationId xmlns:a16="http://schemas.microsoft.com/office/drawing/2014/main" id="{E7D5038F-3C6D-6D73-CA2B-E25D82B1F160}"/>
              </a:ext>
            </a:extLst>
          </p:cNvPr>
          <p:cNvSpPr>
            <a:spLocks noGrp="1" noChangeArrowheads="1"/>
          </p:cNvSpPr>
          <p:nvPr>
            <p:ph type="body" idx="1"/>
          </p:nvPr>
        </p:nvSpPr>
        <p:spPr>
          <a:xfrm>
            <a:off x="1139825" y="7300912"/>
            <a:ext cx="11401425" cy="700088"/>
          </a:xfrm>
        </p:spPr>
        <p:txBody>
          <a:bodyPr/>
          <a:lstStyle/>
          <a:p>
            <a:pPr marL="800100" indent="-800100">
              <a:buNone/>
            </a:pPr>
            <a:r>
              <a:rPr lang="en-US" altLang="en-US" sz="3675"/>
              <a:t>Max.max("Welcome", 23); </a:t>
            </a:r>
          </a:p>
        </p:txBody>
      </p:sp>
      <p:sp>
        <p:nvSpPr>
          <p:cNvPr id="29701" name="Rectangle 4">
            <a:extLst>
              <a:ext uri="{FF2B5EF4-FFF2-40B4-BE49-F238E27FC236}">
                <a16:creationId xmlns:a16="http://schemas.microsoft.com/office/drawing/2014/main" id="{E17EC65A-801D-ADB7-7C2F-A25297EE2B43}"/>
              </a:ext>
            </a:extLst>
          </p:cNvPr>
          <p:cNvSpPr>
            <a:spLocks noChangeArrowheads="1"/>
          </p:cNvSpPr>
          <p:nvPr/>
        </p:nvSpPr>
        <p:spPr bwMode="auto">
          <a:xfrm>
            <a:off x="1139825" y="1400174"/>
            <a:ext cx="10001250" cy="51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848" tIns="60425" rIns="120848" bIns="60425"/>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625">
                <a:solidFill>
                  <a:schemeClr val="tx2"/>
                </a:solidFill>
              </a:rPr>
              <a:t>// Max.java: Find a maximum object</a:t>
            </a:r>
          </a:p>
          <a:p>
            <a:pPr>
              <a:buFont typeface="Monotype Sorts"/>
              <a:buNone/>
            </a:pPr>
            <a:r>
              <a:rPr lang="en-US" altLang="en-US" sz="2625">
                <a:solidFill>
                  <a:schemeClr val="tx2"/>
                </a:solidFill>
              </a:rPr>
              <a:t>public class Max {</a:t>
            </a:r>
          </a:p>
          <a:p>
            <a:pPr>
              <a:buFont typeface="Monotype Sorts"/>
              <a:buNone/>
            </a:pPr>
            <a:r>
              <a:rPr lang="en-US" altLang="en-US" sz="2625">
                <a:solidFill>
                  <a:schemeClr val="tx2"/>
                </a:solidFill>
              </a:rPr>
              <a:t>  /** Return the maximum between two objects */</a:t>
            </a:r>
          </a:p>
          <a:p>
            <a:pPr>
              <a:buFont typeface="Monotype Sorts"/>
              <a:buNone/>
            </a:pPr>
            <a:r>
              <a:rPr lang="en-US" altLang="en-US" sz="2625">
                <a:solidFill>
                  <a:schemeClr val="tx2"/>
                </a:solidFill>
              </a:rPr>
              <a:t>  public static Comparable max(Comparable o1, Comparable o2) {   </a:t>
            </a:r>
          </a:p>
          <a:p>
            <a:pPr>
              <a:buFont typeface="Monotype Sorts"/>
              <a:buNone/>
            </a:pPr>
            <a:r>
              <a:rPr lang="en-US" altLang="en-US" sz="2625">
                <a:solidFill>
                  <a:schemeClr val="tx2"/>
                </a:solidFill>
              </a:rPr>
              <a:t>    if (o1.compareTo(o2) &gt; 0)</a:t>
            </a:r>
          </a:p>
          <a:p>
            <a:pPr>
              <a:buFont typeface="Monotype Sorts"/>
              <a:buNone/>
            </a:pPr>
            <a:r>
              <a:rPr lang="en-US" altLang="en-US" sz="2625">
                <a:solidFill>
                  <a:schemeClr val="tx2"/>
                </a:solidFill>
              </a:rPr>
              <a:t>      return o1;</a:t>
            </a:r>
          </a:p>
          <a:p>
            <a:pPr>
              <a:buFont typeface="Monotype Sorts"/>
              <a:buNone/>
            </a:pPr>
            <a:r>
              <a:rPr lang="en-US" altLang="en-US" sz="2625">
                <a:solidFill>
                  <a:schemeClr val="tx2"/>
                </a:solidFill>
              </a:rPr>
              <a:t>    else</a:t>
            </a:r>
          </a:p>
          <a:p>
            <a:pPr>
              <a:buFont typeface="Monotype Sorts"/>
              <a:buNone/>
            </a:pPr>
            <a:r>
              <a:rPr lang="en-US" altLang="en-US" sz="2625">
                <a:solidFill>
                  <a:schemeClr val="tx2"/>
                </a:solidFill>
              </a:rPr>
              <a:t>      return o2;</a:t>
            </a:r>
          </a:p>
          <a:p>
            <a:pPr>
              <a:buFont typeface="Monotype Sorts"/>
              <a:buNone/>
            </a:pPr>
            <a:r>
              <a:rPr lang="en-US" altLang="en-US" sz="2625">
                <a:solidFill>
                  <a:schemeClr val="tx2"/>
                </a:solidFill>
              </a:rPr>
              <a:t>  }</a:t>
            </a:r>
          </a:p>
          <a:p>
            <a:pPr>
              <a:buFont typeface="Monotype Sorts"/>
              <a:buNone/>
            </a:pPr>
            <a:r>
              <a:rPr lang="en-US" altLang="en-US" sz="2625">
                <a:solidFill>
                  <a:schemeClr val="tx2"/>
                </a:solidFill>
              </a:rPr>
              <a:t>}</a:t>
            </a:r>
          </a:p>
        </p:txBody>
      </p:sp>
      <p:sp>
        <p:nvSpPr>
          <p:cNvPr id="29702" name="Rectangle 5">
            <a:extLst>
              <a:ext uri="{FF2B5EF4-FFF2-40B4-BE49-F238E27FC236}">
                <a16:creationId xmlns:a16="http://schemas.microsoft.com/office/drawing/2014/main" id="{8DD47264-C212-3ED5-6921-EE50943411F7}"/>
              </a:ext>
            </a:extLst>
          </p:cNvPr>
          <p:cNvSpPr>
            <a:spLocks noChangeArrowheads="1"/>
          </p:cNvSpPr>
          <p:nvPr/>
        </p:nvSpPr>
        <p:spPr bwMode="auto">
          <a:xfrm>
            <a:off x="1139825" y="6400799"/>
            <a:ext cx="11401425" cy="70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675"/>
              <a:t>Runtime Error: </a:t>
            </a: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8DDC7718-2485-B3C7-0DAC-A200F93D0F72}"/>
              </a:ext>
            </a:extLst>
          </p:cNvPr>
          <p:cNvSpPr>
            <a:spLocks noGrp="1" noChangeArrowheads="1"/>
          </p:cNvSpPr>
          <p:nvPr>
            <p:ph type="title"/>
          </p:nvPr>
        </p:nvSpPr>
        <p:spPr>
          <a:xfrm>
            <a:off x="1739900" y="300037"/>
            <a:ext cx="10201275" cy="900113"/>
          </a:xfrm>
        </p:spPr>
        <p:txBody>
          <a:bodyPr/>
          <a:lstStyle/>
          <a:p>
            <a:pPr algn="ctr"/>
            <a:r>
              <a:rPr lang="en-US" altLang="en-US" b="1" dirty="0"/>
              <a:t>Make it Safe </a:t>
            </a:r>
          </a:p>
        </p:txBody>
      </p:sp>
      <p:sp>
        <p:nvSpPr>
          <p:cNvPr id="31748" name="Rectangle 3">
            <a:extLst>
              <a:ext uri="{FF2B5EF4-FFF2-40B4-BE49-F238E27FC236}">
                <a16:creationId xmlns:a16="http://schemas.microsoft.com/office/drawing/2014/main" id="{A4507F13-767F-6201-3119-22F1F64B921C}"/>
              </a:ext>
            </a:extLst>
          </p:cNvPr>
          <p:cNvSpPr>
            <a:spLocks noGrp="1" noChangeArrowheads="1"/>
          </p:cNvSpPr>
          <p:nvPr>
            <p:ph type="body" idx="1"/>
          </p:nvPr>
        </p:nvSpPr>
        <p:spPr>
          <a:xfrm>
            <a:off x="1139825" y="7300912"/>
            <a:ext cx="11401425" cy="700088"/>
          </a:xfrm>
        </p:spPr>
        <p:txBody>
          <a:bodyPr/>
          <a:lstStyle/>
          <a:p>
            <a:pPr marL="800100" indent="-800100">
              <a:buNone/>
            </a:pPr>
            <a:r>
              <a:rPr lang="en-US" altLang="en-US" sz="3675"/>
              <a:t>Max.max("Welcome", 23); </a:t>
            </a:r>
          </a:p>
        </p:txBody>
      </p:sp>
      <p:sp>
        <p:nvSpPr>
          <p:cNvPr id="31749" name="Rectangle 4">
            <a:extLst>
              <a:ext uri="{FF2B5EF4-FFF2-40B4-BE49-F238E27FC236}">
                <a16:creationId xmlns:a16="http://schemas.microsoft.com/office/drawing/2014/main" id="{882D5605-9E98-2AC1-9552-1940875559AA}"/>
              </a:ext>
            </a:extLst>
          </p:cNvPr>
          <p:cNvSpPr>
            <a:spLocks noChangeArrowheads="1"/>
          </p:cNvSpPr>
          <p:nvPr/>
        </p:nvSpPr>
        <p:spPr bwMode="auto">
          <a:xfrm>
            <a:off x="1139825" y="1400174"/>
            <a:ext cx="11001375" cy="570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848" tIns="60425" rIns="120848" bIns="60425"/>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150">
                <a:solidFill>
                  <a:schemeClr val="tx2"/>
                </a:solidFill>
              </a:rPr>
              <a:t>// Max1.java: Find a maximum object</a:t>
            </a:r>
          </a:p>
          <a:p>
            <a:pPr>
              <a:buFont typeface="Monotype Sorts"/>
              <a:buNone/>
            </a:pPr>
            <a:r>
              <a:rPr lang="en-US" altLang="en-US" sz="3150">
                <a:solidFill>
                  <a:schemeClr val="tx2"/>
                </a:solidFill>
              </a:rPr>
              <a:t>public class Max1 {</a:t>
            </a:r>
          </a:p>
          <a:p>
            <a:pPr>
              <a:buFont typeface="Monotype Sorts"/>
              <a:buNone/>
            </a:pPr>
            <a:r>
              <a:rPr lang="en-US" altLang="en-US" sz="3150">
                <a:solidFill>
                  <a:schemeClr val="tx2"/>
                </a:solidFill>
              </a:rPr>
              <a:t>  /** Return the maximum between two objects */</a:t>
            </a:r>
          </a:p>
          <a:p>
            <a:pPr>
              <a:buFont typeface="Monotype Sorts"/>
              <a:buNone/>
            </a:pPr>
            <a:r>
              <a:rPr lang="en-US" altLang="en-US" sz="3150">
                <a:solidFill>
                  <a:schemeClr val="tx2"/>
                </a:solidFill>
              </a:rPr>
              <a:t>  public static &lt;E extends Comparable&lt;E&gt;&gt; E max(E o1, E o2) {   </a:t>
            </a:r>
          </a:p>
          <a:p>
            <a:pPr>
              <a:buFont typeface="Monotype Sorts"/>
              <a:buNone/>
            </a:pPr>
            <a:r>
              <a:rPr lang="en-US" altLang="en-US" sz="3150">
                <a:solidFill>
                  <a:schemeClr val="tx2"/>
                </a:solidFill>
              </a:rPr>
              <a:t>    if (o1.compareTo(o2) &gt; 0)</a:t>
            </a:r>
          </a:p>
          <a:p>
            <a:pPr>
              <a:buFont typeface="Monotype Sorts"/>
              <a:buNone/>
            </a:pPr>
            <a:r>
              <a:rPr lang="en-US" altLang="en-US" sz="3150">
                <a:solidFill>
                  <a:schemeClr val="tx2"/>
                </a:solidFill>
              </a:rPr>
              <a:t>      return o1;</a:t>
            </a:r>
          </a:p>
          <a:p>
            <a:pPr>
              <a:buFont typeface="Monotype Sorts"/>
              <a:buNone/>
            </a:pPr>
            <a:r>
              <a:rPr lang="en-US" altLang="en-US" sz="3150">
                <a:solidFill>
                  <a:schemeClr val="tx2"/>
                </a:solidFill>
              </a:rPr>
              <a:t>    else</a:t>
            </a:r>
          </a:p>
          <a:p>
            <a:pPr>
              <a:buFont typeface="Monotype Sorts"/>
              <a:buNone/>
            </a:pPr>
            <a:r>
              <a:rPr lang="en-US" altLang="en-US" sz="3150">
                <a:solidFill>
                  <a:schemeClr val="tx2"/>
                </a:solidFill>
              </a:rPr>
              <a:t>      return o2;</a:t>
            </a:r>
          </a:p>
          <a:p>
            <a:pPr>
              <a:buFont typeface="Monotype Sorts"/>
              <a:buNone/>
            </a:pPr>
            <a:r>
              <a:rPr lang="en-US" altLang="en-US" sz="3150">
                <a:solidFill>
                  <a:schemeClr val="tx2"/>
                </a:solidFill>
              </a:rPr>
              <a:t>  }</a:t>
            </a:r>
          </a:p>
          <a:p>
            <a:pPr>
              <a:buFont typeface="Monotype Sorts"/>
              <a:buNone/>
            </a:pPr>
            <a:r>
              <a:rPr lang="en-US" altLang="en-US" sz="3150">
                <a:solidFill>
                  <a:schemeClr val="tx2"/>
                </a:solidFill>
              </a:rPr>
              <a:t>}</a:t>
            </a: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C088AE67-B2F0-0745-FAA8-4B9DEFED18CC}"/>
              </a:ext>
            </a:extLst>
          </p:cNvPr>
          <p:cNvSpPr>
            <a:spLocks noGrp="1" noChangeArrowheads="1"/>
          </p:cNvSpPr>
          <p:nvPr>
            <p:ph type="title"/>
          </p:nvPr>
        </p:nvSpPr>
        <p:spPr>
          <a:xfrm>
            <a:off x="1739900" y="300037"/>
            <a:ext cx="10201275" cy="900113"/>
          </a:xfrm>
        </p:spPr>
        <p:txBody>
          <a:bodyPr/>
          <a:lstStyle/>
          <a:p>
            <a:pPr algn="ctr"/>
            <a:r>
              <a:rPr lang="en-US" altLang="en-US" b="1" dirty="0"/>
              <a:t>Wildcards </a:t>
            </a:r>
          </a:p>
        </p:txBody>
      </p:sp>
      <p:sp>
        <p:nvSpPr>
          <p:cNvPr id="33796" name="Rectangle 4">
            <a:extLst>
              <a:ext uri="{FF2B5EF4-FFF2-40B4-BE49-F238E27FC236}">
                <a16:creationId xmlns:a16="http://schemas.microsoft.com/office/drawing/2014/main" id="{18EA926D-7C9C-3745-BF48-E25CA6E99939}"/>
              </a:ext>
            </a:extLst>
          </p:cNvPr>
          <p:cNvSpPr>
            <a:spLocks noGrp="1" noChangeArrowheads="1"/>
          </p:cNvSpPr>
          <p:nvPr>
            <p:ph type="body" idx="1"/>
          </p:nvPr>
        </p:nvSpPr>
        <p:spPr>
          <a:xfrm>
            <a:off x="1139825" y="1600199"/>
            <a:ext cx="11401425" cy="900113"/>
          </a:xfrm>
        </p:spPr>
        <p:txBody>
          <a:bodyPr/>
          <a:lstStyle/>
          <a:p>
            <a:pPr marL="800100" indent="-800100">
              <a:buNone/>
            </a:pPr>
            <a:r>
              <a:rPr lang="en-US" altLang="en-US"/>
              <a:t>Why wildcards are necessary? See this example.</a:t>
            </a:r>
          </a:p>
        </p:txBody>
      </p:sp>
      <p:sp>
        <p:nvSpPr>
          <p:cNvPr id="33797" name="Rectangle 5">
            <a:extLst>
              <a:ext uri="{FF2B5EF4-FFF2-40B4-BE49-F238E27FC236}">
                <a16:creationId xmlns:a16="http://schemas.microsoft.com/office/drawing/2014/main" id="{DF4A3B90-9E37-13D6-06C4-2F6F754BB40F}"/>
              </a:ext>
            </a:extLst>
          </p:cNvPr>
          <p:cNvSpPr>
            <a:spLocks noChangeArrowheads="1"/>
          </p:cNvSpPr>
          <p:nvPr/>
        </p:nvSpPr>
        <p:spPr bwMode="auto">
          <a:xfrm>
            <a:off x="1139825" y="3700462"/>
            <a:ext cx="11401425" cy="250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4200"/>
              <a:t>?                              unbounded wildcard </a:t>
            </a:r>
          </a:p>
          <a:p>
            <a:pPr>
              <a:buFont typeface="Monotype Sorts"/>
              <a:buNone/>
            </a:pPr>
            <a:r>
              <a:rPr lang="en-US" altLang="en-US" sz="4200"/>
              <a:t>? extends T             bounded wildcard </a:t>
            </a:r>
          </a:p>
          <a:p>
            <a:pPr>
              <a:buFont typeface="Monotype Sorts"/>
              <a:buNone/>
            </a:pPr>
            <a:r>
              <a:rPr lang="en-US" altLang="en-US" sz="4200"/>
              <a:t>? super T                 lower bound wildcard </a:t>
            </a:r>
          </a:p>
        </p:txBody>
      </p:sp>
      <p:sp>
        <p:nvSpPr>
          <p:cNvPr id="33798" name="Rectangle 12">
            <a:hlinkClick r:id="rId3"/>
            <a:extLst>
              <a:ext uri="{FF2B5EF4-FFF2-40B4-BE49-F238E27FC236}">
                <a16:creationId xmlns:a16="http://schemas.microsoft.com/office/drawing/2014/main" id="{B2739C49-D0B4-12B6-333E-2A3072F212B2}"/>
              </a:ext>
            </a:extLst>
          </p:cNvPr>
          <p:cNvSpPr>
            <a:spLocks noChangeArrowheads="1"/>
          </p:cNvSpPr>
          <p:nvPr/>
        </p:nvSpPr>
        <p:spPr bwMode="auto">
          <a:xfrm>
            <a:off x="1839912" y="2700337"/>
            <a:ext cx="3300413"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WildCardNeedDemo</a:t>
            </a:r>
          </a:p>
        </p:txBody>
      </p:sp>
      <p:sp>
        <p:nvSpPr>
          <p:cNvPr id="33799" name="Rectangle 13">
            <a:hlinkClick r:id="rId4"/>
            <a:extLst>
              <a:ext uri="{FF2B5EF4-FFF2-40B4-BE49-F238E27FC236}">
                <a16:creationId xmlns:a16="http://schemas.microsoft.com/office/drawing/2014/main" id="{C1C84B9C-AB07-F060-C824-BB5BFD735AD5}"/>
              </a:ext>
            </a:extLst>
          </p:cNvPr>
          <p:cNvSpPr>
            <a:spLocks noChangeArrowheads="1"/>
          </p:cNvSpPr>
          <p:nvPr/>
        </p:nvSpPr>
        <p:spPr bwMode="auto">
          <a:xfrm>
            <a:off x="1827410" y="6782098"/>
            <a:ext cx="3300413"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AnyWildCardDemo</a:t>
            </a:r>
          </a:p>
        </p:txBody>
      </p:sp>
      <p:sp>
        <p:nvSpPr>
          <p:cNvPr id="33800" name="Rectangle 14">
            <a:hlinkClick r:id="rId5"/>
            <a:extLst>
              <a:ext uri="{FF2B5EF4-FFF2-40B4-BE49-F238E27FC236}">
                <a16:creationId xmlns:a16="http://schemas.microsoft.com/office/drawing/2014/main" id="{D0D9B749-BF18-CB88-8D39-34972F6DA622}"/>
              </a:ext>
            </a:extLst>
          </p:cNvPr>
          <p:cNvSpPr>
            <a:spLocks noChangeArrowheads="1"/>
          </p:cNvSpPr>
          <p:nvPr/>
        </p:nvSpPr>
        <p:spPr bwMode="auto">
          <a:xfrm>
            <a:off x="7328098" y="6800849"/>
            <a:ext cx="3300413"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SuperWildCardDemo</a:t>
            </a: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74C76ABB-83E4-6E80-13E7-7F8EDA91B583}"/>
              </a:ext>
            </a:extLst>
          </p:cNvPr>
          <p:cNvSpPr>
            <a:spLocks noGrp="1" noChangeArrowheads="1"/>
          </p:cNvSpPr>
          <p:nvPr>
            <p:ph type="title"/>
          </p:nvPr>
        </p:nvSpPr>
        <p:spPr>
          <a:xfrm>
            <a:off x="1200150" y="142880"/>
            <a:ext cx="11455400" cy="1875234"/>
          </a:xfrm>
        </p:spPr>
        <p:txBody>
          <a:bodyPr/>
          <a:lstStyle/>
          <a:p>
            <a:pPr algn="ctr"/>
            <a:r>
              <a:rPr lang="en-US" altLang="en-US" b="1" dirty="0"/>
              <a:t>Generic Types and Wildcard Types</a:t>
            </a:r>
            <a:endParaRPr lang="en-US" altLang="en-US" b="1" dirty="0">
              <a:solidFill>
                <a:schemeClr val="tx1"/>
              </a:solidFill>
            </a:endParaRPr>
          </a:p>
        </p:txBody>
      </p:sp>
      <p:sp>
        <p:nvSpPr>
          <p:cNvPr id="35844" name="Rectangle 8">
            <a:extLst>
              <a:ext uri="{FF2B5EF4-FFF2-40B4-BE49-F238E27FC236}">
                <a16:creationId xmlns:a16="http://schemas.microsoft.com/office/drawing/2014/main" id="{3E3F60E2-9864-5D75-FA66-D2441E74AD28}"/>
              </a:ext>
            </a:extLst>
          </p:cNvPr>
          <p:cNvSpPr>
            <a:spLocks noChangeArrowheads="1"/>
          </p:cNvSpPr>
          <p:nvPr/>
        </p:nvSpPr>
        <p:spPr bwMode="auto">
          <a:xfrm>
            <a:off x="839788" y="3047295"/>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35845" name="Rectangle 10">
            <a:extLst>
              <a:ext uri="{FF2B5EF4-FFF2-40B4-BE49-F238E27FC236}">
                <a16:creationId xmlns:a16="http://schemas.microsoft.com/office/drawing/2014/main" id="{8EECA33F-A79D-6B80-3424-B3AF30945A19}"/>
              </a:ext>
            </a:extLst>
          </p:cNvPr>
          <p:cNvSpPr>
            <a:spLocks noChangeArrowheads="1"/>
          </p:cNvSpPr>
          <p:nvPr/>
        </p:nvSpPr>
        <p:spPr bwMode="auto">
          <a:xfrm>
            <a:off x="839788" y="3047295"/>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35846" name="Picture 8">
            <a:extLst>
              <a:ext uri="{FF2B5EF4-FFF2-40B4-BE49-F238E27FC236}">
                <a16:creationId xmlns:a16="http://schemas.microsoft.com/office/drawing/2014/main" id="{C676537D-D08E-E867-2E2C-09CB3FD22C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052" y="2700337"/>
            <a:ext cx="11788973" cy="3346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267CACC4-6DC6-1499-5FB7-4EEEEB357BCD}"/>
              </a:ext>
            </a:extLst>
          </p:cNvPr>
          <p:cNvSpPr>
            <a:spLocks noGrp="1" noChangeArrowheads="1"/>
          </p:cNvSpPr>
          <p:nvPr>
            <p:ph type="title"/>
          </p:nvPr>
        </p:nvSpPr>
        <p:spPr>
          <a:xfrm>
            <a:off x="1739900" y="300037"/>
            <a:ext cx="10201275" cy="900113"/>
          </a:xfrm>
        </p:spPr>
        <p:txBody>
          <a:bodyPr/>
          <a:lstStyle/>
          <a:p>
            <a:pPr algn="ctr"/>
            <a:r>
              <a:rPr lang="en-US" altLang="en-US" b="1" dirty="0"/>
              <a:t>Avoiding Unsafe Raw Types </a:t>
            </a:r>
          </a:p>
        </p:txBody>
      </p:sp>
      <p:sp>
        <p:nvSpPr>
          <p:cNvPr id="37892" name="Rectangle 3">
            <a:extLst>
              <a:ext uri="{FF2B5EF4-FFF2-40B4-BE49-F238E27FC236}">
                <a16:creationId xmlns:a16="http://schemas.microsoft.com/office/drawing/2014/main" id="{293515B8-D6FA-0A27-A803-804A0EFE3FAD}"/>
              </a:ext>
            </a:extLst>
          </p:cNvPr>
          <p:cNvSpPr>
            <a:spLocks noGrp="1" noChangeArrowheads="1"/>
          </p:cNvSpPr>
          <p:nvPr>
            <p:ph type="body" idx="1"/>
          </p:nvPr>
        </p:nvSpPr>
        <p:spPr>
          <a:xfrm>
            <a:off x="1139825" y="1400175"/>
            <a:ext cx="11401425" cy="4600575"/>
          </a:xfrm>
        </p:spPr>
        <p:txBody>
          <a:bodyPr/>
          <a:lstStyle/>
          <a:p>
            <a:pPr marL="0" indent="0">
              <a:lnSpc>
                <a:spcPct val="80000"/>
              </a:lnSpc>
              <a:buNone/>
            </a:pPr>
            <a:r>
              <a:rPr lang="en-US" altLang="en-US" dirty="0"/>
              <a:t>Use </a:t>
            </a:r>
          </a:p>
          <a:p>
            <a:pPr marL="0" indent="0">
              <a:lnSpc>
                <a:spcPct val="80000"/>
              </a:lnSpc>
              <a:buNone/>
            </a:pPr>
            <a:endParaRPr lang="en-US" altLang="en-US" dirty="0"/>
          </a:p>
          <a:p>
            <a:pPr marL="0" indent="0">
              <a:lnSpc>
                <a:spcPct val="80000"/>
              </a:lnSpc>
              <a:buNone/>
            </a:pPr>
            <a:r>
              <a:rPr lang="en-US" altLang="en-US" dirty="0"/>
              <a:t>new </a:t>
            </a:r>
            <a:r>
              <a:rPr lang="en-US" altLang="en-US" dirty="0" err="1"/>
              <a:t>ArrayList</a:t>
            </a:r>
            <a:r>
              <a:rPr lang="en-US" altLang="en-US" dirty="0"/>
              <a:t>&lt;</a:t>
            </a:r>
            <a:r>
              <a:rPr lang="en-US" altLang="en-US" dirty="0" err="1"/>
              <a:t>ConcreteType</a:t>
            </a:r>
            <a:r>
              <a:rPr lang="en-US" altLang="en-US" dirty="0"/>
              <a:t>&gt;()</a:t>
            </a:r>
          </a:p>
          <a:p>
            <a:pPr marL="0" indent="0">
              <a:lnSpc>
                <a:spcPct val="80000"/>
              </a:lnSpc>
              <a:buNone/>
            </a:pPr>
            <a:endParaRPr lang="en-US" altLang="en-US" dirty="0"/>
          </a:p>
          <a:p>
            <a:pPr marL="0" indent="0">
              <a:lnSpc>
                <a:spcPct val="80000"/>
              </a:lnSpc>
              <a:buNone/>
            </a:pPr>
            <a:r>
              <a:rPr lang="en-US" altLang="en-US" dirty="0"/>
              <a:t>Instead of </a:t>
            </a:r>
          </a:p>
          <a:p>
            <a:pPr marL="0" indent="0">
              <a:lnSpc>
                <a:spcPct val="80000"/>
              </a:lnSpc>
              <a:buNone/>
            </a:pPr>
            <a:endParaRPr lang="en-US" altLang="en-US" dirty="0"/>
          </a:p>
          <a:p>
            <a:pPr marL="0" indent="0">
              <a:lnSpc>
                <a:spcPct val="80000"/>
              </a:lnSpc>
              <a:buNone/>
            </a:pPr>
            <a:r>
              <a:rPr lang="en-US" altLang="en-US" dirty="0"/>
              <a:t>new </a:t>
            </a:r>
            <a:r>
              <a:rPr lang="en-US" altLang="en-US" dirty="0" err="1"/>
              <a:t>ArrayList</a:t>
            </a:r>
            <a:r>
              <a:rPr lang="en-US" altLang="en-US" dirty="0"/>
              <a:t>();</a:t>
            </a:r>
          </a:p>
          <a:p>
            <a:pPr marL="0" indent="0">
              <a:lnSpc>
                <a:spcPct val="80000"/>
              </a:lnSpc>
              <a:buNone/>
            </a:pPr>
            <a:endParaRPr lang="en-US" altLang="en-US" sz="3675" dirty="0"/>
          </a:p>
        </p:txBody>
      </p:sp>
      <p:sp>
        <p:nvSpPr>
          <p:cNvPr id="37893" name="AutoShape 10">
            <a:hlinkClick r:id="rId3" action="ppaction://program" highlightClick="1"/>
            <a:extLst>
              <a:ext uri="{FF2B5EF4-FFF2-40B4-BE49-F238E27FC236}">
                <a16:creationId xmlns:a16="http://schemas.microsoft.com/office/drawing/2014/main" id="{5E30D03A-7A05-1DF3-CB3F-CC7190481887}"/>
              </a:ext>
            </a:extLst>
          </p:cNvPr>
          <p:cNvSpPr>
            <a:spLocks noChangeArrowheads="1"/>
          </p:cNvSpPr>
          <p:nvPr/>
        </p:nvSpPr>
        <p:spPr bwMode="auto">
          <a:xfrm>
            <a:off x="8640762" y="6700837"/>
            <a:ext cx="916781"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
        <p:nvSpPr>
          <p:cNvPr id="37894" name="Rectangle 8">
            <a:hlinkClick r:id="rId4"/>
            <a:extLst>
              <a:ext uri="{FF2B5EF4-FFF2-40B4-BE49-F238E27FC236}">
                <a16:creationId xmlns:a16="http://schemas.microsoft.com/office/drawing/2014/main" id="{9DC701B2-52BD-2A05-47B8-21CC55AD7A1B}"/>
              </a:ext>
            </a:extLst>
          </p:cNvPr>
          <p:cNvSpPr>
            <a:spLocks noChangeArrowheads="1"/>
          </p:cNvSpPr>
          <p:nvPr/>
        </p:nvSpPr>
        <p:spPr bwMode="auto">
          <a:xfrm>
            <a:off x="5561211" y="6719590"/>
            <a:ext cx="2889945"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TestArrayListNew</a:t>
            </a: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BB909E29-F945-037B-794C-170CB35A418A}"/>
              </a:ext>
            </a:extLst>
          </p:cNvPr>
          <p:cNvSpPr>
            <a:spLocks noGrp="1" noChangeArrowheads="1"/>
          </p:cNvSpPr>
          <p:nvPr>
            <p:ph type="title"/>
          </p:nvPr>
        </p:nvSpPr>
        <p:spPr>
          <a:xfrm>
            <a:off x="585789" y="300037"/>
            <a:ext cx="12201524" cy="900113"/>
          </a:xfrm>
        </p:spPr>
        <p:txBody>
          <a:bodyPr/>
          <a:lstStyle/>
          <a:p>
            <a:pPr algn="ctr"/>
            <a:r>
              <a:rPr lang="en-US" altLang="en-US" b="1" dirty="0"/>
              <a:t>Erasure and Restrictions on Generics  </a:t>
            </a:r>
          </a:p>
        </p:txBody>
      </p:sp>
      <p:sp>
        <p:nvSpPr>
          <p:cNvPr id="39940" name="Rectangle 3">
            <a:extLst>
              <a:ext uri="{FF2B5EF4-FFF2-40B4-BE49-F238E27FC236}">
                <a16:creationId xmlns:a16="http://schemas.microsoft.com/office/drawing/2014/main" id="{E3F86B92-8D90-2594-02ED-6644D67EF7C5}"/>
              </a:ext>
            </a:extLst>
          </p:cNvPr>
          <p:cNvSpPr>
            <a:spLocks noGrp="1" noChangeArrowheads="1"/>
          </p:cNvSpPr>
          <p:nvPr>
            <p:ph type="body" idx="1"/>
          </p:nvPr>
        </p:nvSpPr>
        <p:spPr>
          <a:xfrm>
            <a:off x="1139825" y="1600200"/>
            <a:ext cx="11401425" cy="6600825"/>
          </a:xfrm>
        </p:spPr>
        <p:txBody>
          <a:bodyPr/>
          <a:lstStyle/>
          <a:p>
            <a:pPr marL="0" indent="0">
              <a:spcBef>
                <a:spcPct val="0"/>
              </a:spcBef>
              <a:buNone/>
            </a:pPr>
            <a:r>
              <a:rPr lang="en-US" altLang="en-US"/>
              <a:t>Generics are implemented using an approach called </a:t>
            </a:r>
            <a:r>
              <a:rPr lang="en-US" altLang="en-US" i="1"/>
              <a:t>type erasure</a:t>
            </a:r>
            <a:r>
              <a:rPr lang="en-US" altLang="en-US"/>
              <a:t>. The compiler uses the generic type information to compile the code, but erases it afterwards. So the generic information is not available at run time. This approach enables the generic code to be backward-compatible with the legacy code that uses raw types.</a:t>
            </a: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id="{4211AB56-F612-E9FE-0166-A742A550173C}"/>
              </a:ext>
            </a:extLst>
          </p:cNvPr>
          <p:cNvSpPr>
            <a:spLocks noGrp="1" noChangeArrowheads="1"/>
          </p:cNvSpPr>
          <p:nvPr>
            <p:ph type="title"/>
          </p:nvPr>
        </p:nvSpPr>
        <p:spPr>
          <a:xfrm>
            <a:off x="1739900" y="300037"/>
            <a:ext cx="10201275" cy="900113"/>
          </a:xfrm>
        </p:spPr>
        <p:txBody>
          <a:bodyPr/>
          <a:lstStyle/>
          <a:p>
            <a:pPr algn="ctr"/>
            <a:r>
              <a:rPr lang="en-US" altLang="en-US" b="1" dirty="0"/>
              <a:t>Compile Time Checking  </a:t>
            </a:r>
          </a:p>
        </p:txBody>
      </p:sp>
      <p:sp>
        <p:nvSpPr>
          <p:cNvPr id="41988" name="Rectangle 3">
            <a:extLst>
              <a:ext uri="{FF2B5EF4-FFF2-40B4-BE49-F238E27FC236}">
                <a16:creationId xmlns:a16="http://schemas.microsoft.com/office/drawing/2014/main" id="{D274B433-F636-B566-B0A8-1AD8D80A2ED0}"/>
              </a:ext>
            </a:extLst>
          </p:cNvPr>
          <p:cNvSpPr>
            <a:spLocks noGrp="1" noChangeArrowheads="1"/>
          </p:cNvSpPr>
          <p:nvPr>
            <p:ph type="body" idx="1"/>
          </p:nvPr>
        </p:nvSpPr>
        <p:spPr>
          <a:xfrm>
            <a:off x="1139825" y="1600199"/>
            <a:ext cx="11401425" cy="3500438"/>
          </a:xfrm>
        </p:spPr>
        <p:txBody>
          <a:bodyPr/>
          <a:lstStyle/>
          <a:p>
            <a:pPr marL="0" indent="0">
              <a:spcBef>
                <a:spcPct val="0"/>
              </a:spcBef>
              <a:buNone/>
            </a:pPr>
            <a:r>
              <a:rPr lang="en-US" altLang="en-US"/>
              <a:t>For example, the compiler checks whether generics is used correctly for the following code in (a) and translates it into the equivalent code in (b) for runtime use. The code in (b) uses the raw type.</a:t>
            </a:r>
          </a:p>
        </p:txBody>
      </p:sp>
      <p:sp>
        <p:nvSpPr>
          <p:cNvPr id="41989" name="Rectangle 5">
            <a:extLst>
              <a:ext uri="{FF2B5EF4-FFF2-40B4-BE49-F238E27FC236}">
                <a16:creationId xmlns:a16="http://schemas.microsoft.com/office/drawing/2014/main" id="{49166E41-B296-1089-8673-A1B5C0AABF47}"/>
              </a:ext>
            </a:extLst>
          </p:cNvPr>
          <p:cNvSpPr>
            <a:spLocks noChangeArrowheads="1"/>
          </p:cNvSpPr>
          <p:nvPr/>
        </p:nvSpPr>
        <p:spPr bwMode="auto">
          <a:xfrm>
            <a:off x="839788" y="3722379"/>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graphicFrame>
        <p:nvGraphicFramePr>
          <p:cNvPr id="41990" name="Object 4">
            <a:extLst>
              <a:ext uri="{FF2B5EF4-FFF2-40B4-BE49-F238E27FC236}">
                <a16:creationId xmlns:a16="http://schemas.microsoft.com/office/drawing/2014/main" id="{70647F4A-4CDF-25C2-170D-5169D0C76250}"/>
              </a:ext>
            </a:extLst>
          </p:cNvPr>
          <p:cNvGraphicFramePr>
            <a:graphicFrameLocks noChangeAspect="1"/>
          </p:cNvGraphicFramePr>
          <p:nvPr/>
        </p:nvGraphicFramePr>
        <p:xfrm>
          <a:off x="1141909" y="5400675"/>
          <a:ext cx="11595199" cy="1577281"/>
        </p:xfrm>
        <a:graphic>
          <a:graphicData uri="http://schemas.openxmlformats.org/presentationml/2006/ole">
            <mc:AlternateContent xmlns:mc="http://schemas.openxmlformats.org/markup-compatibility/2006">
              <mc:Choice xmlns:v="urn:schemas-microsoft-com:vml" Requires="v">
                <p:oleObj name="Picture" r:id="rId3" imgW="6290889" imgH="853338" progId="Word.Picture.8">
                  <p:embed/>
                </p:oleObj>
              </mc:Choice>
              <mc:Fallback>
                <p:oleObj name="Picture" r:id="rId3" imgW="6290889" imgH="853338" progId="Word.Picture.8">
                  <p:embed/>
                  <p:pic>
                    <p:nvPicPr>
                      <p:cNvPr id="41990" name="Object 4">
                        <a:extLst>
                          <a:ext uri="{FF2B5EF4-FFF2-40B4-BE49-F238E27FC236}">
                            <a16:creationId xmlns:a16="http://schemas.microsoft.com/office/drawing/2014/main" id="{70647F4A-4CDF-25C2-170D-5169D0C762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1909" y="5400675"/>
                        <a:ext cx="11595199" cy="1577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a:extLst>
              <a:ext uri="{FF2B5EF4-FFF2-40B4-BE49-F238E27FC236}">
                <a16:creationId xmlns:a16="http://schemas.microsoft.com/office/drawing/2014/main" id="{43C3587C-B2B0-9762-FCC2-1486C6004534}"/>
              </a:ext>
            </a:extLst>
          </p:cNvPr>
          <p:cNvSpPr>
            <a:spLocks noGrp="1" noChangeArrowheads="1"/>
          </p:cNvSpPr>
          <p:nvPr>
            <p:ph type="title"/>
          </p:nvPr>
        </p:nvSpPr>
        <p:spPr>
          <a:xfrm>
            <a:off x="1739900" y="300037"/>
            <a:ext cx="10201275" cy="900113"/>
          </a:xfrm>
        </p:spPr>
        <p:txBody>
          <a:bodyPr/>
          <a:lstStyle/>
          <a:p>
            <a:pPr algn="ctr"/>
            <a:r>
              <a:rPr lang="en-US" altLang="en-US" b="1" dirty="0"/>
              <a:t>Important Facts </a:t>
            </a:r>
          </a:p>
        </p:txBody>
      </p:sp>
      <p:sp>
        <p:nvSpPr>
          <p:cNvPr id="44036" name="Rectangle 3">
            <a:extLst>
              <a:ext uri="{FF2B5EF4-FFF2-40B4-BE49-F238E27FC236}">
                <a16:creationId xmlns:a16="http://schemas.microsoft.com/office/drawing/2014/main" id="{3A7A959B-DCB2-B808-D362-AFF3D3A94CA2}"/>
              </a:ext>
            </a:extLst>
          </p:cNvPr>
          <p:cNvSpPr>
            <a:spLocks noGrp="1" noChangeArrowheads="1"/>
          </p:cNvSpPr>
          <p:nvPr>
            <p:ph type="body" idx="1"/>
          </p:nvPr>
        </p:nvSpPr>
        <p:spPr>
          <a:xfrm>
            <a:off x="1139825" y="1400175"/>
            <a:ext cx="11401425" cy="6800850"/>
          </a:xfrm>
        </p:spPr>
        <p:txBody>
          <a:bodyPr/>
          <a:lstStyle/>
          <a:p>
            <a:pPr marL="0" indent="0">
              <a:lnSpc>
                <a:spcPct val="90000"/>
              </a:lnSpc>
              <a:buNone/>
            </a:pPr>
            <a:r>
              <a:rPr lang="en-US" altLang="en-US" sz="4725"/>
              <a:t>It is important to note that a generic class is shared by all its instances regardless of its actual generic type. </a:t>
            </a:r>
          </a:p>
          <a:p>
            <a:pPr marL="0" indent="0">
              <a:lnSpc>
                <a:spcPct val="90000"/>
              </a:lnSpc>
              <a:buNone/>
            </a:pPr>
            <a:endParaRPr lang="en-US" altLang="en-US" sz="4725"/>
          </a:p>
          <a:p>
            <a:pPr lvl="1">
              <a:lnSpc>
                <a:spcPct val="90000"/>
              </a:lnSpc>
              <a:buFontTx/>
              <a:buNone/>
            </a:pPr>
            <a:r>
              <a:rPr lang="en-US" altLang="en-US" sz="3150"/>
              <a:t>GenericStack&lt;String&gt; stack1 = new GenericStack&lt;&gt;();</a:t>
            </a:r>
          </a:p>
          <a:p>
            <a:pPr lvl="1">
              <a:lnSpc>
                <a:spcPct val="90000"/>
              </a:lnSpc>
              <a:buFontTx/>
              <a:buNone/>
            </a:pPr>
            <a:r>
              <a:rPr lang="en-US" altLang="en-US" sz="3150"/>
              <a:t>GenericStack&lt;Integer&gt; stack2 = new GenericStack&lt;&gt;();</a:t>
            </a:r>
          </a:p>
          <a:p>
            <a:pPr lvl="1">
              <a:lnSpc>
                <a:spcPct val="90000"/>
              </a:lnSpc>
              <a:buFontTx/>
              <a:buNone/>
            </a:pPr>
            <a:endParaRPr lang="en-US" altLang="en-US" sz="3150"/>
          </a:p>
          <a:p>
            <a:pPr marL="0" indent="0">
              <a:lnSpc>
                <a:spcPct val="90000"/>
              </a:lnSpc>
              <a:buNone/>
            </a:pPr>
            <a:r>
              <a:rPr lang="en-US" altLang="en-US"/>
              <a:t>Although GenericStack&lt;String&gt; and GenericStack&lt;Integer&gt; are two types, but there is only one class GenericStack loaded into the JVM. </a:t>
            </a: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id="{80FB494E-8A6D-1084-7B5D-F5779A240F22}"/>
              </a:ext>
            </a:extLst>
          </p:cNvPr>
          <p:cNvSpPr>
            <a:spLocks noGrp="1" noChangeArrowheads="1"/>
          </p:cNvSpPr>
          <p:nvPr>
            <p:ph type="title"/>
          </p:nvPr>
        </p:nvSpPr>
        <p:spPr>
          <a:xfrm>
            <a:off x="1739900" y="300037"/>
            <a:ext cx="10201275" cy="900113"/>
          </a:xfrm>
        </p:spPr>
        <p:txBody>
          <a:bodyPr/>
          <a:lstStyle/>
          <a:p>
            <a:pPr algn="ctr"/>
            <a:r>
              <a:rPr lang="en-US" altLang="en-US" b="1" dirty="0"/>
              <a:t>Restrictions on Generics </a:t>
            </a:r>
          </a:p>
        </p:txBody>
      </p:sp>
      <p:sp>
        <p:nvSpPr>
          <p:cNvPr id="46084" name="Rectangle 3">
            <a:extLst>
              <a:ext uri="{FF2B5EF4-FFF2-40B4-BE49-F238E27FC236}">
                <a16:creationId xmlns:a16="http://schemas.microsoft.com/office/drawing/2014/main" id="{90F6CDFC-A3CC-2FD5-52B4-43BF492FA2DF}"/>
              </a:ext>
            </a:extLst>
          </p:cNvPr>
          <p:cNvSpPr>
            <a:spLocks noGrp="1" noChangeArrowheads="1"/>
          </p:cNvSpPr>
          <p:nvPr>
            <p:ph type="body" idx="1"/>
          </p:nvPr>
        </p:nvSpPr>
        <p:spPr>
          <a:xfrm>
            <a:off x="1139825" y="1900237"/>
            <a:ext cx="11401425" cy="6300788"/>
          </a:xfrm>
        </p:spPr>
        <p:txBody>
          <a:bodyPr/>
          <a:lstStyle/>
          <a:p>
            <a:pPr>
              <a:lnSpc>
                <a:spcPct val="90000"/>
              </a:lnSpc>
              <a:buFont typeface="Wingdings" panose="05000000000000000000" pitchFamily="2" charset="2"/>
              <a:buChar char="q"/>
            </a:pPr>
            <a:r>
              <a:rPr lang="en-US" altLang="en-US" sz="3675"/>
              <a:t>Restriction 1: Cannot Create an Instance of a Generic Type. (i.e., new E()).</a:t>
            </a:r>
          </a:p>
          <a:p>
            <a:pPr>
              <a:lnSpc>
                <a:spcPct val="90000"/>
              </a:lnSpc>
              <a:buFont typeface="Wingdings" panose="05000000000000000000" pitchFamily="2" charset="2"/>
              <a:buChar char="q"/>
            </a:pPr>
            <a:endParaRPr lang="en-US" altLang="en-US" sz="3675"/>
          </a:p>
          <a:p>
            <a:pPr>
              <a:lnSpc>
                <a:spcPct val="90000"/>
              </a:lnSpc>
              <a:buFont typeface="Wingdings" panose="05000000000000000000" pitchFamily="2" charset="2"/>
              <a:buChar char="q"/>
            </a:pPr>
            <a:r>
              <a:rPr lang="en-US" altLang="en-US" sz="3675"/>
              <a:t>Restriction 2: Generic Array Creation is Not Allowed. (i.e., new E[100]).</a:t>
            </a:r>
          </a:p>
          <a:p>
            <a:pPr>
              <a:lnSpc>
                <a:spcPct val="90000"/>
              </a:lnSpc>
              <a:buFont typeface="Wingdings" panose="05000000000000000000" pitchFamily="2" charset="2"/>
              <a:buChar char="q"/>
            </a:pPr>
            <a:endParaRPr lang="en-US" altLang="en-US" sz="3675"/>
          </a:p>
          <a:p>
            <a:pPr>
              <a:lnSpc>
                <a:spcPct val="90000"/>
              </a:lnSpc>
              <a:buFont typeface="Wingdings" panose="05000000000000000000" pitchFamily="2" charset="2"/>
              <a:buChar char="q"/>
            </a:pPr>
            <a:r>
              <a:rPr lang="en-US" altLang="en-US" sz="3675"/>
              <a:t>Restriction 3: A Generic Type Parameter of a Class Is Not Allowed in a Static Context.</a:t>
            </a:r>
          </a:p>
          <a:p>
            <a:pPr>
              <a:lnSpc>
                <a:spcPct val="90000"/>
              </a:lnSpc>
              <a:buFont typeface="Wingdings" panose="05000000000000000000" pitchFamily="2" charset="2"/>
              <a:buChar char="q"/>
            </a:pPr>
            <a:endParaRPr lang="en-US" altLang="en-US" sz="3675"/>
          </a:p>
          <a:p>
            <a:pPr>
              <a:lnSpc>
                <a:spcPct val="90000"/>
              </a:lnSpc>
              <a:buFont typeface="Wingdings" panose="05000000000000000000" pitchFamily="2" charset="2"/>
              <a:buChar char="q"/>
            </a:pPr>
            <a:r>
              <a:rPr lang="en-US" altLang="en-US" sz="3675"/>
              <a:t>Restriction 4: Exception Classes Cannot be Generic.</a:t>
            </a: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a:extLst>
              <a:ext uri="{FF2B5EF4-FFF2-40B4-BE49-F238E27FC236}">
                <a16:creationId xmlns:a16="http://schemas.microsoft.com/office/drawing/2014/main" id="{B34B843B-96F4-C148-06C8-9B0F80939A99}"/>
              </a:ext>
            </a:extLst>
          </p:cNvPr>
          <p:cNvSpPr>
            <a:spLocks noGrp="1" noChangeArrowheads="1"/>
          </p:cNvSpPr>
          <p:nvPr>
            <p:ph type="title"/>
          </p:nvPr>
        </p:nvSpPr>
        <p:spPr>
          <a:xfrm>
            <a:off x="1239837" y="500062"/>
            <a:ext cx="11401425" cy="1800225"/>
          </a:xfrm>
        </p:spPr>
        <p:txBody>
          <a:bodyPr/>
          <a:lstStyle/>
          <a:p>
            <a:pPr algn="ctr"/>
            <a:r>
              <a:rPr lang="en-US" altLang="en-US" b="1" dirty="0"/>
              <a:t>Designing Generic Matrix Classes</a:t>
            </a:r>
            <a:endParaRPr lang="en-US" altLang="en-US" b="1" u="sng" dirty="0">
              <a:solidFill>
                <a:schemeClr val="tx1"/>
              </a:solidFill>
              <a:latin typeface="Book Antiqua" panose="02040602050305030304" pitchFamily="18" charset="0"/>
            </a:endParaRPr>
          </a:p>
        </p:txBody>
      </p:sp>
      <p:sp>
        <p:nvSpPr>
          <p:cNvPr id="48132" name="Rectangle 3">
            <a:extLst>
              <a:ext uri="{FF2B5EF4-FFF2-40B4-BE49-F238E27FC236}">
                <a16:creationId xmlns:a16="http://schemas.microsoft.com/office/drawing/2014/main" id="{5403634F-2A68-3E83-36C2-079C72F983BB}"/>
              </a:ext>
            </a:extLst>
          </p:cNvPr>
          <p:cNvSpPr>
            <a:spLocks noGrp="1" noChangeArrowheads="1"/>
          </p:cNvSpPr>
          <p:nvPr>
            <p:ph type="body" idx="1"/>
          </p:nvPr>
        </p:nvSpPr>
        <p:spPr>
          <a:xfrm>
            <a:off x="1739900" y="2600325"/>
            <a:ext cx="10201275" cy="2400300"/>
          </a:xfrm>
        </p:spPr>
        <p:txBody>
          <a:bodyPr/>
          <a:lstStyle/>
          <a:p>
            <a:pPr marL="0" indent="0">
              <a:buNone/>
            </a:pPr>
            <a:r>
              <a:rPr lang="en-US" altLang="en-US" sz="3675"/>
              <a:t>Objective: This example gives a generic class for matrix arithmetic. This class implements matrix addition and multiplication common for all types of matrices.</a:t>
            </a:r>
            <a:endParaRPr lang="en-US" altLang="en-US"/>
          </a:p>
        </p:txBody>
      </p:sp>
      <p:sp>
        <p:nvSpPr>
          <p:cNvPr id="48133" name="Rectangle 7">
            <a:hlinkClick r:id="rId2"/>
            <a:extLst>
              <a:ext uri="{FF2B5EF4-FFF2-40B4-BE49-F238E27FC236}">
                <a16:creationId xmlns:a16="http://schemas.microsoft.com/office/drawing/2014/main" id="{39A111A8-AFEA-1FDA-FF4B-1E3A2FBDE9CE}"/>
              </a:ext>
            </a:extLst>
          </p:cNvPr>
          <p:cNvSpPr>
            <a:spLocks noChangeArrowheads="1"/>
          </p:cNvSpPr>
          <p:nvPr/>
        </p:nvSpPr>
        <p:spPr bwMode="auto">
          <a:xfrm>
            <a:off x="7540625" y="6459140"/>
            <a:ext cx="2889945"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GenericMatrix</a:t>
            </a: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a:extLst>
              <a:ext uri="{FF2B5EF4-FFF2-40B4-BE49-F238E27FC236}">
                <a16:creationId xmlns:a16="http://schemas.microsoft.com/office/drawing/2014/main" id="{F80D777D-9277-BBAD-1488-D0AF032B05CD}"/>
              </a:ext>
            </a:extLst>
          </p:cNvPr>
          <p:cNvSpPr>
            <a:spLocks noChangeArrowheads="1"/>
          </p:cNvSpPr>
          <p:nvPr/>
        </p:nvSpPr>
        <p:spPr bwMode="auto">
          <a:xfrm>
            <a:off x="3690143" y="3075384"/>
            <a:ext cx="120015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sp>
        <p:nvSpPr>
          <p:cNvPr id="49156" name="Rectangle 5">
            <a:extLst>
              <a:ext uri="{FF2B5EF4-FFF2-40B4-BE49-F238E27FC236}">
                <a16:creationId xmlns:a16="http://schemas.microsoft.com/office/drawing/2014/main" id="{342D1FD3-0598-2BFC-7EE8-2B17BF473118}"/>
              </a:ext>
            </a:extLst>
          </p:cNvPr>
          <p:cNvSpPr>
            <a:spLocks noGrp="1" noChangeArrowheads="1"/>
          </p:cNvSpPr>
          <p:nvPr>
            <p:ph type="title"/>
          </p:nvPr>
        </p:nvSpPr>
        <p:spPr/>
        <p:txBody>
          <a:bodyPr/>
          <a:lstStyle/>
          <a:p>
            <a:pPr algn="ctr"/>
            <a:r>
              <a:rPr lang="en-US" altLang="en-US" b="1" dirty="0"/>
              <a:t>UML Diagram</a:t>
            </a:r>
          </a:p>
        </p:txBody>
      </p:sp>
      <p:sp>
        <p:nvSpPr>
          <p:cNvPr id="49157" name="Rectangle 7">
            <a:extLst>
              <a:ext uri="{FF2B5EF4-FFF2-40B4-BE49-F238E27FC236}">
                <a16:creationId xmlns:a16="http://schemas.microsoft.com/office/drawing/2014/main" id="{4EC9B0B3-FC00-10A6-E988-31BFE7330A3E}"/>
              </a:ext>
            </a:extLst>
          </p:cNvPr>
          <p:cNvSpPr>
            <a:spLocks noChangeArrowheads="1"/>
          </p:cNvSpPr>
          <p:nvPr/>
        </p:nvSpPr>
        <p:spPr bwMode="auto">
          <a:xfrm>
            <a:off x="839788" y="3361917"/>
            <a:ext cx="18473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150"/>
          </a:p>
        </p:txBody>
      </p:sp>
      <p:pic>
        <p:nvPicPr>
          <p:cNvPr id="49158" name="Picture 7">
            <a:extLst>
              <a:ext uri="{FF2B5EF4-FFF2-40B4-BE49-F238E27FC236}">
                <a16:creationId xmlns:a16="http://schemas.microsoft.com/office/drawing/2014/main" id="{D2A90C8C-30D7-2755-5971-663A3D39D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812" y="1925240"/>
            <a:ext cx="11536859" cy="3333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a:extLst>
              <a:ext uri="{FF2B5EF4-FFF2-40B4-BE49-F238E27FC236}">
                <a16:creationId xmlns:a16="http://schemas.microsoft.com/office/drawing/2014/main" id="{15FC2151-EC9A-CDD9-74C8-9DA0569E0F22}"/>
              </a:ext>
            </a:extLst>
          </p:cNvPr>
          <p:cNvSpPr>
            <a:spLocks noGrp="1" noChangeArrowheads="1"/>
          </p:cNvSpPr>
          <p:nvPr>
            <p:ph type="body" idx="1"/>
          </p:nvPr>
        </p:nvSpPr>
        <p:spPr>
          <a:xfrm>
            <a:off x="1739900" y="2600325"/>
            <a:ext cx="10201275" cy="2400300"/>
          </a:xfrm>
        </p:spPr>
        <p:txBody>
          <a:bodyPr/>
          <a:lstStyle/>
          <a:p>
            <a:pPr marL="0" indent="0">
              <a:buNone/>
            </a:pPr>
            <a:r>
              <a:rPr lang="en-US" altLang="en-US" sz="3675"/>
              <a:t>Objective: This example gives two programs that utilize the GenericMatrix class for integer matrix arithmetic and rational matrix arithmetic.</a:t>
            </a:r>
          </a:p>
        </p:txBody>
      </p:sp>
      <p:sp>
        <p:nvSpPr>
          <p:cNvPr id="50180" name="Rectangle 10">
            <a:extLst>
              <a:ext uri="{FF2B5EF4-FFF2-40B4-BE49-F238E27FC236}">
                <a16:creationId xmlns:a16="http://schemas.microsoft.com/office/drawing/2014/main" id="{636DD8B3-ED32-A0C4-0C39-27295149819F}"/>
              </a:ext>
            </a:extLst>
          </p:cNvPr>
          <p:cNvSpPr>
            <a:spLocks noGrp="1" noChangeArrowheads="1"/>
          </p:cNvSpPr>
          <p:nvPr>
            <p:ph type="title"/>
          </p:nvPr>
        </p:nvSpPr>
        <p:spPr/>
        <p:txBody>
          <a:bodyPr/>
          <a:lstStyle/>
          <a:p>
            <a:pPr algn="ctr"/>
            <a:r>
              <a:rPr lang="en-US" altLang="en-US" b="1" dirty="0"/>
              <a:t>Source Code</a:t>
            </a:r>
          </a:p>
        </p:txBody>
      </p:sp>
      <p:sp>
        <p:nvSpPr>
          <p:cNvPr id="50181" name="AutoShape 10">
            <a:hlinkClick r:id="rId2" action="ppaction://program" highlightClick="1"/>
            <a:extLst>
              <a:ext uri="{FF2B5EF4-FFF2-40B4-BE49-F238E27FC236}">
                <a16:creationId xmlns:a16="http://schemas.microsoft.com/office/drawing/2014/main" id="{92C988BE-FB9A-D4CC-CF0A-8745CEDA0894}"/>
              </a:ext>
            </a:extLst>
          </p:cNvPr>
          <p:cNvSpPr>
            <a:spLocks noChangeArrowheads="1"/>
          </p:cNvSpPr>
          <p:nvPr/>
        </p:nvSpPr>
        <p:spPr bwMode="auto">
          <a:xfrm>
            <a:off x="10140950" y="5600700"/>
            <a:ext cx="916781" cy="479227"/>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
        <p:nvSpPr>
          <p:cNvPr id="50182" name="Rectangle 15">
            <a:hlinkClick r:id="rId3"/>
            <a:extLst>
              <a:ext uri="{FF2B5EF4-FFF2-40B4-BE49-F238E27FC236}">
                <a16:creationId xmlns:a16="http://schemas.microsoft.com/office/drawing/2014/main" id="{E4AF2F5E-1C1C-B4BC-B247-67E5D7F6775B}"/>
              </a:ext>
            </a:extLst>
          </p:cNvPr>
          <p:cNvSpPr>
            <a:spLocks noChangeArrowheads="1"/>
          </p:cNvSpPr>
          <p:nvPr/>
        </p:nvSpPr>
        <p:spPr bwMode="auto">
          <a:xfrm>
            <a:off x="7050981" y="5600699"/>
            <a:ext cx="2889944"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TestIntegerMatrix</a:t>
            </a:r>
          </a:p>
        </p:txBody>
      </p:sp>
      <p:sp>
        <p:nvSpPr>
          <p:cNvPr id="50183" name="Rectangle 16">
            <a:hlinkClick r:id="rId4"/>
            <a:extLst>
              <a:ext uri="{FF2B5EF4-FFF2-40B4-BE49-F238E27FC236}">
                <a16:creationId xmlns:a16="http://schemas.microsoft.com/office/drawing/2014/main" id="{D37A60E5-52AC-E6FD-774A-E2B7FF916EB6}"/>
              </a:ext>
            </a:extLst>
          </p:cNvPr>
          <p:cNvSpPr>
            <a:spLocks noChangeArrowheads="1"/>
          </p:cNvSpPr>
          <p:nvPr/>
        </p:nvSpPr>
        <p:spPr bwMode="auto">
          <a:xfrm>
            <a:off x="3965178" y="5602784"/>
            <a:ext cx="2889945"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IntegerMatrix</a:t>
            </a:r>
          </a:p>
        </p:txBody>
      </p:sp>
      <p:sp>
        <p:nvSpPr>
          <p:cNvPr id="50184" name="AutoShape 10">
            <a:hlinkClick r:id="rId5" action="ppaction://program" highlightClick="1"/>
            <a:extLst>
              <a:ext uri="{FF2B5EF4-FFF2-40B4-BE49-F238E27FC236}">
                <a16:creationId xmlns:a16="http://schemas.microsoft.com/office/drawing/2014/main" id="{EBCAC778-18C1-6F10-D49F-AECC032E21B8}"/>
              </a:ext>
            </a:extLst>
          </p:cNvPr>
          <p:cNvSpPr>
            <a:spLocks noChangeArrowheads="1"/>
          </p:cNvSpPr>
          <p:nvPr/>
        </p:nvSpPr>
        <p:spPr bwMode="auto">
          <a:xfrm>
            <a:off x="10151368" y="6321623"/>
            <a:ext cx="916781" cy="479227"/>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
        <p:nvSpPr>
          <p:cNvPr id="50185" name="Rectangle 18">
            <a:hlinkClick r:id="rId6"/>
            <a:extLst>
              <a:ext uri="{FF2B5EF4-FFF2-40B4-BE49-F238E27FC236}">
                <a16:creationId xmlns:a16="http://schemas.microsoft.com/office/drawing/2014/main" id="{C89F1E75-0A1E-D4BD-E563-76B36F184A37}"/>
              </a:ext>
            </a:extLst>
          </p:cNvPr>
          <p:cNvSpPr>
            <a:spLocks noChangeArrowheads="1"/>
          </p:cNvSpPr>
          <p:nvPr/>
        </p:nvSpPr>
        <p:spPr bwMode="auto">
          <a:xfrm>
            <a:off x="7061399" y="6321623"/>
            <a:ext cx="2889945"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TestRationalMatrix</a:t>
            </a:r>
          </a:p>
        </p:txBody>
      </p:sp>
      <p:sp>
        <p:nvSpPr>
          <p:cNvPr id="50186" name="Rectangle 19">
            <a:hlinkClick r:id="rId7"/>
            <a:extLst>
              <a:ext uri="{FF2B5EF4-FFF2-40B4-BE49-F238E27FC236}">
                <a16:creationId xmlns:a16="http://schemas.microsoft.com/office/drawing/2014/main" id="{E1AD9ED0-EA36-7834-7CDC-5106AAA2FE16}"/>
              </a:ext>
            </a:extLst>
          </p:cNvPr>
          <p:cNvSpPr>
            <a:spLocks noChangeArrowheads="1"/>
          </p:cNvSpPr>
          <p:nvPr/>
        </p:nvSpPr>
        <p:spPr bwMode="auto">
          <a:xfrm>
            <a:off x="3975596" y="6321623"/>
            <a:ext cx="2889944"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RationalMatrix</a:t>
            </a: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84054" y="4762"/>
            <a:ext cx="12312968" cy="1066800"/>
          </a:xfrm>
        </p:spPr>
        <p:txBody>
          <a:bodyPr/>
          <a:lstStyle/>
          <a:p>
            <a:pPr algn="ctr"/>
            <a:r>
              <a:rPr lang="en-US" b="1" dirty="0"/>
              <a:t>Summary</a:t>
            </a:r>
            <a:endParaRPr lang="en-GB" b="1" dirty="0"/>
          </a:p>
        </p:txBody>
      </p:sp>
      <p:sp>
        <p:nvSpPr>
          <p:cNvPr id="19459" name="Content Placeholder 2"/>
          <p:cNvSpPr>
            <a:spLocks noGrp="1"/>
          </p:cNvSpPr>
          <p:nvPr>
            <p:ph idx="1"/>
          </p:nvPr>
        </p:nvSpPr>
        <p:spPr>
          <a:xfrm>
            <a:off x="490644" y="1293541"/>
            <a:ext cx="12654995" cy="7025269"/>
          </a:xfrm>
        </p:spPr>
        <p:txBody>
          <a:bodyPr/>
          <a:lstStyle/>
          <a:p>
            <a:pPr marL="514350" indent="-514350"/>
            <a:r>
              <a:rPr lang="en-GB" sz="3600" dirty="0">
                <a:latin typeface="Times New Roman" pitchFamily="18" charset="0"/>
                <a:cs typeface="Times New Roman" pitchFamily="18" charset="0"/>
              </a:rPr>
              <a:t>What is Generics?</a:t>
            </a:r>
          </a:p>
          <a:p>
            <a:pPr marL="514350" indent="-514350"/>
            <a:r>
              <a:rPr lang="en-GB" sz="3600" dirty="0">
                <a:latin typeface="Times New Roman" pitchFamily="18" charset="0"/>
                <a:cs typeface="Times New Roman" pitchFamily="18" charset="0"/>
              </a:rPr>
              <a:t>Why Generics?</a:t>
            </a:r>
          </a:p>
          <a:p>
            <a:pPr marL="514350" indent="-514350"/>
            <a:r>
              <a:rPr lang="en-GB" sz="3600" dirty="0">
                <a:latin typeface="Times New Roman" pitchFamily="18" charset="0"/>
                <a:cs typeface="Times New Roman" pitchFamily="18" charset="0"/>
              </a:rPr>
              <a:t>Generic classes, interfaces and methods</a:t>
            </a:r>
          </a:p>
          <a:p>
            <a:pPr marL="514350" indent="-514350"/>
            <a:r>
              <a:rPr lang="en-GB" sz="3600" dirty="0">
                <a:latin typeface="Times New Roman" pitchFamily="18" charset="0"/>
                <a:cs typeface="Times New Roman" pitchFamily="18" charset="0"/>
              </a:rPr>
              <a:t>Wildcards</a:t>
            </a:r>
          </a:p>
          <a:p>
            <a:pPr marL="514350" indent="-514350"/>
            <a:endParaRPr lang="en-GB" sz="3600" dirty="0">
              <a:latin typeface="Times New Roman" pitchFamily="18" charset="0"/>
              <a:cs typeface="Times New Roman" pitchFamily="18" charset="0"/>
            </a:endParaRPr>
          </a:p>
          <a:p>
            <a:pPr marL="974725" lvl="1" indent="-514350"/>
            <a:endParaRPr lang="en-GB" sz="3000" dirty="0"/>
          </a:p>
        </p:txBody>
      </p:sp>
    </p:spTree>
    <p:extLst>
      <p:ext uri="{BB962C8B-B14F-4D97-AF65-F5344CB8AC3E}">
        <p14:creationId xmlns:p14="http://schemas.microsoft.com/office/powerpoint/2010/main" val="4205327326"/>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ctrTitle"/>
          </p:nvPr>
        </p:nvSpPr>
        <p:spPr>
          <a:xfrm>
            <a:off x="1709738" y="2200275"/>
            <a:ext cx="10450512" cy="1700213"/>
          </a:xfrm>
          <a:noFill/>
        </p:spPr>
        <p:txBody>
          <a:bodyPr/>
          <a:lstStyle/>
          <a:p>
            <a:pPr algn="ctr" eaLnBrk="1" hangingPunct="1"/>
            <a:r>
              <a:rPr lang="en-US" b="1" dirty="0">
                <a:solidFill>
                  <a:schemeClr val="tx1"/>
                </a:solidFill>
                <a:latin typeface="Times New Roman" panose="02020603050405020304" pitchFamily="18" charset="0"/>
                <a:cs typeface="Times New Roman" panose="02020603050405020304" pitchFamily="18" charset="0"/>
              </a:rPr>
              <a:t>End of Chapter 9</a:t>
            </a:r>
          </a:p>
        </p:txBody>
      </p:sp>
    </p:spTree>
    <p:custDataLst>
      <p:tags r:id="rId1"/>
    </p:custData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2.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3.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21282</TotalTime>
  <Words>1303</Words>
  <Application>Microsoft Office PowerPoint</Application>
  <PresentationFormat>Custom</PresentationFormat>
  <Paragraphs>167</Paragraphs>
  <Slides>28</Slides>
  <Notes>25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8" baseType="lpstr">
      <vt:lpstr>Arial</vt:lpstr>
      <vt:lpstr>Book Antiqua</vt:lpstr>
      <vt:lpstr>Courier New</vt:lpstr>
      <vt:lpstr>Monotype Sorts</vt:lpstr>
      <vt:lpstr>Tahoma</vt:lpstr>
      <vt:lpstr>Times New Roman</vt:lpstr>
      <vt:lpstr>Tw Cen MT Condensed Extra Bold</vt:lpstr>
      <vt:lpstr>Wingdings</vt:lpstr>
      <vt:lpstr>Blends</vt:lpstr>
      <vt:lpstr>Picture</vt:lpstr>
      <vt:lpstr>PowerPoint Presentation</vt:lpstr>
      <vt:lpstr>Learning Objectives</vt:lpstr>
      <vt:lpstr>Objectives</vt:lpstr>
      <vt:lpstr>Why Do You Get a Warning?</vt:lpstr>
      <vt:lpstr>Fix the Warning</vt:lpstr>
      <vt:lpstr>What is Generics? </vt:lpstr>
      <vt:lpstr>Why Generics? </vt:lpstr>
      <vt:lpstr>Generic Type</vt:lpstr>
      <vt:lpstr>Generic ArrayList in JDK 1.5</vt:lpstr>
      <vt:lpstr>No Casting Needed</vt:lpstr>
      <vt:lpstr>Declaring Generic Classes and Interfaces </vt:lpstr>
      <vt:lpstr>Generic Methods</vt:lpstr>
      <vt:lpstr>Bounded Generic Type</vt:lpstr>
      <vt:lpstr>Raw Type and Backward Compatibility </vt:lpstr>
      <vt:lpstr>Raw Type is Unsafe </vt:lpstr>
      <vt:lpstr>Make it Safe </vt:lpstr>
      <vt:lpstr>Wildcards </vt:lpstr>
      <vt:lpstr>Generic Types and Wildcard Types</vt:lpstr>
      <vt:lpstr>Avoiding Unsafe Raw Types </vt:lpstr>
      <vt:lpstr>Erasure and Restrictions on Generics  </vt:lpstr>
      <vt:lpstr>Compile Time Checking  </vt:lpstr>
      <vt:lpstr>Important Facts </vt:lpstr>
      <vt:lpstr>Restrictions on Generics </vt:lpstr>
      <vt:lpstr>Designing Generic Matrix Classes</vt:lpstr>
      <vt:lpstr>UML Diagram</vt:lpstr>
      <vt:lpstr>Source Code</vt:lpstr>
      <vt:lpstr>Summary</vt:lpstr>
      <vt:lpstr>End of Chapter 9</vt:lpstr>
    </vt:vector>
  </TitlesOfParts>
  <Company>Minotaur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Computer System</dc:title>
  <dc:subject>SAK 3100 Computer Programming</dc:subject>
  <dc:creator>Mohd Taufik Abdullah</dc:creator>
  <cp:lastModifiedBy>KHAIRUL AZHAR BIN KASMIRAN</cp:lastModifiedBy>
  <cp:revision>4065</cp:revision>
  <dcterms:created xsi:type="dcterms:W3CDTF">2003-01-02T20:11:59Z</dcterms:created>
  <dcterms:modified xsi:type="dcterms:W3CDTF">2025-06-10T02:41:09Z</dcterms:modified>
</cp:coreProperties>
</file>