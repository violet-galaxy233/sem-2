
<file path=[Content_Types].xml><?xml version="1.0" encoding="utf-8"?>
<Types xmlns="http://schemas.openxmlformats.org/package/2006/content-types">
  <Default Extension="jpeg" ContentType="image/jpe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86" r:id="rId1"/>
  </p:sldMasterIdLst>
  <p:notesMasterIdLst>
    <p:notesMasterId r:id="rId48"/>
  </p:notesMasterIdLst>
  <p:handoutMasterIdLst>
    <p:handoutMasterId r:id="rId49"/>
  </p:handoutMasterIdLst>
  <p:sldIdLst>
    <p:sldId id="302" r:id="rId2"/>
    <p:sldId id="257" r:id="rId3"/>
    <p:sldId id="258" r:id="rId4"/>
    <p:sldId id="259" r:id="rId5"/>
    <p:sldId id="260" r:id="rId6"/>
    <p:sldId id="261" r:id="rId7"/>
    <p:sldId id="262" r:id="rId8"/>
    <p:sldId id="263" r:id="rId9"/>
    <p:sldId id="264" r:id="rId10"/>
    <p:sldId id="265" r:id="rId11"/>
    <p:sldId id="266" r:id="rId12"/>
    <p:sldId id="267" r:id="rId13"/>
    <p:sldId id="285" r:id="rId14"/>
    <p:sldId id="286" r:id="rId15"/>
    <p:sldId id="287" r:id="rId16"/>
    <p:sldId id="288" r:id="rId17"/>
    <p:sldId id="289" r:id="rId18"/>
    <p:sldId id="268" r:id="rId19"/>
    <p:sldId id="269" r:id="rId20"/>
    <p:sldId id="290" r:id="rId21"/>
    <p:sldId id="291" r:id="rId22"/>
    <p:sldId id="292" r:id="rId23"/>
    <p:sldId id="293" r:id="rId24"/>
    <p:sldId id="294" r:id="rId25"/>
    <p:sldId id="295" r:id="rId26"/>
    <p:sldId id="296" r:id="rId27"/>
    <p:sldId id="297" r:id="rId28"/>
    <p:sldId id="298" r:id="rId29"/>
    <p:sldId id="299" r:id="rId30"/>
    <p:sldId id="300" r:id="rId31"/>
    <p:sldId id="270" r:id="rId32"/>
    <p:sldId id="271" r:id="rId33"/>
    <p:sldId id="272" r:id="rId34"/>
    <p:sldId id="273" r:id="rId35"/>
    <p:sldId id="274" r:id="rId36"/>
    <p:sldId id="275" r:id="rId37"/>
    <p:sldId id="276" r:id="rId38"/>
    <p:sldId id="277" r:id="rId39"/>
    <p:sldId id="278" r:id="rId40"/>
    <p:sldId id="279" r:id="rId41"/>
    <p:sldId id="280" r:id="rId42"/>
    <p:sldId id="281" r:id="rId43"/>
    <p:sldId id="282" r:id="rId44"/>
    <p:sldId id="283" r:id="rId45"/>
    <p:sldId id="284" r:id="rId46"/>
    <p:sldId id="301" r:id="rId47"/>
  </p:sldIdLst>
  <p:sldSz cx="9144000" cy="6858000" type="screen4x3"/>
  <p:notesSz cx="6858000" cy="9144000"/>
  <p:defaultTextStyle>
    <a:defPPr>
      <a:defRPr lang="en-GB"/>
    </a:defPPr>
    <a:lvl1pPr algn="l" rtl="0" eaLnBrk="0" fontAlgn="base" hangingPunct="0">
      <a:spcBef>
        <a:spcPct val="0"/>
      </a:spcBef>
      <a:spcAft>
        <a:spcPct val="0"/>
      </a:spcAft>
      <a:defRPr kern="1200">
        <a:solidFill>
          <a:schemeClr val="bg1"/>
        </a:solidFill>
        <a:latin typeface="Times New Roman" pitchFamily="18" charset="0"/>
        <a:ea typeface="MS Gothic" charset="-128"/>
        <a:cs typeface="+mn-cs"/>
      </a:defRPr>
    </a:lvl1pPr>
    <a:lvl2pPr marL="457200" algn="l" rtl="0" eaLnBrk="0" fontAlgn="base" hangingPunct="0">
      <a:spcBef>
        <a:spcPct val="0"/>
      </a:spcBef>
      <a:spcAft>
        <a:spcPct val="0"/>
      </a:spcAft>
      <a:defRPr kern="1200">
        <a:solidFill>
          <a:schemeClr val="bg1"/>
        </a:solidFill>
        <a:latin typeface="Times New Roman" pitchFamily="18" charset="0"/>
        <a:ea typeface="MS Gothic" charset="-128"/>
        <a:cs typeface="+mn-cs"/>
      </a:defRPr>
    </a:lvl2pPr>
    <a:lvl3pPr marL="914400" algn="l" rtl="0" eaLnBrk="0" fontAlgn="base" hangingPunct="0">
      <a:spcBef>
        <a:spcPct val="0"/>
      </a:spcBef>
      <a:spcAft>
        <a:spcPct val="0"/>
      </a:spcAft>
      <a:defRPr kern="1200">
        <a:solidFill>
          <a:schemeClr val="bg1"/>
        </a:solidFill>
        <a:latin typeface="Times New Roman" pitchFamily="18" charset="0"/>
        <a:ea typeface="MS Gothic" charset="-128"/>
        <a:cs typeface="+mn-cs"/>
      </a:defRPr>
    </a:lvl3pPr>
    <a:lvl4pPr marL="1371600" algn="l" rtl="0" eaLnBrk="0" fontAlgn="base" hangingPunct="0">
      <a:spcBef>
        <a:spcPct val="0"/>
      </a:spcBef>
      <a:spcAft>
        <a:spcPct val="0"/>
      </a:spcAft>
      <a:defRPr kern="1200">
        <a:solidFill>
          <a:schemeClr val="bg1"/>
        </a:solidFill>
        <a:latin typeface="Times New Roman" pitchFamily="18" charset="0"/>
        <a:ea typeface="MS Gothic" charset="-128"/>
        <a:cs typeface="+mn-cs"/>
      </a:defRPr>
    </a:lvl4pPr>
    <a:lvl5pPr marL="1828800" algn="l" rtl="0" eaLnBrk="0" fontAlgn="base" hangingPunct="0">
      <a:spcBef>
        <a:spcPct val="0"/>
      </a:spcBef>
      <a:spcAft>
        <a:spcPct val="0"/>
      </a:spcAft>
      <a:defRPr kern="1200">
        <a:solidFill>
          <a:schemeClr val="bg1"/>
        </a:solidFill>
        <a:latin typeface="Times New Roman" pitchFamily="18" charset="0"/>
        <a:ea typeface="MS Gothic" charset="-128"/>
        <a:cs typeface="+mn-cs"/>
      </a:defRPr>
    </a:lvl5pPr>
    <a:lvl6pPr marL="2286000" algn="l" defTabSz="914400" rtl="0" eaLnBrk="1" latinLnBrk="0" hangingPunct="1">
      <a:defRPr kern="1200">
        <a:solidFill>
          <a:schemeClr val="bg1"/>
        </a:solidFill>
        <a:latin typeface="Times New Roman" pitchFamily="18" charset="0"/>
        <a:ea typeface="MS Gothic" charset="-128"/>
        <a:cs typeface="+mn-cs"/>
      </a:defRPr>
    </a:lvl6pPr>
    <a:lvl7pPr marL="2743200" algn="l" defTabSz="914400" rtl="0" eaLnBrk="1" latinLnBrk="0" hangingPunct="1">
      <a:defRPr kern="1200">
        <a:solidFill>
          <a:schemeClr val="bg1"/>
        </a:solidFill>
        <a:latin typeface="Times New Roman" pitchFamily="18" charset="0"/>
        <a:ea typeface="MS Gothic" charset="-128"/>
        <a:cs typeface="+mn-cs"/>
      </a:defRPr>
    </a:lvl7pPr>
    <a:lvl8pPr marL="3200400" algn="l" defTabSz="914400" rtl="0" eaLnBrk="1" latinLnBrk="0" hangingPunct="1">
      <a:defRPr kern="1200">
        <a:solidFill>
          <a:schemeClr val="bg1"/>
        </a:solidFill>
        <a:latin typeface="Times New Roman" pitchFamily="18" charset="0"/>
        <a:ea typeface="MS Gothic" charset="-128"/>
        <a:cs typeface="+mn-cs"/>
      </a:defRPr>
    </a:lvl8pPr>
    <a:lvl9pPr marL="3657600" algn="l" defTabSz="914400" rtl="0" eaLnBrk="1" latinLnBrk="0" hangingPunct="1">
      <a:defRPr kern="1200">
        <a:solidFill>
          <a:schemeClr val="bg1"/>
        </a:solidFill>
        <a:latin typeface="Times New Roman" pitchFamily="18" charset="0"/>
        <a:ea typeface="MS Gothic" charset="-128"/>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chemeClr val="tx1"/>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9FF33"/>
    <a:srgbClr val="00FF00"/>
    <a:srgbClr val="3333FF"/>
    <a:srgbClr val="003300"/>
    <a:srgbClr val="9999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32753"/>
    <p:restoredTop sz="96296"/>
  </p:normalViewPr>
  <p:slideViewPr>
    <p:cSldViewPr>
      <p:cViewPr varScale="1">
        <p:scale>
          <a:sx n="112" d="100"/>
          <a:sy n="112" d="100"/>
        </p:scale>
        <p:origin x="656" y="192"/>
      </p:cViewPr>
      <p:guideLst>
        <p:guide orient="horz" pos="2160"/>
        <p:guide pos="2880"/>
      </p:guideLst>
    </p:cSldViewPr>
  </p:slideViewPr>
  <p:outlineViewPr>
    <p:cViewPr varScale="1">
      <p:scale>
        <a:sx n="170" d="200"/>
        <a:sy n="170" d="200"/>
      </p:scale>
      <p:origin x="-780" y="-84"/>
    </p:cViewPr>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59" d="100"/>
          <a:sy n="59" d="100"/>
        </p:scale>
        <p:origin x="-1752" y="-72"/>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4274"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atin typeface="Times New Roman" charset="0"/>
                <a:ea typeface="+mn-ea"/>
              </a:defRPr>
            </a:lvl1pPr>
          </a:lstStyle>
          <a:p>
            <a:pPr>
              <a:defRPr/>
            </a:pPr>
            <a:endParaRPr lang="en-US"/>
          </a:p>
        </p:txBody>
      </p:sp>
      <p:sp>
        <p:nvSpPr>
          <p:cNvPr id="54275" name="Rectangle 3"/>
          <p:cNvSpPr>
            <a:spLocks noGrp="1" noChangeArrowheads="1"/>
          </p:cNvSpPr>
          <p:nvPr>
            <p:ph type="dt" sz="quarter"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atin typeface="Times New Roman" charset="0"/>
                <a:ea typeface="+mn-ea"/>
              </a:defRPr>
            </a:lvl1pPr>
          </a:lstStyle>
          <a:p>
            <a:pPr>
              <a:defRPr/>
            </a:pPr>
            <a:endParaRPr lang="en-US"/>
          </a:p>
        </p:txBody>
      </p:sp>
      <p:sp>
        <p:nvSpPr>
          <p:cNvPr id="54276" name="Rectangle 4"/>
          <p:cNvSpPr>
            <a:spLocks noGrp="1" noChangeArrowheads="1"/>
          </p:cNvSpPr>
          <p:nvPr>
            <p:ph type="ftr" sz="quarter" idx="2"/>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atin typeface="Times New Roman" charset="0"/>
                <a:ea typeface="+mn-ea"/>
              </a:defRPr>
            </a:lvl1pPr>
          </a:lstStyle>
          <a:p>
            <a:pPr>
              <a:defRPr/>
            </a:pPr>
            <a:endParaRPr lang="en-US"/>
          </a:p>
        </p:txBody>
      </p:sp>
      <p:sp>
        <p:nvSpPr>
          <p:cNvPr id="54277" name="Rectangle 5"/>
          <p:cNvSpPr>
            <a:spLocks noGrp="1" noChangeArrowheads="1"/>
          </p:cNvSpPr>
          <p:nvPr>
            <p:ph type="sldNum" sz="quarter" idx="3"/>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atin typeface="Times New Roman" charset="0"/>
                <a:ea typeface="+mn-ea"/>
              </a:defRPr>
            </a:lvl1pPr>
          </a:lstStyle>
          <a:p>
            <a:pPr>
              <a:defRPr/>
            </a:pPr>
            <a:fld id="{44E3F90B-5A34-49FB-AA35-648D13953962}" type="slidenum">
              <a:rPr lang="en-US"/>
              <a:pPr>
                <a:defRPr/>
              </a:pPr>
              <a:t>‹#›</a:t>
            </a:fld>
            <a:endParaRPr lang="en-US"/>
          </a:p>
        </p:txBody>
      </p:sp>
    </p:spTree>
    <p:extLst>
      <p:ext uri="{BB962C8B-B14F-4D97-AF65-F5344CB8AC3E}">
        <p14:creationId xmlns:p14="http://schemas.microsoft.com/office/powerpoint/2010/main" val="39582005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0178" name="Rectangle 1"/>
          <p:cNvSpPr>
            <a:spLocks noGrp="1" noRot="1" noChangeAspect="1" noChangeArrowheads="1" noTextEdit="1"/>
          </p:cNvSpPr>
          <p:nvPr>
            <p:ph type="sldImg"/>
          </p:nvPr>
        </p:nvSpPr>
        <p:spPr bwMode="auto">
          <a:xfrm>
            <a:off x="0" y="303213"/>
            <a:ext cx="1588" cy="1587"/>
          </a:xfrm>
          <a:prstGeom prst="rect">
            <a:avLst/>
          </a:prstGeom>
          <a:solidFill>
            <a:srgbClr val="FFFFFF"/>
          </a:solidFill>
          <a:ln w="9525">
            <a:solidFill>
              <a:srgbClr val="000000"/>
            </a:solidFill>
            <a:miter lim="800000"/>
            <a:headEnd/>
            <a:tailEnd/>
          </a:ln>
        </p:spPr>
      </p:sp>
      <p:sp>
        <p:nvSpPr>
          <p:cNvPr id="3074" name="Rectangle 2"/>
          <p:cNvSpPr txBox="1">
            <a:spLocks noGrp="1" noChangeArrowheads="1"/>
          </p:cNvSpPr>
          <p:nvPr>
            <p:ph type="body" idx="1"/>
          </p:nvPr>
        </p:nvSpPr>
        <p:spPr bwMode="auto">
          <a:xfrm>
            <a:off x="503238" y="4316413"/>
            <a:ext cx="5856287" cy="4059237"/>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endParaRPr lang="en-US" noProof="0"/>
          </a:p>
        </p:txBody>
      </p:sp>
    </p:spTree>
    <p:extLst>
      <p:ext uri="{BB962C8B-B14F-4D97-AF65-F5344CB8AC3E}">
        <p14:creationId xmlns:p14="http://schemas.microsoft.com/office/powerpoint/2010/main" val="3630858484"/>
      </p:ext>
    </p:extLst>
  </p:cSld>
  <p:clrMap bg1="lt1" tx1="dk1" bg2="lt2" tx2="dk2" accent1="accent1" accent2="accent2" accent3="accent3" accent4="accent4" accent5="accent5" accent6="accent6" hlink="hlink" folHlink="folHlink"/>
  <p:notesStyle>
    <a:lvl1pPr algn="l" defTabSz="457200" rtl="0" eaLnBrk="0" fontAlgn="base" hangingPunct="0">
      <a:spcBef>
        <a:spcPct val="30000"/>
      </a:spcBef>
      <a:spcAft>
        <a:spcPct val="0"/>
      </a:spcAft>
      <a:buClr>
        <a:srgbClr val="000000"/>
      </a:buClr>
      <a:buSzPct val="100000"/>
      <a:buFont typeface="Times New Roman" pitchFamily="18" charset="0"/>
      <a:defRPr sz="1200" kern="1200">
        <a:solidFill>
          <a:srgbClr val="000000"/>
        </a:solidFill>
        <a:latin typeface="Times New Roman" charset="0"/>
        <a:ea typeface="+mn-ea"/>
        <a:cs typeface="+mn-cs"/>
      </a:defRPr>
    </a:lvl1pPr>
    <a:lvl2pPr marL="742950" indent="-285750" algn="l" defTabSz="457200" rtl="0" eaLnBrk="0" fontAlgn="base" hangingPunct="0">
      <a:spcBef>
        <a:spcPct val="30000"/>
      </a:spcBef>
      <a:spcAft>
        <a:spcPct val="0"/>
      </a:spcAft>
      <a:buClr>
        <a:srgbClr val="000000"/>
      </a:buClr>
      <a:buSzPct val="100000"/>
      <a:buFont typeface="Times New Roman" pitchFamily="18" charset="0"/>
      <a:defRPr sz="1200" kern="1200">
        <a:solidFill>
          <a:srgbClr val="000000"/>
        </a:solidFill>
        <a:latin typeface="Times New Roman" charset="0"/>
        <a:ea typeface="+mn-ea"/>
        <a:cs typeface="+mn-cs"/>
      </a:defRPr>
    </a:lvl2pPr>
    <a:lvl3pPr marL="1143000" indent="-228600" algn="l" defTabSz="457200" rtl="0" eaLnBrk="0" fontAlgn="base" hangingPunct="0">
      <a:spcBef>
        <a:spcPct val="30000"/>
      </a:spcBef>
      <a:spcAft>
        <a:spcPct val="0"/>
      </a:spcAft>
      <a:buClr>
        <a:srgbClr val="000000"/>
      </a:buClr>
      <a:buSzPct val="100000"/>
      <a:buFont typeface="Times New Roman" pitchFamily="18" charset="0"/>
      <a:defRPr sz="1200" kern="1200">
        <a:solidFill>
          <a:srgbClr val="000000"/>
        </a:solidFill>
        <a:latin typeface="Times New Roman" charset="0"/>
        <a:ea typeface="+mn-ea"/>
        <a:cs typeface="+mn-cs"/>
      </a:defRPr>
    </a:lvl3pPr>
    <a:lvl4pPr marL="1600200" indent="-228600" algn="l" defTabSz="457200" rtl="0" eaLnBrk="0" fontAlgn="base" hangingPunct="0">
      <a:spcBef>
        <a:spcPct val="30000"/>
      </a:spcBef>
      <a:spcAft>
        <a:spcPct val="0"/>
      </a:spcAft>
      <a:buClr>
        <a:srgbClr val="000000"/>
      </a:buClr>
      <a:buSzPct val="100000"/>
      <a:buFont typeface="Times New Roman" pitchFamily="18" charset="0"/>
      <a:defRPr sz="1200" kern="1200">
        <a:solidFill>
          <a:srgbClr val="000000"/>
        </a:solidFill>
        <a:latin typeface="Times New Roman" charset="0"/>
        <a:ea typeface="+mn-ea"/>
        <a:cs typeface="+mn-cs"/>
      </a:defRPr>
    </a:lvl4pPr>
    <a:lvl5pPr marL="2057400" indent="-228600" algn="l" defTabSz="457200" rtl="0" eaLnBrk="0" fontAlgn="base" hangingPunct="0">
      <a:spcBef>
        <a:spcPct val="30000"/>
      </a:spcBef>
      <a:spcAft>
        <a:spcPct val="0"/>
      </a:spcAft>
      <a:buClr>
        <a:srgbClr val="000000"/>
      </a:buClr>
      <a:buSzPct val="100000"/>
      <a:buFont typeface="Times New Roman" pitchFamily="18" charset="0"/>
      <a:defRPr sz="1200" kern="1200">
        <a:solidFill>
          <a:srgbClr val="000000"/>
        </a:solidFill>
        <a:latin typeface="Times New Roman"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2226" name="Rectangle 1025"/>
          <p:cNvSpPr>
            <a:spLocks noGrp="1" noRot="1" noChangeAspect="1" noChangeArrowheads="1" noTextEdit="1"/>
          </p:cNvSpPr>
          <p:nvPr>
            <p:ph type="sldImg"/>
          </p:nvPr>
        </p:nvSpPr>
        <p:spPr>
          <a:ln/>
        </p:spPr>
      </p:sp>
      <p:sp>
        <p:nvSpPr>
          <p:cNvPr id="52227" name="Rectangle 1026"/>
          <p:cNvSpPr txBox="1">
            <a:spLocks noGrp="1" noChangeArrowheads="1"/>
          </p:cNvSpPr>
          <p:nvPr>
            <p:ph type="body" idx="1"/>
          </p:nvPr>
        </p:nvSpPr>
        <p:spPr>
          <a:xfrm>
            <a:off x="503238" y="4316413"/>
            <a:ext cx="5856287" cy="4060825"/>
          </a:xfrm>
          <a:noFill/>
          <a:ln/>
        </p:spPr>
        <p:txBody>
          <a:bodyPr wrap="none" anchor="ctr"/>
          <a:lstStyle/>
          <a:p>
            <a:endParaRPr lang="en-US">
              <a:latin typeface="Times New Roman" pitchFamily="18"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3250" name="Rectangle 1025"/>
          <p:cNvSpPr>
            <a:spLocks noGrp="1" noRot="1" noChangeAspect="1" noChangeArrowheads="1" noTextEdit="1"/>
          </p:cNvSpPr>
          <p:nvPr>
            <p:ph type="sldImg"/>
          </p:nvPr>
        </p:nvSpPr>
        <p:spPr>
          <a:ln/>
        </p:spPr>
      </p:sp>
      <p:sp>
        <p:nvSpPr>
          <p:cNvPr id="53251" name="Rectangle 1026"/>
          <p:cNvSpPr txBox="1">
            <a:spLocks noGrp="1" noChangeArrowheads="1"/>
          </p:cNvSpPr>
          <p:nvPr>
            <p:ph type="body" idx="1"/>
          </p:nvPr>
        </p:nvSpPr>
        <p:spPr>
          <a:xfrm>
            <a:off x="503238" y="4316413"/>
            <a:ext cx="5856287" cy="4060825"/>
          </a:xfrm>
          <a:noFill/>
          <a:ln/>
        </p:spPr>
        <p:txBody>
          <a:bodyPr wrap="none" anchor="ctr"/>
          <a:lstStyle/>
          <a:p>
            <a:endParaRPr lang="en-US">
              <a:latin typeface="Times New Roman" pitchFamily="18"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4274" name="Rectangle 1025"/>
          <p:cNvSpPr>
            <a:spLocks noGrp="1" noRot="1" noChangeAspect="1" noChangeArrowheads="1" noTextEdit="1"/>
          </p:cNvSpPr>
          <p:nvPr>
            <p:ph type="sldImg"/>
          </p:nvPr>
        </p:nvSpPr>
        <p:spPr>
          <a:ln/>
        </p:spPr>
      </p:sp>
      <p:sp>
        <p:nvSpPr>
          <p:cNvPr id="54275" name="Rectangle 1026"/>
          <p:cNvSpPr txBox="1">
            <a:spLocks noGrp="1" noChangeArrowheads="1"/>
          </p:cNvSpPr>
          <p:nvPr>
            <p:ph type="body" idx="1"/>
          </p:nvPr>
        </p:nvSpPr>
        <p:spPr>
          <a:xfrm>
            <a:off x="503238" y="4316413"/>
            <a:ext cx="5856287" cy="4060825"/>
          </a:xfrm>
          <a:noFill/>
          <a:ln/>
        </p:spPr>
        <p:txBody>
          <a:bodyPr wrap="none" anchor="ctr"/>
          <a:lstStyle/>
          <a:p>
            <a:endParaRPr lang="en-US">
              <a:latin typeface="Times New Roman" pitchFamily="18"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5298" name="Rectangle 1"/>
          <p:cNvSpPr>
            <a:spLocks noGrp="1" noRot="1" noChangeAspect="1" noChangeArrowheads="1" noTextEdit="1"/>
          </p:cNvSpPr>
          <p:nvPr>
            <p:ph type="sldImg"/>
          </p:nvPr>
        </p:nvSpPr>
        <p:spPr>
          <a:ln/>
        </p:spPr>
      </p:sp>
      <p:sp>
        <p:nvSpPr>
          <p:cNvPr id="55299" name="Rectangle 2"/>
          <p:cNvSpPr txBox="1">
            <a:spLocks noGrp="1" noChangeArrowheads="1"/>
          </p:cNvSpPr>
          <p:nvPr>
            <p:ph type="body" idx="1"/>
          </p:nvPr>
        </p:nvSpPr>
        <p:spPr>
          <a:xfrm>
            <a:off x="503238" y="4316413"/>
            <a:ext cx="5856287" cy="4060825"/>
          </a:xfrm>
          <a:noFill/>
          <a:ln/>
        </p:spPr>
        <p:txBody>
          <a:bodyPr wrap="none" anchor="ctr"/>
          <a:lstStyle/>
          <a:p>
            <a:endParaRPr lang="en-US">
              <a:latin typeface="Times New Roman" pitchFamily="18"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6322" name="Rectangle 1"/>
          <p:cNvSpPr>
            <a:spLocks noGrp="1" noRot="1" noChangeAspect="1" noChangeArrowheads="1" noTextEdit="1"/>
          </p:cNvSpPr>
          <p:nvPr>
            <p:ph type="sldImg"/>
          </p:nvPr>
        </p:nvSpPr>
        <p:spPr>
          <a:ln/>
        </p:spPr>
      </p:sp>
      <p:sp>
        <p:nvSpPr>
          <p:cNvPr id="56323" name="Rectangle 2"/>
          <p:cNvSpPr txBox="1">
            <a:spLocks noGrp="1" noChangeArrowheads="1"/>
          </p:cNvSpPr>
          <p:nvPr>
            <p:ph type="body" idx="1"/>
          </p:nvPr>
        </p:nvSpPr>
        <p:spPr>
          <a:xfrm>
            <a:off x="503238" y="4316413"/>
            <a:ext cx="5856287" cy="4060825"/>
          </a:xfrm>
          <a:noFill/>
          <a:ln/>
        </p:spPr>
        <p:txBody>
          <a:bodyPr wrap="none" anchor="ctr"/>
          <a:lstStyle/>
          <a:p>
            <a:endParaRPr lang="en-US">
              <a:latin typeface="Times New Roman" pitchFamily="18"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7346" name="Rectangle 1"/>
          <p:cNvSpPr>
            <a:spLocks noGrp="1" noRot="1" noChangeAspect="1" noChangeArrowheads="1" noTextEdit="1"/>
          </p:cNvSpPr>
          <p:nvPr>
            <p:ph type="sldImg"/>
          </p:nvPr>
        </p:nvSpPr>
        <p:spPr>
          <a:ln/>
        </p:spPr>
      </p:sp>
      <p:sp>
        <p:nvSpPr>
          <p:cNvPr id="57347" name="Rectangle 2"/>
          <p:cNvSpPr txBox="1">
            <a:spLocks noGrp="1" noChangeArrowheads="1"/>
          </p:cNvSpPr>
          <p:nvPr>
            <p:ph type="body" idx="1"/>
          </p:nvPr>
        </p:nvSpPr>
        <p:spPr>
          <a:xfrm>
            <a:off x="503238" y="4316413"/>
            <a:ext cx="5856287" cy="4060825"/>
          </a:xfrm>
          <a:noFill/>
          <a:ln/>
        </p:spPr>
        <p:txBody>
          <a:bodyPr wrap="none" anchor="ctr"/>
          <a:lstStyle/>
          <a:p>
            <a:endParaRPr lang="en-US">
              <a:latin typeface="Times New Roman" pitchFamily="18"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8370" name="Rectangle 1"/>
          <p:cNvSpPr>
            <a:spLocks noGrp="1" noRot="1" noChangeAspect="1" noChangeArrowheads="1" noTextEdit="1"/>
          </p:cNvSpPr>
          <p:nvPr>
            <p:ph type="sldImg"/>
          </p:nvPr>
        </p:nvSpPr>
        <p:spPr>
          <a:ln/>
        </p:spPr>
      </p:sp>
      <p:sp>
        <p:nvSpPr>
          <p:cNvPr id="58371" name="Rectangle 2"/>
          <p:cNvSpPr txBox="1">
            <a:spLocks noGrp="1" noChangeArrowheads="1"/>
          </p:cNvSpPr>
          <p:nvPr>
            <p:ph type="body" idx="1"/>
          </p:nvPr>
        </p:nvSpPr>
        <p:spPr>
          <a:xfrm>
            <a:off x="503238" y="4316413"/>
            <a:ext cx="5856287" cy="4060825"/>
          </a:xfrm>
          <a:noFill/>
          <a:ln/>
        </p:spPr>
        <p:txBody>
          <a:bodyPr wrap="none" anchor="ctr"/>
          <a:lstStyle/>
          <a:p>
            <a:endParaRPr lang="en-US">
              <a:latin typeface="Times New Roman" pitchFamily="18"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9394" name="Rectangle 1"/>
          <p:cNvSpPr>
            <a:spLocks noGrp="1" noRot="1" noChangeAspect="1" noChangeArrowheads="1" noTextEdit="1"/>
          </p:cNvSpPr>
          <p:nvPr>
            <p:ph type="sldImg"/>
          </p:nvPr>
        </p:nvSpPr>
        <p:spPr>
          <a:ln/>
        </p:spPr>
      </p:sp>
      <p:sp>
        <p:nvSpPr>
          <p:cNvPr id="59395" name="Rectangle 2"/>
          <p:cNvSpPr txBox="1">
            <a:spLocks noGrp="1" noChangeArrowheads="1"/>
          </p:cNvSpPr>
          <p:nvPr>
            <p:ph type="body" idx="1"/>
          </p:nvPr>
        </p:nvSpPr>
        <p:spPr>
          <a:xfrm>
            <a:off x="503238" y="4316413"/>
            <a:ext cx="5856287" cy="4060825"/>
          </a:xfrm>
          <a:noFill/>
          <a:ln/>
        </p:spPr>
        <p:txBody>
          <a:bodyPr wrap="none" anchor="ctr"/>
          <a:lstStyle/>
          <a:p>
            <a:endParaRPr lang="en-US">
              <a:latin typeface="Times New Roman" pitchFamily="18"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0418" name="Rectangle 1"/>
          <p:cNvSpPr>
            <a:spLocks noGrp="1" noRot="1" noChangeAspect="1" noChangeArrowheads="1" noTextEdit="1"/>
          </p:cNvSpPr>
          <p:nvPr>
            <p:ph type="sldImg"/>
          </p:nvPr>
        </p:nvSpPr>
        <p:spPr>
          <a:ln/>
        </p:spPr>
      </p:sp>
      <p:sp>
        <p:nvSpPr>
          <p:cNvPr id="60419" name="Rectangle 2"/>
          <p:cNvSpPr txBox="1">
            <a:spLocks noGrp="1" noChangeArrowheads="1"/>
          </p:cNvSpPr>
          <p:nvPr>
            <p:ph type="body" idx="1"/>
          </p:nvPr>
        </p:nvSpPr>
        <p:spPr>
          <a:xfrm>
            <a:off x="503238" y="4316413"/>
            <a:ext cx="5856287" cy="4060825"/>
          </a:xfrm>
          <a:noFill/>
          <a:ln/>
        </p:spPr>
        <p:txBody>
          <a:bodyPr wrap="none" anchor="ctr"/>
          <a:lstStyle/>
          <a:p>
            <a:r>
              <a:rPr lang="en-US" dirty="0">
                <a:latin typeface="Times New Roman" pitchFamily="18" charset="0"/>
              </a:rPr>
              <a:t>For examples: </a:t>
            </a:r>
          </a:p>
          <a:p>
            <a:endParaRPr lang="en-US" dirty="0">
              <a:latin typeface="Times New Roman" pitchFamily="18" charset="0"/>
            </a:endParaRPr>
          </a:p>
          <a:p>
            <a:r>
              <a:rPr lang="en-MY" dirty="0"/>
              <a:t>Why is Information Used to Deny Jobs or Loans</a:t>
            </a:r>
            <a:endParaRPr lang="en-US" dirty="0">
              <a:latin typeface="Times New Roman" pitchFamily="18" charset="0"/>
            </a:endParaRPr>
          </a:p>
          <a:p>
            <a:endParaRPr lang="en-US" dirty="0">
              <a:latin typeface="Times New Roman" pitchFamily="18" charset="0"/>
            </a:endParaRPr>
          </a:p>
          <a:p>
            <a:r>
              <a:rPr lang="en-MY" b="1" dirty="0"/>
              <a:t>For employers:</a:t>
            </a:r>
            <a:r>
              <a:rPr lang="en-MY" dirty="0"/>
              <a:t> A poor financial history might indicate unreliability, especially for roles handling money or sensitive information.</a:t>
            </a:r>
          </a:p>
          <a:p>
            <a:endParaRPr lang="en-MY" b="1" dirty="0"/>
          </a:p>
          <a:p>
            <a:r>
              <a:rPr lang="en-MY" b="1" dirty="0"/>
              <a:t>For banks:</a:t>
            </a:r>
            <a:r>
              <a:rPr lang="en-MY" dirty="0"/>
              <a:t> A low credit score or a history of defaults signals a higher risk of loan default.</a:t>
            </a:r>
            <a:endParaRPr lang="en-US" dirty="0">
              <a:latin typeface="Times New Roman" pitchFamily="18" charset="0"/>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1442" name="Rectangle 1"/>
          <p:cNvSpPr>
            <a:spLocks noGrp="1" noRot="1" noChangeAspect="1" noChangeArrowheads="1" noTextEdit="1"/>
          </p:cNvSpPr>
          <p:nvPr>
            <p:ph type="sldImg"/>
          </p:nvPr>
        </p:nvSpPr>
        <p:spPr>
          <a:ln/>
        </p:spPr>
      </p:sp>
      <p:sp>
        <p:nvSpPr>
          <p:cNvPr id="61443" name="Rectangle 2"/>
          <p:cNvSpPr txBox="1">
            <a:spLocks noGrp="1" noChangeArrowheads="1"/>
          </p:cNvSpPr>
          <p:nvPr>
            <p:ph type="body" idx="1"/>
          </p:nvPr>
        </p:nvSpPr>
        <p:spPr>
          <a:xfrm>
            <a:off x="503238" y="4316413"/>
            <a:ext cx="5856287" cy="4060825"/>
          </a:xfrm>
          <a:noFill/>
          <a:ln/>
        </p:spPr>
        <p:txBody>
          <a:bodyPr wrap="none" anchor="ctr"/>
          <a:lstStyle/>
          <a:p>
            <a:r>
              <a:rPr lang="en-MY" dirty="0"/>
              <a:t>Computer matching  (compare data sets for consistency) and computer profiling (create detailed profiles or predictions about </a:t>
            </a:r>
            <a:r>
              <a:rPr lang="en-MY" dirty="0" err="1"/>
              <a:t>ind</a:t>
            </a:r>
            <a:r>
              <a:rPr lang="en-MY" dirty="0"/>
              <a:t>/group), while useful for </a:t>
            </a:r>
            <a:r>
              <a:rPr lang="en-MY" dirty="0" err="1"/>
              <a:t>analyzing</a:t>
            </a:r>
            <a:r>
              <a:rPr lang="en-MY" dirty="0"/>
              <a:t> data and making decisions, can have significant implications for privacy. Such as data misuse, over collection, lack of transparency, false matches and bias</a:t>
            </a:r>
          </a:p>
          <a:p>
            <a:endParaRPr lang="en-MY" dirty="0">
              <a:latin typeface="Times New Roman" pitchFamily="18" charset="0"/>
            </a:endParaRPr>
          </a:p>
          <a:p>
            <a:r>
              <a:rPr lang="en-MY" dirty="0">
                <a:latin typeface="Times New Roman" pitchFamily="18" charset="0"/>
              </a:rPr>
              <a:t>Computer matching for fraud detection, verification  application</a:t>
            </a:r>
          </a:p>
          <a:p>
            <a:endParaRPr lang="en-MY" dirty="0">
              <a:latin typeface="Times New Roman" pitchFamily="18" charset="0"/>
            </a:endParaRPr>
          </a:p>
          <a:p>
            <a:r>
              <a:rPr lang="en-MY" dirty="0">
                <a:latin typeface="Times New Roman" pitchFamily="18" charset="0"/>
              </a:rPr>
              <a:t>Computer profiling for marketing, risk assessment, decision making application</a:t>
            </a:r>
            <a:endParaRPr lang="en-US" dirty="0">
              <a:latin typeface="Times New Roman" pitchFamily="18" charset="0"/>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2466" name="Rectangle 1"/>
          <p:cNvSpPr>
            <a:spLocks noGrp="1" noRot="1" noChangeAspect="1" noChangeArrowheads="1" noTextEdit="1"/>
          </p:cNvSpPr>
          <p:nvPr>
            <p:ph type="sldImg"/>
          </p:nvPr>
        </p:nvSpPr>
        <p:spPr>
          <a:ln/>
        </p:spPr>
      </p:sp>
      <p:sp>
        <p:nvSpPr>
          <p:cNvPr id="62467" name="Rectangle 2"/>
          <p:cNvSpPr txBox="1">
            <a:spLocks noGrp="1" noChangeArrowheads="1"/>
          </p:cNvSpPr>
          <p:nvPr>
            <p:ph type="body" idx="1"/>
          </p:nvPr>
        </p:nvSpPr>
        <p:spPr>
          <a:xfrm>
            <a:off x="503238" y="4316413"/>
            <a:ext cx="5856287" cy="4060825"/>
          </a:xfrm>
          <a:noFill/>
          <a:ln/>
        </p:spPr>
        <p:txBody>
          <a:bodyPr wrap="none" anchor="ctr"/>
          <a:lstStyle/>
          <a:p>
            <a:endParaRPr lang="en-US">
              <a:latin typeface="Times New Roman" pitchFamily="18" charset="0"/>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3490" name="Rectangle 1"/>
          <p:cNvSpPr>
            <a:spLocks noGrp="1" noRot="1" noChangeAspect="1" noChangeArrowheads="1" noTextEdit="1"/>
          </p:cNvSpPr>
          <p:nvPr>
            <p:ph type="sldImg"/>
          </p:nvPr>
        </p:nvSpPr>
        <p:spPr>
          <a:ln/>
        </p:spPr>
      </p:sp>
      <p:sp>
        <p:nvSpPr>
          <p:cNvPr id="63491" name="Rectangle 2"/>
          <p:cNvSpPr txBox="1">
            <a:spLocks noGrp="1" noChangeArrowheads="1"/>
          </p:cNvSpPr>
          <p:nvPr>
            <p:ph type="body" idx="1"/>
          </p:nvPr>
        </p:nvSpPr>
        <p:spPr>
          <a:xfrm>
            <a:off x="503238" y="4316413"/>
            <a:ext cx="5856287" cy="4060825"/>
          </a:xfrm>
          <a:noFill/>
          <a:ln/>
        </p:spPr>
        <p:txBody>
          <a:bodyPr wrap="none" anchor="ctr"/>
          <a:lstStyle/>
          <a:p>
            <a:endParaRPr lang="en-US">
              <a:latin typeface="Times New Roman" pitchFamily="18" charset="0"/>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4514" name="Rectangle 1"/>
          <p:cNvSpPr>
            <a:spLocks noGrp="1" noRot="1" noChangeAspect="1" noChangeArrowheads="1" noTextEdit="1"/>
          </p:cNvSpPr>
          <p:nvPr>
            <p:ph type="sldImg"/>
          </p:nvPr>
        </p:nvSpPr>
        <p:spPr>
          <a:ln/>
        </p:spPr>
      </p:sp>
      <p:sp>
        <p:nvSpPr>
          <p:cNvPr id="64515" name="Rectangle 2"/>
          <p:cNvSpPr txBox="1">
            <a:spLocks noGrp="1" noChangeArrowheads="1"/>
          </p:cNvSpPr>
          <p:nvPr>
            <p:ph type="body" idx="1"/>
          </p:nvPr>
        </p:nvSpPr>
        <p:spPr>
          <a:xfrm>
            <a:off x="503238" y="4316413"/>
            <a:ext cx="5856287" cy="4060825"/>
          </a:xfrm>
          <a:noFill/>
          <a:ln/>
        </p:spPr>
        <p:txBody>
          <a:bodyPr wrap="none" anchor="ctr"/>
          <a:lstStyle/>
          <a:p>
            <a:endParaRPr lang="en-US">
              <a:latin typeface="Times New Roman" pitchFamily="18" charset="0"/>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5538" name="Rectangle 1"/>
          <p:cNvSpPr>
            <a:spLocks noGrp="1" noRot="1" noChangeAspect="1" noChangeArrowheads="1" noTextEdit="1"/>
          </p:cNvSpPr>
          <p:nvPr>
            <p:ph type="sldImg"/>
          </p:nvPr>
        </p:nvSpPr>
        <p:spPr>
          <a:ln/>
        </p:spPr>
      </p:sp>
      <p:sp>
        <p:nvSpPr>
          <p:cNvPr id="65539" name="Rectangle 2"/>
          <p:cNvSpPr txBox="1">
            <a:spLocks noGrp="1" noChangeArrowheads="1"/>
          </p:cNvSpPr>
          <p:nvPr>
            <p:ph type="body" idx="1"/>
          </p:nvPr>
        </p:nvSpPr>
        <p:spPr>
          <a:xfrm>
            <a:off x="503238" y="4316413"/>
            <a:ext cx="5856287" cy="4060825"/>
          </a:xfrm>
          <a:noFill/>
          <a:ln/>
        </p:spPr>
        <p:txBody>
          <a:bodyPr wrap="none" anchor="ctr"/>
          <a:lstStyle/>
          <a:p>
            <a:endParaRPr lang="en-US">
              <a:latin typeface="Times New Roman" pitchFamily="18" charset="0"/>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6562" name="Rectangle 2"/>
          <p:cNvSpPr>
            <a:spLocks noGrp="1" noRot="1" noChangeAspect="1" noChangeArrowheads="1" noTextEdit="1"/>
          </p:cNvSpPr>
          <p:nvPr>
            <p:ph type="sldImg"/>
          </p:nvPr>
        </p:nvSpPr>
        <p:spPr>
          <a:ln/>
        </p:spPr>
      </p:sp>
      <p:sp>
        <p:nvSpPr>
          <p:cNvPr id="66563" name="Rectangle 3"/>
          <p:cNvSpPr txBox="1">
            <a:spLocks noGrp="1" noChangeArrowheads="1"/>
          </p:cNvSpPr>
          <p:nvPr>
            <p:ph type="body" idx="1"/>
          </p:nvPr>
        </p:nvSpPr>
        <p:spPr>
          <a:xfrm>
            <a:off x="503238" y="4316413"/>
            <a:ext cx="5856287" cy="4060825"/>
          </a:xfrm>
          <a:noFill/>
          <a:ln/>
        </p:spPr>
        <p:txBody>
          <a:bodyPr wrap="none" anchor="ctr"/>
          <a:lstStyle/>
          <a:p>
            <a:endParaRPr lang="en-US">
              <a:latin typeface="Times New Roman" pitchFamily="18" charset="0"/>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7586" name="Rectangle 2"/>
          <p:cNvSpPr>
            <a:spLocks noGrp="1" noRot="1" noChangeAspect="1" noChangeArrowheads="1" noTextEdit="1"/>
          </p:cNvSpPr>
          <p:nvPr>
            <p:ph type="sldImg"/>
          </p:nvPr>
        </p:nvSpPr>
        <p:spPr>
          <a:ln/>
        </p:spPr>
      </p:sp>
      <p:sp>
        <p:nvSpPr>
          <p:cNvPr id="67587" name="Rectangle 3"/>
          <p:cNvSpPr txBox="1">
            <a:spLocks noGrp="1" noChangeArrowheads="1"/>
          </p:cNvSpPr>
          <p:nvPr>
            <p:ph type="body" idx="1"/>
          </p:nvPr>
        </p:nvSpPr>
        <p:spPr>
          <a:xfrm>
            <a:off x="503238" y="4316413"/>
            <a:ext cx="5856287" cy="4060825"/>
          </a:xfrm>
          <a:noFill/>
          <a:ln/>
        </p:spPr>
        <p:txBody>
          <a:bodyPr wrap="none" anchor="ctr"/>
          <a:lstStyle/>
          <a:p>
            <a:endParaRPr lang="en-US">
              <a:latin typeface="Times New Roman" pitchFamily="18"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7010400" y="152399"/>
            <a:ext cx="1981200" cy="655624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152400" y="153923"/>
            <a:ext cx="6705600" cy="65532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p:cNvSpPr>
            <a:spLocks noGrp="1"/>
          </p:cNvSpPr>
          <p:nvPr>
            <p:ph type="subTitle" idx="1"/>
          </p:nvPr>
        </p:nvSpPr>
        <p:spPr>
          <a:xfrm>
            <a:off x="7010400" y="2052960"/>
            <a:ext cx="1981200" cy="1828800"/>
          </a:xfrm>
        </p:spPr>
        <p:txBody>
          <a:bodyPr anchor="ctr">
            <a:normAutofit/>
          </a:bodyPr>
          <a:lstStyle>
            <a:lvl1pPr marL="0" indent="0" algn="l">
              <a:buNone/>
              <a:defRPr sz="1900">
                <a:solidFill>
                  <a:srgbClr val="FFFFFF"/>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10" name="Date Placeholder 9"/>
          <p:cNvSpPr>
            <a:spLocks noGrp="1"/>
          </p:cNvSpPr>
          <p:nvPr>
            <p:ph type="dt" sz="half" idx="10"/>
          </p:nvPr>
        </p:nvSpPr>
        <p:spPr/>
        <p:txBody>
          <a:bodyPr/>
          <a:lstStyle>
            <a:lvl1pPr>
              <a:defRPr>
                <a:solidFill>
                  <a:schemeClr val="bg2"/>
                </a:solidFill>
              </a:defRPr>
            </a:lvl1pPr>
          </a:lstStyle>
          <a:p>
            <a:pPr>
              <a:defRPr/>
            </a:pPr>
            <a:endParaRPr lang="en-US"/>
          </a:p>
        </p:txBody>
      </p:sp>
      <p:sp>
        <p:nvSpPr>
          <p:cNvPr id="11" name="Slide Number Placeholder 10"/>
          <p:cNvSpPr>
            <a:spLocks noGrp="1"/>
          </p:cNvSpPr>
          <p:nvPr>
            <p:ph type="sldNum" sz="quarter" idx="11"/>
          </p:nvPr>
        </p:nvSpPr>
        <p:spPr/>
        <p:txBody>
          <a:bodyPr/>
          <a:lstStyle>
            <a:lvl1pPr>
              <a:defRPr>
                <a:solidFill>
                  <a:srgbClr val="FFFFFF"/>
                </a:solidFill>
              </a:defRPr>
            </a:lvl1pPr>
          </a:lstStyle>
          <a:p>
            <a:pPr>
              <a:defRPr/>
            </a:pPr>
            <a:fld id="{CCDC7F88-AC99-4B8B-9118-66FE7D39D712}" type="slidenum">
              <a:rPr lang="en-US" smtClean="0"/>
              <a:pPr>
                <a:defRPr/>
              </a:pPr>
              <a:t>‹#›</a:t>
            </a:fld>
            <a:endParaRPr lang="en-US"/>
          </a:p>
        </p:txBody>
      </p:sp>
      <p:sp>
        <p:nvSpPr>
          <p:cNvPr id="12" name="Footer Placeholder 11"/>
          <p:cNvSpPr>
            <a:spLocks noGrp="1"/>
          </p:cNvSpPr>
          <p:nvPr>
            <p:ph type="ftr" sz="quarter" idx="12"/>
          </p:nvPr>
        </p:nvSpPr>
        <p:spPr/>
        <p:txBody>
          <a:bodyPr/>
          <a:lstStyle>
            <a:lvl1pPr>
              <a:defRPr>
                <a:solidFill>
                  <a:schemeClr val="bg2"/>
                </a:solidFill>
              </a:defRPr>
            </a:lvl1pPr>
          </a:lstStyle>
          <a:p>
            <a:pPr>
              <a:defRPr/>
            </a:pPr>
            <a:endParaRPr lang="en-US"/>
          </a:p>
        </p:txBody>
      </p:sp>
      <p:sp>
        <p:nvSpPr>
          <p:cNvPr id="13" name="Title 12"/>
          <p:cNvSpPr>
            <a:spLocks noGrp="1"/>
          </p:cNvSpPr>
          <p:nvPr>
            <p:ph type="title"/>
          </p:nvPr>
        </p:nvSpPr>
        <p:spPr>
          <a:xfrm>
            <a:off x="457200" y="2052960"/>
            <a:ext cx="6324600" cy="1828800"/>
          </a:xfrm>
        </p:spPr>
        <p:txBody>
          <a:bodyPr/>
          <a:lstStyle>
            <a:lvl1pPr algn="r">
              <a:defRPr sz="4200" spc="150" baseline="0"/>
            </a:lvl1pPr>
          </a:lstStyle>
          <a:p>
            <a:r>
              <a:rPr lang="en-US"/>
              <a:t>Click to edit Master title style</a:t>
            </a:r>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a:defRPr/>
            </a:pPr>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A30A5CAE-472F-4E1E-985A-CDB3BB29500E}" type="slidenum">
              <a:rPr lang="en-US" smtClean="0"/>
              <a:pPr>
                <a:defRPr/>
              </a:pPr>
              <a:t>‹#›</a:t>
            </a:fld>
            <a:endParaRPr lang="en-US"/>
          </a:p>
        </p:txBody>
      </p:sp>
      <p:sp>
        <p:nvSpPr>
          <p:cNvPr id="7" name="Title 6"/>
          <p:cNvSpPr>
            <a:spLocks noGrp="1"/>
          </p:cNvSpPr>
          <p:nvPr>
            <p:ph type="title"/>
          </p:nvPr>
        </p:nvSpPr>
        <p:spPr/>
        <p:txBody>
          <a:bodyPr/>
          <a:lstStyle/>
          <a:p>
            <a:r>
              <a:rPr lang="en-US"/>
              <a:t>Click to edit Master title style</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7010400" y="152399"/>
            <a:ext cx="1981200" cy="655624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152400" y="153923"/>
            <a:ext cx="6705600" cy="6553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 Placeholder 2"/>
          <p:cNvSpPr>
            <a:spLocks noGrp="1"/>
          </p:cNvSpPr>
          <p:nvPr>
            <p:ph type="body" idx="1"/>
          </p:nvPr>
        </p:nvSpPr>
        <p:spPr>
          <a:xfrm>
            <a:off x="7162799" y="2892277"/>
            <a:ext cx="1600201" cy="1645920"/>
          </a:xfrm>
        </p:spPr>
        <p:txBody>
          <a:bodyPr anchor="ctr"/>
          <a:lstStyle>
            <a:lvl1pPr marL="0" indent="0">
              <a:buNone/>
              <a:defRPr sz="2000">
                <a:solidFill>
                  <a:schemeClr val="bg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9" name="Date Placeholder 8"/>
          <p:cNvSpPr>
            <a:spLocks noGrp="1"/>
          </p:cNvSpPr>
          <p:nvPr>
            <p:ph type="dt" sz="half" idx="10"/>
          </p:nvPr>
        </p:nvSpPr>
        <p:spPr/>
        <p:txBody>
          <a:bodyPr/>
          <a:lstStyle>
            <a:lvl1pPr>
              <a:defRPr>
                <a:solidFill>
                  <a:srgbClr val="FFFFFF"/>
                </a:solidFill>
              </a:defRPr>
            </a:lvl1pPr>
          </a:lstStyle>
          <a:p>
            <a:pPr>
              <a:defRPr/>
            </a:pPr>
            <a:endParaRPr lang="en-US"/>
          </a:p>
        </p:txBody>
      </p:sp>
      <p:sp>
        <p:nvSpPr>
          <p:cNvPr id="10" name="Slide Number Placeholder 9"/>
          <p:cNvSpPr>
            <a:spLocks noGrp="1"/>
          </p:cNvSpPr>
          <p:nvPr>
            <p:ph type="sldNum" sz="quarter" idx="11"/>
          </p:nvPr>
        </p:nvSpPr>
        <p:spPr/>
        <p:txBody>
          <a:bodyPr/>
          <a:lstStyle>
            <a:lvl1pPr>
              <a:defRPr>
                <a:solidFill>
                  <a:schemeClr val="bg2"/>
                </a:solidFill>
              </a:defRPr>
            </a:lvl1pPr>
          </a:lstStyle>
          <a:p>
            <a:pPr>
              <a:defRPr/>
            </a:pPr>
            <a:fld id="{DF0A8EB6-3BA7-49D6-8971-001D9F1E5E03}" type="slidenum">
              <a:rPr lang="en-US" smtClean="0"/>
              <a:pPr>
                <a:defRPr/>
              </a:pPr>
              <a:t>‹#›</a:t>
            </a:fld>
            <a:endParaRPr lang="en-US"/>
          </a:p>
        </p:txBody>
      </p:sp>
      <p:sp>
        <p:nvSpPr>
          <p:cNvPr id="11" name="Footer Placeholder 10"/>
          <p:cNvSpPr>
            <a:spLocks noGrp="1"/>
          </p:cNvSpPr>
          <p:nvPr>
            <p:ph type="ftr" sz="quarter" idx="12"/>
          </p:nvPr>
        </p:nvSpPr>
        <p:spPr/>
        <p:txBody>
          <a:bodyPr/>
          <a:lstStyle>
            <a:lvl1pPr>
              <a:defRPr>
                <a:solidFill>
                  <a:srgbClr val="FFFFFF"/>
                </a:solidFill>
              </a:defRPr>
            </a:lvl1pPr>
          </a:lstStyle>
          <a:p>
            <a:pPr>
              <a:defRPr/>
            </a:pPr>
            <a:endParaRPr lang="en-US"/>
          </a:p>
        </p:txBody>
      </p:sp>
      <p:sp>
        <p:nvSpPr>
          <p:cNvPr id="12" name="Title 11"/>
          <p:cNvSpPr>
            <a:spLocks noGrp="1"/>
          </p:cNvSpPr>
          <p:nvPr>
            <p:ph type="title"/>
          </p:nvPr>
        </p:nvSpPr>
        <p:spPr>
          <a:xfrm>
            <a:off x="381000" y="2892277"/>
            <a:ext cx="6324600" cy="1645920"/>
          </a:xfrm>
        </p:spPr>
        <p:txBody>
          <a:bodyPr/>
          <a:lstStyle>
            <a:lvl1pPr algn="r">
              <a:defRPr sz="4200" spc="150" baseline="0"/>
            </a:lvl1pPr>
          </a:lstStyle>
          <a:p>
            <a:r>
              <a:rPr lang="en-US"/>
              <a:t>Click to edit Master title style</a:t>
            </a:r>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57200" y="1719072"/>
            <a:ext cx="4038600" cy="440740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48200" y="1719072"/>
            <a:ext cx="4038600" cy="440740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pPr>
              <a:defRPr/>
            </a:pPr>
            <a:endParaRPr lang="en-US"/>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p:txBody>
          <a:bodyPr/>
          <a:lstStyle/>
          <a:p>
            <a:pPr>
              <a:defRPr/>
            </a:pPr>
            <a:fld id="{5E0DE364-DB58-4B09-A181-D003CA4F959D}" type="slidenum">
              <a:rPr lang="en-US" smtClean="0"/>
              <a:pPr>
                <a:defRPr/>
              </a:pPr>
              <a:t>‹#›</a:t>
            </a:fld>
            <a:endParaRPr lang="en-US"/>
          </a:p>
        </p:txBody>
      </p:sp>
      <p:sp>
        <p:nvSpPr>
          <p:cNvPr id="8" name="Title 7"/>
          <p:cNvSpPr>
            <a:spLocks noGrp="1"/>
          </p:cNvSpPr>
          <p:nvPr>
            <p:ph type="title"/>
          </p:nvPr>
        </p:nvSpPr>
        <p:spPr/>
        <p:txBody>
          <a:bodyPr/>
          <a:lstStyle/>
          <a:p>
            <a:r>
              <a:rPr lang="en-US"/>
              <a:t>Click to edit Master title style</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457200" y="1722438"/>
            <a:ext cx="4040188" cy="639762"/>
          </a:xfrm>
        </p:spPr>
        <p:txBody>
          <a:bodyPr anchor="b"/>
          <a:lstStyle>
            <a:lvl1pPr marL="0" indent="0" algn="ctr">
              <a:buNone/>
              <a:defRPr sz="2400" b="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438399"/>
            <a:ext cx="4040188" cy="3687763"/>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45025" y="1722438"/>
            <a:ext cx="4041775" cy="639762"/>
          </a:xfrm>
        </p:spPr>
        <p:txBody>
          <a:bodyPr anchor="b"/>
          <a:lstStyle>
            <a:lvl1pPr marL="0" indent="0" algn="ctr">
              <a:buNone/>
              <a:defRPr sz="2400" b="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438399"/>
            <a:ext cx="4041775" cy="3687763"/>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pPr>
              <a:defRPr/>
            </a:pPr>
            <a:endParaRPr lang="en-US"/>
          </a:p>
        </p:txBody>
      </p:sp>
      <p:sp>
        <p:nvSpPr>
          <p:cNvPr id="8" name="Footer Placeholder 7"/>
          <p:cNvSpPr>
            <a:spLocks noGrp="1"/>
          </p:cNvSpPr>
          <p:nvPr>
            <p:ph type="ftr" sz="quarter" idx="11"/>
          </p:nvPr>
        </p:nvSpPr>
        <p:spPr/>
        <p:txBody>
          <a:bodyPr/>
          <a:lstStyle/>
          <a:p>
            <a:pPr>
              <a:defRPr/>
            </a:pPr>
            <a:endParaRPr lang="en-US"/>
          </a:p>
        </p:txBody>
      </p:sp>
      <p:sp>
        <p:nvSpPr>
          <p:cNvPr id="9" name="Slide Number Placeholder 8"/>
          <p:cNvSpPr>
            <a:spLocks noGrp="1"/>
          </p:cNvSpPr>
          <p:nvPr>
            <p:ph type="sldNum" sz="quarter" idx="12"/>
          </p:nvPr>
        </p:nvSpPr>
        <p:spPr/>
        <p:txBody>
          <a:bodyPr/>
          <a:lstStyle/>
          <a:p>
            <a:pPr>
              <a:defRPr/>
            </a:pPr>
            <a:fld id="{8B2FFCB2-D5FA-428E-9CC8-CA1DE3C0F6C9}" type="slidenum">
              <a:rPr lang="en-US" smtClean="0"/>
              <a:pPr>
                <a:defRPr/>
              </a:pPr>
              <a:t>‹#›</a:t>
            </a:fld>
            <a:endParaRPr lang="en-US"/>
          </a:p>
        </p:txBody>
      </p:sp>
      <p:sp>
        <p:nvSpPr>
          <p:cNvPr id="10" name="Title 9"/>
          <p:cNvSpPr>
            <a:spLocks noGrp="1"/>
          </p:cNvSpPr>
          <p:nvPr>
            <p:ph type="title"/>
          </p:nvPr>
        </p:nvSpPr>
        <p:spPr/>
        <p:txBody>
          <a:bodyPr/>
          <a:lstStyle/>
          <a:p>
            <a:r>
              <a:rPr lang="en-US"/>
              <a:t>Click to edit Master title style</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pPr>
              <a:defRPr/>
            </a:pPr>
            <a:endParaRPr lang="en-US"/>
          </a:p>
        </p:txBody>
      </p:sp>
      <p:sp>
        <p:nvSpPr>
          <p:cNvPr id="4" name="Footer Placeholder 3"/>
          <p:cNvSpPr>
            <a:spLocks noGrp="1"/>
          </p:cNvSpPr>
          <p:nvPr>
            <p:ph type="ftr" sz="quarter" idx="11"/>
          </p:nvPr>
        </p:nvSpPr>
        <p:spPr/>
        <p:txBody>
          <a:bodyPr/>
          <a:lstStyle/>
          <a:p>
            <a:pPr>
              <a:defRPr/>
            </a:pPr>
            <a:endParaRPr lang="en-US"/>
          </a:p>
        </p:txBody>
      </p:sp>
      <p:sp>
        <p:nvSpPr>
          <p:cNvPr id="5" name="Slide Number Placeholder 4"/>
          <p:cNvSpPr>
            <a:spLocks noGrp="1"/>
          </p:cNvSpPr>
          <p:nvPr>
            <p:ph type="sldNum" sz="quarter" idx="12"/>
          </p:nvPr>
        </p:nvSpPr>
        <p:spPr/>
        <p:txBody>
          <a:bodyPr/>
          <a:lstStyle/>
          <a:p>
            <a:pPr>
              <a:defRPr/>
            </a:pPr>
            <a:fld id="{D910D298-B0DD-494D-9E4B-A1014DAFA85A}" type="slidenum">
              <a:rPr lang="en-US" smtClean="0"/>
              <a:pPr>
                <a:defRPr/>
              </a:pPr>
              <a:t>‹#›</a:t>
            </a:fld>
            <a:endParaRPr lang="en-US"/>
          </a:p>
        </p:txBody>
      </p:sp>
      <p:sp>
        <p:nvSpPr>
          <p:cNvPr id="6" name="Title 5"/>
          <p:cNvSpPr>
            <a:spLocks noGrp="1"/>
          </p:cNvSpPr>
          <p:nvPr>
            <p:ph type="title"/>
          </p:nvPr>
        </p:nvSpPr>
        <p:spPr/>
        <p:txBody>
          <a:bodyPr/>
          <a:lstStyle/>
          <a:p>
            <a:r>
              <a:rPr lang="en-US"/>
              <a:t>Click to edit Master title style</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152400" y="150919"/>
            <a:ext cx="8831802" cy="655624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Date Placeholder 1"/>
          <p:cNvSpPr>
            <a:spLocks noGrp="1"/>
          </p:cNvSpPr>
          <p:nvPr>
            <p:ph type="dt" sz="half" idx="10"/>
          </p:nvPr>
        </p:nvSpPr>
        <p:spPr/>
        <p:txBody>
          <a:bodyPr/>
          <a:lstStyle/>
          <a:p>
            <a:pPr>
              <a:defRPr/>
            </a:pPr>
            <a:endParaRPr lang="en-US"/>
          </a:p>
        </p:txBody>
      </p:sp>
      <p:sp>
        <p:nvSpPr>
          <p:cNvPr id="3" name="Footer Placeholder 2"/>
          <p:cNvSpPr>
            <a:spLocks noGrp="1"/>
          </p:cNvSpPr>
          <p:nvPr>
            <p:ph type="ftr" sz="quarter" idx="11"/>
          </p:nvPr>
        </p:nvSpPr>
        <p:spPr/>
        <p:txBody>
          <a:bodyPr/>
          <a:lstStyle/>
          <a:p>
            <a:pPr>
              <a:defRPr/>
            </a:pPr>
            <a:endParaRPr lang="en-US"/>
          </a:p>
        </p:txBody>
      </p:sp>
      <p:sp>
        <p:nvSpPr>
          <p:cNvPr id="4" name="Slide Number Placeholder 3"/>
          <p:cNvSpPr>
            <a:spLocks noGrp="1"/>
          </p:cNvSpPr>
          <p:nvPr>
            <p:ph type="sldNum" sz="quarter" idx="12"/>
          </p:nvPr>
        </p:nvSpPr>
        <p:spPr/>
        <p:txBody>
          <a:bodyPr/>
          <a:lstStyle/>
          <a:p>
            <a:pPr>
              <a:defRPr/>
            </a:pPr>
            <a:fld id="{F3D73025-7B55-4A1D-A40F-984712683ED2}" type="slidenum">
              <a:rPr lang="en-US" smtClean="0"/>
              <a:pPr>
                <a:defRPr/>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bg>
      <p:bgRef idx="1001">
        <a:schemeClr val="bg2"/>
      </p:bgRef>
    </p:bg>
    <p:spTree>
      <p:nvGrpSpPr>
        <p:cNvPr id="1" name=""/>
        <p:cNvGrpSpPr/>
        <p:nvPr/>
      </p:nvGrpSpPr>
      <p:grpSpPr>
        <a:xfrm>
          <a:off x="0" y="0"/>
          <a:ext cx="0" cy="0"/>
          <a:chOff x="0" y="0"/>
          <a:chExt cx="0" cy="0"/>
        </a:xfrm>
      </p:grpSpPr>
      <p:sp>
        <p:nvSpPr>
          <p:cNvPr id="10" name="Rectangle 9"/>
          <p:cNvSpPr/>
          <p:nvPr/>
        </p:nvSpPr>
        <p:spPr>
          <a:xfrm>
            <a:off x="0" y="0"/>
            <a:ext cx="91440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7010400" y="150876"/>
            <a:ext cx="1981200" cy="655624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9" name="Rectangle 8"/>
          <p:cNvSpPr/>
          <p:nvPr/>
        </p:nvSpPr>
        <p:spPr>
          <a:xfrm>
            <a:off x="152400" y="152400"/>
            <a:ext cx="6705600" cy="65532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609600" y="304800"/>
            <a:ext cx="586740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7159752" y="2130552"/>
            <a:ext cx="1673352" cy="2816352"/>
          </a:xfrm>
        </p:spPr>
        <p:txBody>
          <a:bodyPr tIns="0"/>
          <a:lstStyle>
            <a:lvl1pPr marL="0" indent="0">
              <a:buNone/>
              <a:defRPr sz="14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endParaRPr lang="en-US"/>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a:ln>
            <a:noFill/>
          </a:ln>
        </p:spPr>
        <p:txBody>
          <a:bodyPr/>
          <a:lstStyle>
            <a:lvl1pPr>
              <a:defRPr>
                <a:solidFill>
                  <a:srgbClr val="FFFFFF"/>
                </a:solidFill>
              </a:defRPr>
            </a:lvl1pPr>
          </a:lstStyle>
          <a:p>
            <a:pPr>
              <a:defRPr/>
            </a:pPr>
            <a:fld id="{4794244A-D92C-493F-ADCD-DE22DCE8B636}" type="slidenum">
              <a:rPr lang="en-US" smtClean="0"/>
              <a:pPr>
                <a:defRPr/>
              </a:pPr>
              <a:t>‹#›</a:t>
            </a:fld>
            <a:endParaRPr lang="en-US"/>
          </a:p>
        </p:txBody>
      </p:sp>
      <p:sp>
        <p:nvSpPr>
          <p:cNvPr id="11" name="Title 10"/>
          <p:cNvSpPr>
            <a:spLocks noGrp="1"/>
          </p:cNvSpPr>
          <p:nvPr>
            <p:ph type="title"/>
          </p:nvPr>
        </p:nvSpPr>
        <p:spPr>
          <a:xfrm>
            <a:off x="7159752" y="457200"/>
            <a:ext cx="1675660" cy="1673352"/>
          </a:xfrm>
        </p:spPr>
        <p:txBody>
          <a:bodyPr anchor="b"/>
          <a:lstStyle>
            <a:lvl1pPr algn="l">
              <a:defRPr sz="2000" spc="150" baseline="0"/>
            </a:lvl1pPr>
          </a:lstStyle>
          <a:p>
            <a:r>
              <a:rPr lang="en-US"/>
              <a:t>Click to edit Master title style</a:t>
            </a:r>
            <a:endParaRPr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1">
        <a:schemeClr val="bg2"/>
      </p:bgRef>
    </p:bg>
    <p:spTree>
      <p:nvGrpSpPr>
        <p:cNvPr id="1" name=""/>
        <p:cNvGrpSpPr/>
        <p:nvPr/>
      </p:nvGrpSpPr>
      <p:grpSpPr>
        <a:xfrm>
          <a:off x="0" y="0"/>
          <a:ext cx="0" cy="0"/>
          <a:chOff x="0" y="0"/>
          <a:chExt cx="0" cy="0"/>
        </a:xfrm>
      </p:grpSpPr>
      <p:sp>
        <p:nvSpPr>
          <p:cNvPr id="8" name="Rectangle 7"/>
          <p:cNvSpPr/>
          <p:nvPr/>
        </p:nvSpPr>
        <p:spPr>
          <a:xfrm>
            <a:off x="0" y="0"/>
            <a:ext cx="91440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9" name="Rectangle 8"/>
          <p:cNvSpPr/>
          <p:nvPr/>
        </p:nvSpPr>
        <p:spPr>
          <a:xfrm>
            <a:off x="7010400" y="150876"/>
            <a:ext cx="1981200" cy="655624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Picture Placeholder 2"/>
          <p:cNvSpPr>
            <a:spLocks noGrp="1"/>
          </p:cNvSpPr>
          <p:nvPr>
            <p:ph type="pic" idx="1"/>
          </p:nvPr>
        </p:nvSpPr>
        <p:spPr>
          <a:xfrm>
            <a:off x="152400" y="152400"/>
            <a:ext cx="6705600" cy="6553200"/>
          </a:xfrm>
        </p:spPr>
        <p:txBody>
          <a:bodyPr anchor="ctr"/>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7162800" y="2133600"/>
            <a:ext cx="1676400" cy="2971800"/>
          </a:xfrm>
        </p:spPr>
        <p:txBody>
          <a:bodyPr tIns="0"/>
          <a:lstStyle>
            <a:lvl1pPr marL="0" indent="0">
              <a:buNone/>
              <a:defRPr sz="1400">
                <a:solidFill>
                  <a:schemeClr val="tx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endParaRPr lang="en-US"/>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p:txBody>
          <a:bodyPr/>
          <a:lstStyle/>
          <a:p>
            <a:pPr>
              <a:defRPr/>
            </a:pPr>
            <a:fld id="{C8F49AF5-AEEB-4B0F-8085-AE1C27539D8D}" type="slidenum">
              <a:rPr lang="en-US" smtClean="0"/>
              <a:pPr>
                <a:defRPr/>
              </a:pPr>
              <a:t>‹#›</a:t>
            </a:fld>
            <a:endParaRPr lang="en-US"/>
          </a:p>
        </p:txBody>
      </p:sp>
      <p:sp>
        <p:nvSpPr>
          <p:cNvPr id="10" name="Title 9"/>
          <p:cNvSpPr>
            <a:spLocks noGrp="1"/>
          </p:cNvSpPr>
          <p:nvPr>
            <p:ph type="title"/>
          </p:nvPr>
        </p:nvSpPr>
        <p:spPr>
          <a:xfrm>
            <a:off x="7162800" y="460248"/>
            <a:ext cx="1676400" cy="1673352"/>
          </a:xfrm>
        </p:spPr>
        <p:txBody>
          <a:bodyPr anchor="b"/>
          <a:lstStyle>
            <a:lvl1pPr algn="l">
              <a:defRPr sz="2000" spc="150" baseline="0">
                <a:solidFill>
                  <a:schemeClr val="tx2"/>
                </a:solidFill>
              </a:defRPr>
            </a:lvl1pPr>
          </a:lstStyle>
          <a:p>
            <a:r>
              <a:rPr lang="en-US"/>
              <a:t>Click to edit Master title style</a:t>
            </a:r>
            <a:endParaRPr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pPr>
              <a:defRPr/>
            </a:pPr>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BB5E34B9-E2BE-41EC-9E13-E33D1A5C161C}" type="slidenum">
              <a:rPr lang="en-US" smtClean="0"/>
              <a:pPr>
                <a:defRPr/>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152400" y="147319"/>
            <a:ext cx="6705600" cy="655624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7010400" y="147319"/>
            <a:ext cx="1956046" cy="655624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Vertical Title 1"/>
          <p:cNvSpPr>
            <a:spLocks noGrp="1"/>
          </p:cNvSpPr>
          <p:nvPr>
            <p:ph type="title" orient="vert"/>
          </p:nvPr>
        </p:nvSpPr>
        <p:spPr>
          <a:xfrm>
            <a:off x="7162800" y="274638"/>
            <a:ext cx="1676400" cy="5851525"/>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a:defRPr/>
            </a:pPr>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lvl1pPr>
              <a:defRPr>
                <a:solidFill>
                  <a:schemeClr val="bg2"/>
                </a:solidFill>
              </a:defRPr>
            </a:lvl1pPr>
          </a:lstStyle>
          <a:p>
            <a:pPr>
              <a:defRPr/>
            </a:pPr>
            <a:fld id="{F0356388-B07E-441D-B424-FBFDDB6C0654}" type="slidenum">
              <a:rPr lang="en-US" smtClean="0"/>
              <a:pPr>
                <a:defRPr/>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a:xfrm>
            <a:off x="2133600" y="1371600"/>
            <a:ext cx="6475413" cy="1751013"/>
          </a:xfrm>
        </p:spPr>
        <p:txBody>
          <a:bodyPr/>
          <a:lstStyle/>
          <a:p>
            <a:r>
              <a:rPr lang="en-US"/>
              <a:t>Click to edit Master title style</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Rectangle 8"/>
          <p:cNvSpPr/>
          <p:nvPr/>
        </p:nvSpPr>
        <p:spPr>
          <a:xfrm>
            <a:off x="152400" y="1634971"/>
            <a:ext cx="8831802" cy="5045476"/>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152399" y="152400"/>
            <a:ext cx="8814047" cy="1346447"/>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p:cNvSpPr>
            <a:spLocks noGrp="1"/>
          </p:cNvSpPr>
          <p:nvPr>
            <p:ph type="title"/>
          </p:nvPr>
        </p:nvSpPr>
        <p:spPr>
          <a:xfrm>
            <a:off x="381000" y="355847"/>
            <a:ext cx="8381260" cy="1054394"/>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380999" y="1719071"/>
            <a:ext cx="8407893" cy="440740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370888" y="6356350"/>
            <a:ext cx="2133600" cy="274320"/>
          </a:xfrm>
          <a:prstGeom prst="rect">
            <a:avLst/>
          </a:prstGeom>
        </p:spPr>
        <p:txBody>
          <a:bodyPr vert="horz" lIns="91440" tIns="45720" rIns="91440" bIns="45720" rtlCol="0" anchor="ctr"/>
          <a:lstStyle>
            <a:lvl1pPr algn="l">
              <a:defRPr sz="1100">
                <a:solidFill>
                  <a:schemeClr val="tx2"/>
                </a:solidFill>
              </a:defRPr>
            </a:lvl1pPr>
          </a:lstStyle>
          <a:p>
            <a:pPr>
              <a:defRPr/>
            </a:pPr>
            <a:endParaRPr lang="en-US"/>
          </a:p>
        </p:txBody>
      </p:sp>
      <p:sp>
        <p:nvSpPr>
          <p:cNvPr id="5" name="Footer Placeholder 4"/>
          <p:cNvSpPr>
            <a:spLocks noGrp="1"/>
          </p:cNvSpPr>
          <p:nvPr>
            <p:ph type="ftr" sz="quarter" idx="3"/>
          </p:nvPr>
        </p:nvSpPr>
        <p:spPr>
          <a:xfrm>
            <a:off x="3048000" y="6356350"/>
            <a:ext cx="3352800" cy="274320"/>
          </a:xfrm>
          <a:prstGeom prst="rect">
            <a:avLst/>
          </a:prstGeom>
        </p:spPr>
        <p:txBody>
          <a:bodyPr vert="horz" lIns="91440" tIns="45720" rIns="91440" bIns="45720" rtlCol="0" anchor="ctr"/>
          <a:lstStyle>
            <a:lvl1pPr algn="ctr">
              <a:defRPr sz="1100">
                <a:solidFill>
                  <a:schemeClr val="tx2"/>
                </a:solidFill>
              </a:defRPr>
            </a:lvl1pPr>
          </a:lstStyle>
          <a:p>
            <a:pPr>
              <a:defRPr/>
            </a:pPr>
            <a:endParaRPr lang="en-US"/>
          </a:p>
        </p:txBody>
      </p:sp>
      <p:sp>
        <p:nvSpPr>
          <p:cNvPr id="6" name="Slide Number Placeholder 5"/>
          <p:cNvSpPr>
            <a:spLocks noGrp="1"/>
          </p:cNvSpPr>
          <p:nvPr>
            <p:ph type="sldNum" sz="quarter" idx="4"/>
          </p:nvPr>
        </p:nvSpPr>
        <p:spPr>
          <a:xfrm>
            <a:off x="8234680" y="6355080"/>
            <a:ext cx="582966" cy="274320"/>
          </a:xfrm>
          <a:prstGeom prst="rect">
            <a:avLst/>
          </a:prstGeom>
          <a:ln w="19050">
            <a:noFill/>
          </a:ln>
        </p:spPr>
        <p:txBody>
          <a:bodyPr vert="horz" lIns="91440" tIns="45720" rIns="91440" bIns="45720" rtlCol="0" anchor="ctr"/>
          <a:lstStyle>
            <a:lvl1pPr algn="ctr">
              <a:defRPr sz="1100">
                <a:solidFill>
                  <a:schemeClr val="tx2"/>
                </a:solidFill>
              </a:defRPr>
            </a:lvl1pPr>
          </a:lstStyle>
          <a:p>
            <a:pPr>
              <a:defRPr/>
            </a:pPr>
            <a:fld id="{B5194122-D48D-488A-9A26-17B9102A4C8C}" type="slidenum">
              <a:rPr lang="en-US" smtClean="0"/>
              <a:pPr>
                <a:defRPr/>
              </a:pPr>
              <a:t>‹#›</a:t>
            </a:fld>
            <a:endParaRPr lang="en-US"/>
          </a:p>
        </p:txBody>
      </p:sp>
    </p:spTree>
  </p:cSld>
  <p:clrMap bg1="lt1" tx1="dk1" bg2="lt2" tx2="dk2" accent1="accent1" accent2="accent2" accent3="accent3" accent4="accent4" accent5="accent5" accent6="accent6" hlink="hlink" folHlink="folHlink"/>
  <p:sldLayoutIdLst>
    <p:sldLayoutId id="2147483687" r:id="rId1"/>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 id="2147483698" r:id="rId12"/>
  </p:sldLayoutIdLst>
  <p:txStyles>
    <p:titleStyle>
      <a:lvl1pPr algn="ctr" defTabSz="914400" rtl="0" eaLnBrk="1" latinLnBrk="0" hangingPunct="1">
        <a:spcBef>
          <a:spcPct val="0"/>
        </a:spcBef>
        <a:buNone/>
        <a:defRPr sz="3200" kern="1200" cap="all" spc="200" baseline="0">
          <a:ln>
            <a:noFill/>
          </a:ln>
          <a:solidFill>
            <a:schemeClr val="bg1"/>
          </a:solidFill>
          <a:effectLst/>
          <a:latin typeface="+mj-lt"/>
          <a:ea typeface="+mj-ea"/>
          <a:cs typeface="+mj-cs"/>
        </a:defRPr>
      </a:lvl1pPr>
    </p:titleStyle>
    <p:bodyStyle>
      <a:lvl1pPr marL="274320" indent="-228600" algn="l" defTabSz="914400" rtl="0" eaLnBrk="1" latinLnBrk="0" hangingPunct="1">
        <a:spcBef>
          <a:spcPct val="20000"/>
        </a:spcBef>
        <a:buClr>
          <a:schemeClr val="accent1"/>
        </a:buClr>
        <a:buFont typeface="Wingdings 2" pitchFamily="18" charset="2"/>
        <a:buChar char=""/>
        <a:defRPr sz="2000" kern="1200" spc="150" baseline="0">
          <a:solidFill>
            <a:schemeClr val="tx2"/>
          </a:solidFill>
          <a:latin typeface="+mn-lt"/>
          <a:ea typeface="+mn-ea"/>
          <a:cs typeface="+mn-cs"/>
        </a:defRPr>
      </a:lvl1pPr>
      <a:lvl2pPr marL="548640" indent="-182880" algn="l" defTabSz="914400" rtl="0" eaLnBrk="1" latinLnBrk="0" hangingPunct="1">
        <a:spcBef>
          <a:spcPct val="20000"/>
        </a:spcBef>
        <a:buClr>
          <a:schemeClr val="accent2"/>
        </a:buClr>
        <a:buFont typeface="Wingdings" pitchFamily="2" charset="2"/>
        <a:buChar char="§"/>
        <a:defRPr sz="1800" kern="1200" spc="100" baseline="0">
          <a:solidFill>
            <a:schemeClr val="tx2"/>
          </a:solidFill>
          <a:latin typeface="+mn-lt"/>
          <a:ea typeface="+mn-ea"/>
          <a:cs typeface="+mn-cs"/>
        </a:defRPr>
      </a:lvl2pPr>
      <a:lvl3pPr marL="822960" indent="-182880" algn="l" defTabSz="914400" rtl="0" eaLnBrk="1" latinLnBrk="0" hangingPunct="1">
        <a:spcBef>
          <a:spcPct val="20000"/>
        </a:spcBef>
        <a:buClr>
          <a:schemeClr val="accent3"/>
        </a:buClr>
        <a:buFont typeface="Wingdings" pitchFamily="2" charset="2"/>
        <a:buChar char="§"/>
        <a:defRPr sz="1600" kern="1200" spc="100" baseline="0">
          <a:solidFill>
            <a:schemeClr val="tx2"/>
          </a:solidFill>
          <a:latin typeface="+mn-lt"/>
          <a:ea typeface="+mn-ea"/>
          <a:cs typeface="+mn-cs"/>
        </a:defRPr>
      </a:lvl3pPr>
      <a:lvl4pPr marL="1097280" indent="-182880" algn="l" defTabSz="914400" rtl="0" eaLnBrk="1" latinLnBrk="0" hangingPunct="1">
        <a:spcBef>
          <a:spcPct val="20000"/>
        </a:spcBef>
        <a:buClr>
          <a:schemeClr val="accent4"/>
        </a:buClr>
        <a:buFont typeface="Wingdings" pitchFamily="2" charset="2"/>
        <a:buChar char="§"/>
        <a:defRPr sz="1400" kern="1200">
          <a:solidFill>
            <a:schemeClr val="tx2"/>
          </a:solidFill>
          <a:latin typeface="+mn-lt"/>
          <a:ea typeface="+mn-ea"/>
          <a:cs typeface="+mn-cs"/>
        </a:defRPr>
      </a:lvl4pPr>
      <a:lvl5pPr marL="1280160" indent="-182880" algn="l" defTabSz="914400" rtl="0" eaLnBrk="1" latinLnBrk="0" hangingPunct="1">
        <a:spcBef>
          <a:spcPct val="20000"/>
        </a:spcBef>
        <a:buClr>
          <a:schemeClr val="accent6"/>
        </a:buClr>
        <a:buFont typeface="Wingdings" pitchFamily="2" charset="2"/>
        <a:buChar char="§"/>
        <a:defRPr sz="1300" kern="1200" spc="100" baseline="0">
          <a:solidFill>
            <a:schemeClr val="tx2"/>
          </a:solidFill>
          <a:latin typeface="+mn-lt"/>
          <a:ea typeface="+mn-ea"/>
          <a:cs typeface="+mn-cs"/>
        </a:defRPr>
      </a:lvl5pPr>
      <a:lvl6pPr marL="1554480" indent="-182880" algn="l" defTabSz="914400" rtl="0" eaLnBrk="1" latinLnBrk="0" hangingPunct="1">
        <a:spcBef>
          <a:spcPct val="20000"/>
        </a:spcBef>
        <a:buClr>
          <a:schemeClr val="accent1"/>
        </a:buClr>
        <a:buFont typeface="Wingdings" pitchFamily="2" charset="2"/>
        <a:buChar char="§"/>
        <a:defRPr sz="1200" kern="1200">
          <a:solidFill>
            <a:schemeClr val="tx2"/>
          </a:solidFill>
          <a:latin typeface="+mn-lt"/>
          <a:ea typeface="+mn-ea"/>
          <a:cs typeface="+mn-cs"/>
        </a:defRPr>
      </a:lvl6pPr>
      <a:lvl7pPr marL="1828800" indent="-182880" algn="l" defTabSz="914400" rtl="0" eaLnBrk="1" latinLnBrk="0" hangingPunct="1">
        <a:spcBef>
          <a:spcPct val="20000"/>
        </a:spcBef>
        <a:buClr>
          <a:schemeClr val="accent2"/>
        </a:buClr>
        <a:buFont typeface="Wingdings" pitchFamily="2" charset="2"/>
        <a:buChar char="§"/>
        <a:defRPr sz="1200" kern="1200">
          <a:solidFill>
            <a:schemeClr val="tx2"/>
          </a:solidFill>
          <a:latin typeface="+mn-lt"/>
          <a:ea typeface="+mn-ea"/>
          <a:cs typeface="+mn-cs"/>
        </a:defRPr>
      </a:lvl7pPr>
      <a:lvl8pPr marL="2103120" indent="-182880" algn="l" defTabSz="914400" rtl="0" eaLnBrk="1" latinLnBrk="0" hangingPunct="1">
        <a:spcBef>
          <a:spcPct val="20000"/>
        </a:spcBef>
        <a:buClr>
          <a:schemeClr val="accent3"/>
        </a:buClr>
        <a:buFont typeface="Wingdings" pitchFamily="2" charset="2"/>
        <a:buChar char="§"/>
        <a:defRPr sz="1200" kern="1200">
          <a:solidFill>
            <a:schemeClr val="tx2"/>
          </a:solidFill>
          <a:latin typeface="+mn-lt"/>
          <a:ea typeface="+mn-ea"/>
          <a:cs typeface="+mn-cs"/>
        </a:defRPr>
      </a:lvl8pPr>
      <a:lvl9pPr marL="2377440" indent="-182880" algn="l" defTabSz="914400" rtl="0" eaLnBrk="1" latinLnBrk="0" hangingPunct="1">
        <a:spcBef>
          <a:spcPct val="20000"/>
        </a:spcBef>
        <a:buClr>
          <a:schemeClr val="accent5"/>
        </a:buClr>
        <a:buFont typeface="Wingdings" pitchFamily="2" charset="2"/>
        <a:buChar char="§"/>
        <a:defRPr sz="1200" kern="120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7.wmf"/><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3333FF">
            <a:alpha val="0"/>
          </a:srgbClr>
        </a:solidFill>
        <a:effectLst/>
      </p:bgPr>
    </p:bg>
    <p:spTree>
      <p:nvGrpSpPr>
        <p:cNvPr id="1" name=""/>
        <p:cNvGrpSpPr/>
        <p:nvPr/>
      </p:nvGrpSpPr>
      <p:grpSpPr>
        <a:xfrm>
          <a:off x="0" y="0"/>
          <a:ext cx="0" cy="0"/>
          <a:chOff x="0" y="0"/>
          <a:chExt cx="0" cy="0"/>
        </a:xfrm>
      </p:grpSpPr>
      <p:sp>
        <p:nvSpPr>
          <p:cNvPr id="2" name="Subtitle 1"/>
          <p:cNvSpPr>
            <a:spLocks noGrp="1"/>
          </p:cNvSpPr>
          <p:nvPr>
            <p:ph type="subTitle" idx="1"/>
          </p:nvPr>
        </p:nvSpPr>
        <p:spPr>
          <a:xfrm>
            <a:off x="7010400" y="5791200"/>
            <a:ext cx="1981200" cy="838200"/>
          </a:xfrm>
        </p:spPr>
        <p:txBody>
          <a:bodyPr>
            <a:normAutofit/>
          </a:bodyPr>
          <a:lstStyle/>
          <a:p>
            <a:pPr algn="r"/>
            <a:r>
              <a:rPr lang="en-MY" sz="1100" b="1" dirty="0">
                <a:solidFill>
                  <a:srgbClr val="FFFF00"/>
                </a:solidFill>
              </a:rPr>
              <a:t>DR. ROZI NOR HAIZAN BINTI NOR</a:t>
            </a:r>
          </a:p>
        </p:txBody>
      </p:sp>
      <p:sp>
        <p:nvSpPr>
          <p:cNvPr id="3074" name="Title 1"/>
          <p:cNvSpPr>
            <a:spLocks noGrp="1"/>
          </p:cNvSpPr>
          <p:nvPr>
            <p:ph type="title"/>
          </p:nvPr>
        </p:nvSpPr>
        <p:spPr>
          <a:xfrm>
            <a:off x="5105400" y="1524000"/>
            <a:ext cx="3581400" cy="1447800"/>
          </a:xfrm>
        </p:spPr>
        <p:txBody>
          <a:bodyPr/>
          <a:lstStyle/>
          <a:p>
            <a:r>
              <a:rPr lang="en-US" b="1" dirty="0">
                <a:solidFill>
                  <a:srgbClr val="FFFF00"/>
                </a:solidFill>
              </a:rPr>
              <a:t>CHAP</a:t>
            </a:r>
            <a:r>
              <a:rPr lang="en-US" b="1" dirty="0"/>
              <a:t> </a:t>
            </a:r>
            <a:r>
              <a:rPr lang="en-US" b="1">
                <a:solidFill>
                  <a:schemeClr val="tx1"/>
                </a:solidFill>
              </a:rPr>
              <a:t>TER 7:</a:t>
            </a:r>
            <a:br>
              <a:rPr lang="en-US" b="1" dirty="0">
                <a:solidFill>
                  <a:schemeClr val="tx1"/>
                </a:solidFill>
              </a:rPr>
            </a:br>
            <a:r>
              <a:rPr lang="en-GB" sz="4400" b="1" dirty="0">
                <a:solidFill>
                  <a:srgbClr val="FFFF00"/>
                </a:solidFill>
              </a:rPr>
              <a:t>PRI</a:t>
            </a:r>
            <a:r>
              <a:rPr lang="en-GB" sz="4400" b="1" dirty="0">
                <a:solidFill>
                  <a:schemeClr val="tx1"/>
                </a:solidFill>
              </a:rPr>
              <a:t>VACY</a:t>
            </a:r>
            <a:endParaRPr lang="en-MY" b="1" dirty="0">
              <a:solidFill>
                <a:schemeClr val="tx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1"/>
          <p:cNvSpPr>
            <a:spLocks noGrp="1" noChangeArrowheads="1"/>
          </p:cNvSpPr>
          <p:nvPr>
            <p:ph type="title"/>
          </p:nvPr>
        </p:nvSpPr>
        <p:spPr>
          <a:xfrm>
            <a:off x="1371600" y="0"/>
            <a:ext cx="6477000" cy="1752600"/>
          </a:xfrm>
        </p:spPr>
        <p:txBody>
          <a:bodyPr/>
          <a:lstStyle/>
          <a:p>
            <a:pPr eaLnBrk="1" hangingPunct="1">
              <a:lnSpc>
                <a:spcPct val="93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5400" dirty="0">
                <a:solidFill>
                  <a:srgbClr val="FFFF00"/>
                </a:solidFill>
              </a:rPr>
              <a:t>Objectives</a:t>
            </a:r>
          </a:p>
        </p:txBody>
      </p:sp>
      <p:sp>
        <p:nvSpPr>
          <p:cNvPr id="4099" name="Rectangle 2"/>
          <p:cNvSpPr>
            <a:spLocks noGrp="1" noChangeArrowheads="1"/>
          </p:cNvSpPr>
          <p:nvPr>
            <p:ph type="subTitle" idx="4294967295"/>
          </p:nvPr>
        </p:nvSpPr>
        <p:spPr>
          <a:xfrm>
            <a:off x="381000" y="1676400"/>
            <a:ext cx="7391400" cy="3124200"/>
          </a:xfrm>
        </p:spPr>
        <p:txBody>
          <a:bodyPr lIns="90000" tIns="46800" rIns="90000" bIns="46800">
            <a:normAutofit/>
          </a:bodyPr>
          <a:lstStyle/>
          <a:p>
            <a:pPr marL="0" indent="0" eaLnBrk="1" hangingPunct="1">
              <a:lnSpc>
                <a:spcPct val="93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3600" dirty="0"/>
              <a:t> Define privacy</a:t>
            </a:r>
          </a:p>
          <a:p>
            <a:pPr marL="0" indent="0" eaLnBrk="1" hangingPunct="1">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3600" dirty="0"/>
              <a:t> Know threat to privacy</a:t>
            </a:r>
          </a:p>
          <a:p>
            <a:pPr marL="0" indent="0" eaLnBrk="1" hangingPunct="1">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3600" dirty="0"/>
              <a:t> Know how to protect privacy</a:t>
            </a:r>
          </a:p>
        </p:txBody>
      </p:sp>
      <p:pic>
        <p:nvPicPr>
          <p:cNvPr id="1026" name="Picture 2" descr="C:\Users\ROZI\Desktop\privacy.jpg"/>
          <p:cNvPicPr>
            <a:picLocks noChangeAspect="1" noChangeArrowheads="1"/>
          </p:cNvPicPr>
          <p:nvPr/>
        </p:nvPicPr>
        <p:blipFill>
          <a:blip r:embed="rId3" cstate="print"/>
          <a:srcRect/>
          <a:stretch>
            <a:fillRect/>
          </a:stretch>
        </p:blipFill>
        <p:spPr bwMode="auto">
          <a:xfrm>
            <a:off x="4800600" y="3886200"/>
            <a:ext cx="4048125" cy="2686050"/>
          </a:xfrm>
          <a:prstGeom prst="rect">
            <a:avLst/>
          </a:prstGeom>
          <a:noFill/>
        </p:spPr>
      </p:pic>
    </p:spTree>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3" name="Rectangle 2"/>
          <p:cNvSpPr>
            <a:spLocks noGrp="1" noChangeArrowheads="1"/>
          </p:cNvSpPr>
          <p:nvPr>
            <p:ph idx="1"/>
          </p:nvPr>
        </p:nvSpPr>
        <p:spPr>
          <a:xfrm>
            <a:off x="304800" y="1905000"/>
            <a:ext cx="8229600" cy="4648200"/>
          </a:xfrm>
        </p:spPr>
        <p:txBody>
          <a:bodyPr>
            <a:noAutofit/>
          </a:bodyPr>
          <a:lstStyle/>
          <a:p>
            <a:pPr eaLnBrk="1" hangingPunct="1">
              <a:lnSpc>
                <a:spcPct val="93000"/>
              </a:lnSpc>
              <a:spcBef>
                <a:spcPts val="700"/>
              </a:spcBef>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sz="3200" dirty="0"/>
              <a:t>Information collection, exchange, combination, and distribution easier than ever</a:t>
            </a:r>
          </a:p>
          <a:p>
            <a:pPr eaLnBrk="1" hangingPunct="1">
              <a:spcBef>
                <a:spcPts val="700"/>
              </a:spcBef>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sz="3200" dirty="0"/>
              <a:t>More information access </a:t>
            </a:r>
            <a:r>
              <a:rPr lang="en-GB" sz="3200" dirty="0">
                <a:latin typeface="Wingdings" pitchFamily="2" charset="2"/>
              </a:rPr>
              <a:t></a:t>
            </a:r>
            <a:r>
              <a:rPr lang="en-GB" sz="3200" dirty="0"/>
              <a:t> less privacy</a:t>
            </a:r>
          </a:p>
          <a:p>
            <a:pPr eaLnBrk="1" hangingPunct="1">
              <a:spcBef>
                <a:spcPts val="700"/>
              </a:spcBef>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sz="3200" dirty="0"/>
              <a:t>Trade-offs</a:t>
            </a:r>
          </a:p>
          <a:p>
            <a:pPr eaLnBrk="1" hangingPunct="1">
              <a:spcBef>
                <a:spcPts val="700"/>
              </a:spcBef>
              <a:buFont typeface="Wingdings" pitchFamily="2" charset="2"/>
              <a:buNone/>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sz="3200" dirty="0"/>
              <a:t>    Privacy </a:t>
            </a:r>
            <a:r>
              <a:rPr lang="en-GB" sz="3200" dirty="0" err="1"/>
              <a:t>vs</a:t>
            </a:r>
            <a:r>
              <a:rPr lang="en-GB" sz="3200" dirty="0"/>
              <a:t> need for credentials</a:t>
            </a:r>
          </a:p>
          <a:p>
            <a:pPr eaLnBrk="1" hangingPunct="1">
              <a:spcBef>
                <a:spcPts val="700"/>
              </a:spcBef>
              <a:buFont typeface="Wingdings" pitchFamily="2" charset="2"/>
              <a:buNone/>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sz="3200" dirty="0"/>
              <a:t>    Privacy </a:t>
            </a:r>
            <a:r>
              <a:rPr lang="en-GB" sz="3200" dirty="0" err="1"/>
              <a:t>vs</a:t>
            </a:r>
            <a:r>
              <a:rPr lang="en-GB" sz="3200" dirty="0"/>
              <a:t> desire for free expression</a:t>
            </a:r>
          </a:p>
          <a:p>
            <a:pPr eaLnBrk="1" hangingPunct="1">
              <a:spcBef>
                <a:spcPts val="700"/>
              </a:spcBef>
              <a:buFont typeface="Wingdings" pitchFamily="2" charset="2"/>
              <a:buNone/>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sz="3200" dirty="0"/>
              <a:t>    Privacy </a:t>
            </a:r>
            <a:r>
              <a:rPr lang="en-GB" sz="3200" dirty="0" err="1"/>
              <a:t>vs</a:t>
            </a:r>
            <a:r>
              <a:rPr lang="en-GB" sz="3200" dirty="0"/>
              <a:t> safety/security</a:t>
            </a:r>
          </a:p>
        </p:txBody>
      </p:sp>
      <p:sp>
        <p:nvSpPr>
          <p:cNvPr id="5122" name="Rectangle 1"/>
          <p:cNvSpPr>
            <a:spLocks noGrp="1" noChangeArrowheads="1"/>
          </p:cNvSpPr>
          <p:nvPr>
            <p:ph type="title"/>
          </p:nvPr>
        </p:nvSpPr>
        <p:spPr>
          <a:xfrm>
            <a:off x="1143000" y="190500"/>
            <a:ext cx="7010400" cy="1527175"/>
          </a:xfrm>
        </p:spPr>
        <p:txBody>
          <a:bodyPr/>
          <a:lstStyle/>
          <a:p>
            <a:pPr eaLnBrk="1" hangingPunct="1">
              <a:lnSpc>
                <a:spcPct val="93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4000" b="1" dirty="0">
                <a:solidFill>
                  <a:srgbClr val="FFFF00"/>
                </a:solidFill>
              </a:rPr>
              <a:t>Introduction</a:t>
            </a:r>
          </a:p>
        </p:txBody>
      </p:sp>
    </p:spTree>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7" name="Rectangle 2"/>
          <p:cNvSpPr>
            <a:spLocks noGrp="1" noChangeArrowheads="1"/>
          </p:cNvSpPr>
          <p:nvPr>
            <p:ph idx="1"/>
          </p:nvPr>
        </p:nvSpPr>
        <p:spPr>
          <a:xfrm>
            <a:off x="304800" y="1905000"/>
            <a:ext cx="4800600" cy="4648200"/>
          </a:xfrm>
        </p:spPr>
        <p:txBody>
          <a:bodyPr>
            <a:normAutofit/>
          </a:bodyPr>
          <a:lstStyle/>
          <a:p>
            <a:pPr eaLnBrk="1" hangingPunct="1">
              <a:lnSpc>
                <a:spcPct val="93000"/>
              </a:lnSpc>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sz="2800" dirty="0"/>
              <a:t>The right of privacy</a:t>
            </a:r>
          </a:p>
          <a:p>
            <a:pPr eaLnBrk="1" hangingPunct="1">
              <a:buFont typeface="Wingdings" pitchFamily="2" charset="2"/>
              <a:buNone/>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sz="2800" dirty="0"/>
              <a:t>    - the right to be left alone</a:t>
            </a:r>
          </a:p>
          <a:p>
            <a:pPr eaLnBrk="1" hangingPunct="1">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sz="2800" dirty="0"/>
              <a:t>The right of individuals to control the collection and use of information about themselves</a:t>
            </a:r>
          </a:p>
        </p:txBody>
      </p:sp>
      <p:sp>
        <p:nvSpPr>
          <p:cNvPr id="6146" name="Rectangle 1"/>
          <p:cNvSpPr>
            <a:spLocks noGrp="1" noChangeArrowheads="1"/>
          </p:cNvSpPr>
          <p:nvPr>
            <p:ph type="title"/>
          </p:nvPr>
        </p:nvSpPr>
        <p:spPr>
          <a:xfrm>
            <a:off x="1143000" y="0"/>
            <a:ext cx="7010400" cy="1527175"/>
          </a:xfrm>
        </p:spPr>
        <p:txBody>
          <a:bodyPr/>
          <a:lstStyle/>
          <a:p>
            <a:pPr eaLnBrk="1" hangingPunct="1">
              <a:lnSpc>
                <a:spcPct val="93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4400" b="1" dirty="0">
                <a:solidFill>
                  <a:srgbClr val="FFFF00"/>
                </a:solidFill>
              </a:rPr>
              <a:t>Definition</a:t>
            </a:r>
          </a:p>
        </p:txBody>
      </p:sp>
      <p:pic>
        <p:nvPicPr>
          <p:cNvPr id="2050" name="Picture 2" descr="C:\Users\ROZI\Desktop\privacy2.jpg"/>
          <p:cNvPicPr>
            <a:picLocks noChangeAspect="1" noChangeArrowheads="1"/>
          </p:cNvPicPr>
          <p:nvPr/>
        </p:nvPicPr>
        <p:blipFill>
          <a:blip r:embed="rId3" cstate="print"/>
          <a:srcRect/>
          <a:stretch>
            <a:fillRect/>
          </a:stretch>
        </p:blipFill>
        <p:spPr bwMode="auto">
          <a:xfrm>
            <a:off x="5410200" y="1981200"/>
            <a:ext cx="3429000" cy="4267200"/>
          </a:xfrm>
          <a:prstGeom prst="rect">
            <a:avLst/>
          </a:prstGeom>
          <a:noFill/>
        </p:spPr>
      </p:pic>
    </p:spTree>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Rectangle 2"/>
          <p:cNvSpPr>
            <a:spLocks noGrp="1" noChangeArrowheads="1"/>
          </p:cNvSpPr>
          <p:nvPr>
            <p:ph idx="1"/>
          </p:nvPr>
        </p:nvSpPr>
        <p:spPr>
          <a:xfrm>
            <a:off x="304800" y="1905000"/>
            <a:ext cx="8229600" cy="2743200"/>
          </a:xfrm>
        </p:spPr>
        <p:txBody>
          <a:bodyPr>
            <a:normAutofit/>
          </a:bodyPr>
          <a:lstStyle/>
          <a:p>
            <a:pPr eaLnBrk="1" hangingPunct="1">
              <a:lnSpc>
                <a:spcPct val="93000"/>
              </a:lnSpc>
              <a:spcBef>
                <a:spcPts val="600"/>
              </a:spcBef>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sz="2800" dirty="0"/>
              <a:t>Key aspects</a:t>
            </a:r>
          </a:p>
          <a:p>
            <a:pPr eaLnBrk="1" hangingPunct="1">
              <a:spcBef>
                <a:spcPts val="600"/>
              </a:spcBef>
              <a:buFont typeface="Wingdings" pitchFamily="2" charset="2"/>
              <a:buNone/>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sz="2800" dirty="0"/>
              <a:t> 1) freedom from intrusion – being left </a:t>
            </a:r>
            <a:r>
              <a:rPr lang="en-GB" sz="2800" dirty="0">
                <a:highlight>
                  <a:srgbClr val="99FF33"/>
                </a:highlight>
              </a:rPr>
              <a:t>alone</a:t>
            </a:r>
          </a:p>
          <a:p>
            <a:pPr eaLnBrk="1" hangingPunct="1">
              <a:spcBef>
                <a:spcPts val="600"/>
              </a:spcBef>
              <a:buFont typeface="Wingdings" pitchFamily="2" charset="2"/>
              <a:buNone/>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sz="2800" dirty="0"/>
              <a:t> 2) </a:t>
            </a:r>
            <a:r>
              <a:rPr lang="en-GB" sz="2800" dirty="0">
                <a:highlight>
                  <a:srgbClr val="99FF33"/>
                </a:highlight>
              </a:rPr>
              <a:t>control</a:t>
            </a:r>
            <a:r>
              <a:rPr lang="en-GB" sz="2800" dirty="0"/>
              <a:t> of information about oneself</a:t>
            </a:r>
          </a:p>
          <a:p>
            <a:pPr eaLnBrk="1" hangingPunct="1">
              <a:spcBef>
                <a:spcPts val="600"/>
              </a:spcBef>
              <a:buFont typeface="Wingdings" pitchFamily="2" charset="2"/>
              <a:buNone/>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sz="2800" dirty="0"/>
              <a:t> 3) </a:t>
            </a:r>
            <a:r>
              <a:rPr lang="en-GB" sz="2800" dirty="0">
                <a:highlight>
                  <a:srgbClr val="99FF33"/>
                </a:highlight>
              </a:rPr>
              <a:t>freedom</a:t>
            </a:r>
            <a:r>
              <a:rPr lang="en-GB" sz="2800" dirty="0"/>
              <a:t> from surveillance (from being followed, watched, and eavesdropped)</a:t>
            </a:r>
          </a:p>
          <a:p>
            <a:pPr eaLnBrk="1" hangingPunct="1">
              <a:spcBef>
                <a:spcPts val="600"/>
              </a:spcBef>
              <a:buFont typeface="Wingdings" pitchFamily="2" charset="2"/>
              <a:buNone/>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GB" sz="2800" dirty="0"/>
          </a:p>
        </p:txBody>
      </p:sp>
      <p:sp>
        <p:nvSpPr>
          <p:cNvPr id="7170" name="Rectangle 1"/>
          <p:cNvSpPr>
            <a:spLocks noGrp="1" noChangeArrowheads="1"/>
          </p:cNvSpPr>
          <p:nvPr>
            <p:ph type="title"/>
          </p:nvPr>
        </p:nvSpPr>
        <p:spPr>
          <a:xfrm>
            <a:off x="1143000" y="0"/>
            <a:ext cx="7010400" cy="1527175"/>
          </a:xfrm>
        </p:spPr>
        <p:txBody>
          <a:bodyPr/>
          <a:lstStyle/>
          <a:p>
            <a:pPr eaLnBrk="1" hangingPunct="1">
              <a:lnSpc>
                <a:spcPct val="93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4400" b="1" dirty="0">
                <a:solidFill>
                  <a:srgbClr val="FFFF00"/>
                </a:solidFill>
              </a:rPr>
              <a:t>Definition (cont..)</a:t>
            </a:r>
          </a:p>
        </p:txBody>
      </p:sp>
    </p:spTree>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2"/>
          <p:cNvSpPr>
            <a:spLocks noGrp="1" noChangeArrowheads="1"/>
          </p:cNvSpPr>
          <p:nvPr>
            <p:ph idx="1"/>
          </p:nvPr>
        </p:nvSpPr>
        <p:spPr>
          <a:xfrm>
            <a:off x="228600" y="1905000"/>
            <a:ext cx="8305800" cy="4114800"/>
          </a:xfrm>
        </p:spPr>
        <p:txBody>
          <a:bodyPr>
            <a:normAutofit/>
          </a:bodyPr>
          <a:lstStyle/>
          <a:p>
            <a:pPr eaLnBrk="1" hangingPunct="1">
              <a:lnSpc>
                <a:spcPct val="93000"/>
              </a:lnSpc>
              <a:spcBef>
                <a:spcPts val="600"/>
              </a:spcBef>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sz="3200" dirty="0"/>
              <a:t>Too much individual privacy can harm society</a:t>
            </a:r>
          </a:p>
          <a:p>
            <a:pPr eaLnBrk="1" hangingPunct="1">
              <a:spcBef>
                <a:spcPts val="600"/>
              </a:spcBef>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sz="3200" dirty="0"/>
              <a:t>Cover for illegal or immoral activities</a:t>
            </a:r>
          </a:p>
          <a:p>
            <a:pPr eaLnBrk="1" hangingPunct="1">
              <a:spcBef>
                <a:spcPts val="600"/>
              </a:spcBef>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sz="3200" dirty="0"/>
              <a:t>Burden on the nuclear family</a:t>
            </a:r>
          </a:p>
          <a:p>
            <a:pPr eaLnBrk="1" hangingPunct="1">
              <a:spcBef>
                <a:spcPts val="600"/>
              </a:spcBef>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sz="3200" dirty="0"/>
              <a:t>Hidden dysfunctional families</a:t>
            </a:r>
          </a:p>
          <a:p>
            <a:pPr eaLnBrk="1" hangingPunct="1">
              <a:spcBef>
                <a:spcPts val="600"/>
              </a:spcBef>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sz="3200" dirty="0"/>
              <a:t>Ignored people on society’s fringes</a:t>
            </a:r>
          </a:p>
          <a:p>
            <a:pPr eaLnBrk="1" hangingPunct="1">
              <a:spcBef>
                <a:spcPts val="600"/>
              </a:spcBef>
              <a:buFont typeface="Wingdings" pitchFamily="2" charset="2"/>
              <a:buNone/>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GB" sz="3200" dirty="0"/>
          </a:p>
        </p:txBody>
      </p:sp>
      <p:sp>
        <p:nvSpPr>
          <p:cNvPr id="8194" name="Rectangle 1"/>
          <p:cNvSpPr>
            <a:spLocks noGrp="1" noChangeArrowheads="1"/>
          </p:cNvSpPr>
          <p:nvPr>
            <p:ph type="title"/>
          </p:nvPr>
        </p:nvSpPr>
        <p:spPr>
          <a:xfrm>
            <a:off x="990600" y="0"/>
            <a:ext cx="7010400" cy="1527175"/>
          </a:xfrm>
        </p:spPr>
        <p:txBody>
          <a:bodyPr/>
          <a:lstStyle/>
          <a:p>
            <a:pPr eaLnBrk="1" hangingPunct="1">
              <a:lnSpc>
                <a:spcPct val="93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4400" b="1" dirty="0">
                <a:solidFill>
                  <a:srgbClr val="FFFF00"/>
                </a:solidFill>
              </a:rPr>
              <a:t>Harms of privacy</a:t>
            </a:r>
          </a:p>
        </p:txBody>
      </p:sp>
    </p:spTree>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9" name="Rectangle 2"/>
          <p:cNvSpPr>
            <a:spLocks noGrp="1" noChangeArrowheads="1"/>
          </p:cNvSpPr>
          <p:nvPr>
            <p:ph idx="1"/>
          </p:nvPr>
        </p:nvSpPr>
        <p:spPr>
          <a:xfrm>
            <a:off x="304800" y="1905000"/>
            <a:ext cx="8229600" cy="4114800"/>
          </a:xfrm>
        </p:spPr>
        <p:txBody>
          <a:bodyPr>
            <a:normAutofit/>
          </a:bodyPr>
          <a:lstStyle/>
          <a:p>
            <a:pPr eaLnBrk="1" hangingPunct="1">
              <a:lnSpc>
                <a:spcPct val="93000"/>
              </a:lnSpc>
              <a:spcBef>
                <a:spcPts val="600"/>
              </a:spcBef>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sz="2800" dirty="0"/>
              <a:t>Individual growth</a:t>
            </a:r>
          </a:p>
          <a:p>
            <a:pPr eaLnBrk="1" hangingPunct="1">
              <a:spcBef>
                <a:spcPts val="600"/>
              </a:spcBef>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sz="2800" dirty="0"/>
              <a:t>Individual responsibility</a:t>
            </a:r>
          </a:p>
          <a:p>
            <a:pPr eaLnBrk="1" hangingPunct="1">
              <a:spcBef>
                <a:spcPts val="600"/>
              </a:spcBef>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sz="2800" dirty="0"/>
              <a:t>Freedom to be yourself</a:t>
            </a:r>
          </a:p>
          <a:p>
            <a:pPr eaLnBrk="1" hangingPunct="1">
              <a:spcBef>
                <a:spcPts val="600"/>
              </a:spcBef>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sz="2800" dirty="0"/>
              <a:t>Intellectual and spiritual growth</a:t>
            </a:r>
          </a:p>
          <a:p>
            <a:pPr eaLnBrk="1" hangingPunct="1">
              <a:spcBef>
                <a:spcPts val="600"/>
              </a:spcBef>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sz="2800" dirty="0"/>
              <a:t>Development of loving, trusting, caring, intimate relationship</a:t>
            </a:r>
          </a:p>
          <a:p>
            <a:pPr eaLnBrk="1" hangingPunct="1">
              <a:spcBef>
                <a:spcPts val="600"/>
              </a:spcBef>
              <a:buFont typeface="Wingdings" pitchFamily="2" charset="2"/>
              <a:buNone/>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GB" sz="2800" dirty="0"/>
          </a:p>
        </p:txBody>
      </p:sp>
      <p:sp>
        <p:nvSpPr>
          <p:cNvPr id="9218" name="Rectangle 1"/>
          <p:cNvSpPr>
            <a:spLocks noGrp="1" noChangeArrowheads="1"/>
          </p:cNvSpPr>
          <p:nvPr>
            <p:ph type="title"/>
          </p:nvPr>
        </p:nvSpPr>
        <p:spPr>
          <a:xfrm>
            <a:off x="1143000" y="0"/>
            <a:ext cx="7010400" cy="1527175"/>
          </a:xfrm>
        </p:spPr>
        <p:txBody>
          <a:bodyPr/>
          <a:lstStyle/>
          <a:p>
            <a:pPr eaLnBrk="1" hangingPunct="1">
              <a:lnSpc>
                <a:spcPct val="93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4000" b="1" dirty="0">
                <a:solidFill>
                  <a:srgbClr val="FFFF00"/>
                </a:solidFill>
              </a:rPr>
              <a:t>Benefits of privacy</a:t>
            </a:r>
          </a:p>
        </p:txBody>
      </p:sp>
    </p:spTree>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3" name="Rectangle 2"/>
          <p:cNvSpPr>
            <a:spLocks noGrp="1" noChangeArrowheads="1"/>
          </p:cNvSpPr>
          <p:nvPr>
            <p:ph idx="1"/>
          </p:nvPr>
        </p:nvSpPr>
        <p:spPr>
          <a:xfrm>
            <a:off x="381000" y="1905000"/>
            <a:ext cx="8153400" cy="4114800"/>
          </a:xfrm>
        </p:spPr>
        <p:txBody>
          <a:bodyPr>
            <a:noAutofit/>
          </a:bodyPr>
          <a:lstStyle/>
          <a:p>
            <a:pPr eaLnBrk="1" hangingPunct="1">
              <a:lnSpc>
                <a:spcPct val="93000"/>
              </a:lnSpc>
              <a:spcBef>
                <a:spcPts val="600"/>
              </a:spcBef>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sz="2800" dirty="0"/>
              <a:t>Invisible information gathering</a:t>
            </a:r>
          </a:p>
          <a:p>
            <a:pPr eaLnBrk="1" hangingPunct="1">
              <a:spcBef>
                <a:spcPts val="600"/>
              </a:spcBef>
              <a:buFont typeface="Wingdings" pitchFamily="2" charset="2"/>
              <a:buNone/>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sz="2800" dirty="0"/>
              <a:t>    - collection of personal information about someone without the person’s knowledge.</a:t>
            </a:r>
          </a:p>
          <a:p>
            <a:pPr eaLnBrk="1" hangingPunct="1">
              <a:spcBef>
                <a:spcPts val="600"/>
              </a:spcBef>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sz="2800" dirty="0"/>
              <a:t>Ethical issue is :</a:t>
            </a:r>
          </a:p>
          <a:p>
            <a:pPr eaLnBrk="1" hangingPunct="1">
              <a:spcBef>
                <a:spcPts val="600"/>
              </a:spcBef>
              <a:buFont typeface="Wingdings" pitchFamily="2" charset="2"/>
              <a:buNone/>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sz="2800" dirty="0"/>
              <a:t>    - if someone is not aware that the information is being collected or how it will be used, he or she has no opportunity to consent or withhold consent for its collection and use.</a:t>
            </a:r>
          </a:p>
          <a:p>
            <a:pPr eaLnBrk="1" hangingPunct="1">
              <a:spcBef>
                <a:spcPts val="600"/>
              </a:spcBef>
              <a:buFont typeface="Wingdings" pitchFamily="2" charset="2"/>
              <a:buNone/>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GB" sz="2800" dirty="0"/>
          </a:p>
        </p:txBody>
      </p:sp>
      <p:sp>
        <p:nvSpPr>
          <p:cNvPr id="10242" name="Rectangle 1"/>
          <p:cNvSpPr>
            <a:spLocks noGrp="1" noChangeArrowheads="1"/>
          </p:cNvSpPr>
          <p:nvPr>
            <p:ph type="title"/>
          </p:nvPr>
        </p:nvSpPr>
        <p:spPr>
          <a:xfrm>
            <a:off x="1219200" y="0"/>
            <a:ext cx="7010400" cy="1527175"/>
          </a:xfrm>
        </p:spPr>
        <p:txBody>
          <a:bodyPr/>
          <a:lstStyle/>
          <a:p>
            <a:pPr eaLnBrk="1" hangingPunct="1">
              <a:lnSpc>
                <a:spcPct val="93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4000" b="1" dirty="0">
                <a:solidFill>
                  <a:srgbClr val="FFFF00"/>
                </a:solidFill>
              </a:rPr>
              <a:t>Risks of the technology</a:t>
            </a:r>
          </a:p>
        </p:txBody>
      </p:sp>
    </p:spTree>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Rectangle 2"/>
          <p:cNvSpPr>
            <a:spLocks noGrp="1" noChangeArrowheads="1"/>
          </p:cNvSpPr>
          <p:nvPr>
            <p:ph idx="1"/>
          </p:nvPr>
        </p:nvSpPr>
        <p:spPr>
          <a:xfrm>
            <a:off x="3810000" y="1752600"/>
            <a:ext cx="4953000" cy="4572000"/>
          </a:xfrm>
        </p:spPr>
        <p:txBody>
          <a:bodyPr>
            <a:normAutofit/>
          </a:bodyPr>
          <a:lstStyle/>
          <a:p>
            <a:pPr eaLnBrk="1" hangingPunct="1">
              <a:lnSpc>
                <a:spcPct val="93000"/>
              </a:lnSpc>
              <a:spcBef>
                <a:spcPts val="600"/>
              </a:spcBef>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sz="2800" dirty="0"/>
              <a:t>Satellite surveillance</a:t>
            </a:r>
          </a:p>
          <a:p>
            <a:pPr eaLnBrk="1" hangingPunct="1">
              <a:spcBef>
                <a:spcPts val="600"/>
              </a:spcBef>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sz="2800" dirty="0"/>
              <a:t>Automatic identification of a person’s telephone number for toll free call</a:t>
            </a:r>
          </a:p>
          <a:p>
            <a:pPr eaLnBrk="1" hangingPunct="1">
              <a:spcBef>
                <a:spcPts val="600"/>
              </a:spcBef>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sz="2800" dirty="0"/>
              <a:t>Supermarket club cards</a:t>
            </a:r>
          </a:p>
          <a:p>
            <a:pPr eaLnBrk="1" hangingPunct="1">
              <a:spcBef>
                <a:spcPts val="600"/>
              </a:spcBef>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sz="2800" dirty="0"/>
              <a:t>ISP knows every site we visit</a:t>
            </a:r>
          </a:p>
          <a:p>
            <a:pPr eaLnBrk="1" hangingPunct="1">
              <a:spcBef>
                <a:spcPts val="600"/>
              </a:spcBef>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sz="2800" dirty="0"/>
              <a:t>Cookies</a:t>
            </a:r>
          </a:p>
          <a:p>
            <a:pPr eaLnBrk="1" hangingPunct="1">
              <a:spcBef>
                <a:spcPts val="600"/>
              </a:spcBef>
              <a:buFont typeface="Wingdings" pitchFamily="2" charset="2"/>
              <a:buNone/>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GB" sz="2800" dirty="0"/>
          </a:p>
          <a:p>
            <a:pPr eaLnBrk="1" hangingPunct="1">
              <a:spcBef>
                <a:spcPts val="600"/>
              </a:spcBef>
              <a:buFont typeface="Wingdings" pitchFamily="2" charset="2"/>
              <a:buNone/>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GB" sz="2800" dirty="0"/>
          </a:p>
          <a:p>
            <a:pPr eaLnBrk="1" hangingPunct="1">
              <a:spcBef>
                <a:spcPts val="600"/>
              </a:spcBef>
              <a:buFont typeface="Wingdings" pitchFamily="2" charset="2"/>
              <a:buNone/>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GB" sz="2800" dirty="0"/>
          </a:p>
          <a:p>
            <a:pPr eaLnBrk="1" hangingPunct="1">
              <a:spcBef>
                <a:spcPts val="600"/>
              </a:spcBef>
              <a:buFont typeface="Wingdings" pitchFamily="2" charset="2"/>
              <a:buNone/>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GB" sz="2800" dirty="0"/>
          </a:p>
        </p:txBody>
      </p:sp>
      <p:sp>
        <p:nvSpPr>
          <p:cNvPr id="11266" name="Rectangle 1"/>
          <p:cNvSpPr>
            <a:spLocks noGrp="1" noChangeArrowheads="1"/>
          </p:cNvSpPr>
          <p:nvPr>
            <p:ph type="title"/>
          </p:nvPr>
        </p:nvSpPr>
        <p:spPr>
          <a:xfrm>
            <a:off x="1066800" y="381000"/>
            <a:ext cx="7010400" cy="1146175"/>
          </a:xfrm>
        </p:spPr>
        <p:txBody>
          <a:bodyPr/>
          <a:lstStyle/>
          <a:p>
            <a:pPr eaLnBrk="1" hangingPunct="1">
              <a:lnSpc>
                <a:spcPct val="93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4000" b="1" dirty="0">
                <a:solidFill>
                  <a:srgbClr val="FFFF00"/>
                </a:solidFill>
              </a:rPr>
              <a:t>Risks of the technology (cont..)</a:t>
            </a:r>
          </a:p>
        </p:txBody>
      </p:sp>
      <p:pic>
        <p:nvPicPr>
          <p:cNvPr id="3074" name="Picture 2" descr="C:\Users\ROZI\Desktop\privacy3.jpg"/>
          <p:cNvPicPr>
            <a:picLocks noChangeAspect="1" noChangeArrowheads="1"/>
          </p:cNvPicPr>
          <p:nvPr/>
        </p:nvPicPr>
        <p:blipFill>
          <a:blip r:embed="rId3" cstate="print"/>
          <a:srcRect/>
          <a:stretch>
            <a:fillRect/>
          </a:stretch>
        </p:blipFill>
        <p:spPr bwMode="auto">
          <a:xfrm>
            <a:off x="381000" y="1676400"/>
            <a:ext cx="3267075" cy="3810000"/>
          </a:xfrm>
          <a:prstGeom prst="rect">
            <a:avLst/>
          </a:prstGeom>
          <a:noFill/>
        </p:spPr>
      </p:pic>
    </p:spTree>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1" name="Rectangle 2"/>
          <p:cNvSpPr>
            <a:spLocks noGrp="1" noChangeArrowheads="1"/>
          </p:cNvSpPr>
          <p:nvPr>
            <p:ph idx="1"/>
          </p:nvPr>
        </p:nvSpPr>
        <p:spPr>
          <a:xfrm>
            <a:off x="457200" y="1905000"/>
            <a:ext cx="8077200" cy="4419600"/>
          </a:xfrm>
        </p:spPr>
        <p:txBody>
          <a:bodyPr/>
          <a:lstStyle/>
          <a:p>
            <a:pPr eaLnBrk="1" hangingPunct="1">
              <a:lnSpc>
                <a:spcPct val="93000"/>
              </a:lnSpc>
              <a:spcBef>
                <a:spcPts val="600"/>
              </a:spcBef>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sz="2400" dirty="0"/>
              <a:t>Secondary use of  personal information</a:t>
            </a:r>
          </a:p>
          <a:p>
            <a:pPr eaLnBrk="1" hangingPunct="1">
              <a:spcBef>
                <a:spcPts val="600"/>
              </a:spcBef>
              <a:buFont typeface="Wingdings" pitchFamily="2" charset="2"/>
              <a:buNone/>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sz="2400" dirty="0"/>
              <a:t>    - use of information for a purpose other than the one for which it was supplied.</a:t>
            </a:r>
          </a:p>
          <a:p>
            <a:pPr eaLnBrk="1" hangingPunct="1">
              <a:spcBef>
                <a:spcPts val="600"/>
              </a:spcBef>
              <a:buFont typeface="Wingdings" pitchFamily="2" charset="2"/>
              <a:buNone/>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sz="2400" dirty="0"/>
              <a:t>    - difficult for us to control our personal information if it is collected by business, organization and share with or sold to others</a:t>
            </a:r>
          </a:p>
          <a:p>
            <a:pPr eaLnBrk="1" hangingPunct="1">
              <a:spcBef>
                <a:spcPts val="600"/>
              </a:spcBef>
              <a:buFont typeface="Wingdings" pitchFamily="2" charset="2"/>
              <a:buNone/>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sz="2400" dirty="0"/>
              <a:t>    - </a:t>
            </a:r>
            <a:r>
              <a:rPr lang="en-GB" sz="2400" dirty="0" err="1"/>
              <a:t>eg</a:t>
            </a:r>
            <a:r>
              <a:rPr lang="en-GB" sz="2400" dirty="0"/>
              <a:t>. Sale of consumer information to marketers or other business, use of information to deny job, deny bank loan (</a:t>
            </a:r>
            <a:r>
              <a:rPr lang="en-GB" sz="2400" dirty="0" err="1"/>
              <a:t>eg</a:t>
            </a:r>
            <a:r>
              <a:rPr lang="en-GB" sz="2400" dirty="0"/>
              <a:t>: CTOS –Credit Tip Off Service </a:t>
            </a:r>
            <a:r>
              <a:rPr lang="en-GB" sz="2400" dirty="0" err="1"/>
              <a:t>Sdn</a:t>
            </a:r>
            <a:r>
              <a:rPr lang="en-GB" sz="2400" dirty="0"/>
              <a:t>. </a:t>
            </a:r>
            <a:r>
              <a:rPr lang="en-GB" sz="2400" dirty="0" err="1"/>
              <a:t>Bhd</a:t>
            </a:r>
            <a:r>
              <a:rPr lang="en-GB" sz="2400" dirty="0"/>
              <a:t>)</a:t>
            </a:r>
          </a:p>
          <a:p>
            <a:pPr eaLnBrk="1" hangingPunct="1">
              <a:spcBef>
                <a:spcPts val="600"/>
              </a:spcBef>
              <a:buFont typeface="Wingdings" pitchFamily="2" charset="2"/>
              <a:buNone/>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GB" sz="2400" dirty="0"/>
          </a:p>
          <a:p>
            <a:pPr eaLnBrk="1" hangingPunct="1">
              <a:spcBef>
                <a:spcPts val="600"/>
              </a:spcBef>
              <a:buFont typeface="Wingdings" pitchFamily="2" charset="2"/>
              <a:buNone/>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GB" sz="2400" dirty="0"/>
          </a:p>
          <a:p>
            <a:pPr eaLnBrk="1" hangingPunct="1">
              <a:spcBef>
                <a:spcPts val="600"/>
              </a:spcBef>
              <a:buFont typeface="Wingdings" pitchFamily="2" charset="2"/>
              <a:buNone/>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GB" sz="2400" dirty="0"/>
          </a:p>
          <a:p>
            <a:pPr eaLnBrk="1" hangingPunct="1">
              <a:spcBef>
                <a:spcPts val="600"/>
              </a:spcBef>
              <a:buFont typeface="Wingdings" pitchFamily="2" charset="2"/>
              <a:buNone/>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GB" sz="2400" dirty="0"/>
          </a:p>
        </p:txBody>
      </p:sp>
      <p:sp>
        <p:nvSpPr>
          <p:cNvPr id="12290" name="Rectangle 1"/>
          <p:cNvSpPr>
            <a:spLocks noGrp="1" noChangeArrowheads="1"/>
          </p:cNvSpPr>
          <p:nvPr>
            <p:ph type="title"/>
          </p:nvPr>
        </p:nvSpPr>
        <p:spPr>
          <a:xfrm>
            <a:off x="1219200" y="0"/>
            <a:ext cx="7010400" cy="1527175"/>
          </a:xfrm>
        </p:spPr>
        <p:txBody>
          <a:bodyPr/>
          <a:lstStyle/>
          <a:p>
            <a:pPr eaLnBrk="1" hangingPunct="1">
              <a:lnSpc>
                <a:spcPct val="93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4000" b="1" dirty="0">
                <a:solidFill>
                  <a:srgbClr val="FFFF00"/>
                </a:solidFill>
              </a:rPr>
              <a:t>Risks of the technology (cont..)</a:t>
            </a:r>
          </a:p>
        </p:txBody>
      </p:sp>
    </p:spTree>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Rectangle 2"/>
          <p:cNvSpPr>
            <a:spLocks noGrp="1" noChangeArrowheads="1"/>
          </p:cNvSpPr>
          <p:nvPr>
            <p:ph idx="1"/>
          </p:nvPr>
        </p:nvSpPr>
        <p:spPr>
          <a:xfrm>
            <a:off x="381000" y="1752600"/>
            <a:ext cx="8382000" cy="4648200"/>
          </a:xfrm>
        </p:spPr>
        <p:txBody>
          <a:bodyPr>
            <a:noAutofit/>
          </a:bodyPr>
          <a:lstStyle/>
          <a:p>
            <a:pPr eaLnBrk="1" hangingPunct="1">
              <a:lnSpc>
                <a:spcPct val="93000"/>
              </a:lnSpc>
              <a:spcBef>
                <a:spcPts val="500"/>
              </a:spcBef>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sz="2400" dirty="0"/>
              <a:t>Computer matching</a:t>
            </a:r>
          </a:p>
          <a:p>
            <a:pPr eaLnBrk="1" hangingPunct="1">
              <a:spcBef>
                <a:spcPts val="500"/>
              </a:spcBef>
              <a:buFont typeface="Wingdings" pitchFamily="2" charset="2"/>
              <a:buNone/>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sz="2400" dirty="0"/>
              <a:t>    - combining and comparing information from different databases</a:t>
            </a:r>
          </a:p>
          <a:p>
            <a:pPr eaLnBrk="1" hangingPunct="1">
              <a:spcBef>
                <a:spcPts val="500"/>
              </a:spcBef>
              <a:buFont typeface="Wingdings" pitchFamily="2" charset="2"/>
              <a:buNone/>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sz="2400" dirty="0"/>
              <a:t>    - </a:t>
            </a:r>
            <a:r>
              <a:rPr lang="en-GB" sz="2400" dirty="0" err="1"/>
              <a:t>eg</a:t>
            </a:r>
            <a:r>
              <a:rPr lang="en-GB" sz="2400" dirty="0"/>
              <a:t> businesses use the technique to form consumer dossiers, government uses to detect fraud</a:t>
            </a:r>
          </a:p>
          <a:p>
            <a:pPr eaLnBrk="1" hangingPunct="1">
              <a:spcBef>
                <a:spcPts val="500"/>
              </a:spcBef>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sz="2400" dirty="0"/>
              <a:t>Computer profiling</a:t>
            </a:r>
          </a:p>
          <a:p>
            <a:pPr eaLnBrk="1" hangingPunct="1">
              <a:spcBef>
                <a:spcPts val="500"/>
              </a:spcBef>
              <a:buFont typeface="Wingdings" pitchFamily="2" charset="2"/>
              <a:buNone/>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sz="2400" dirty="0"/>
              <a:t>    - using data in computer files to determine characteristics of people most likely to engage in certain </a:t>
            </a:r>
            <a:r>
              <a:rPr lang="en-GB" sz="2400" dirty="0" err="1"/>
              <a:t>behavior</a:t>
            </a:r>
            <a:endParaRPr lang="en-GB" sz="2400" dirty="0"/>
          </a:p>
          <a:p>
            <a:pPr eaLnBrk="1" hangingPunct="1">
              <a:spcBef>
                <a:spcPts val="500"/>
              </a:spcBef>
              <a:buFont typeface="Wingdings" pitchFamily="2" charset="2"/>
              <a:buNone/>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sz="2400" dirty="0"/>
              <a:t>    - </a:t>
            </a:r>
            <a:r>
              <a:rPr lang="en-GB" sz="2400" dirty="0" err="1"/>
              <a:t>eg</a:t>
            </a:r>
            <a:r>
              <a:rPr lang="en-GB" sz="2400" dirty="0"/>
              <a:t> determination of customers for specific product</a:t>
            </a:r>
          </a:p>
          <a:p>
            <a:pPr eaLnBrk="1" hangingPunct="1">
              <a:spcBef>
                <a:spcPts val="500"/>
              </a:spcBef>
              <a:buFont typeface="Wingdings" pitchFamily="2" charset="2"/>
              <a:buNone/>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GB" sz="2400" dirty="0"/>
          </a:p>
          <a:p>
            <a:pPr eaLnBrk="1" hangingPunct="1">
              <a:spcBef>
                <a:spcPts val="500"/>
              </a:spcBef>
              <a:buFont typeface="Wingdings" pitchFamily="2" charset="2"/>
              <a:buNone/>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GB" sz="2400" dirty="0"/>
          </a:p>
          <a:p>
            <a:pPr eaLnBrk="1" hangingPunct="1">
              <a:spcBef>
                <a:spcPts val="500"/>
              </a:spcBef>
              <a:buFont typeface="Wingdings" pitchFamily="2" charset="2"/>
              <a:buNone/>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GB" sz="2400" dirty="0"/>
          </a:p>
          <a:p>
            <a:pPr eaLnBrk="1" hangingPunct="1">
              <a:spcBef>
                <a:spcPts val="500"/>
              </a:spcBef>
              <a:buFont typeface="Wingdings" pitchFamily="2" charset="2"/>
              <a:buNone/>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GB" sz="2400" dirty="0"/>
          </a:p>
        </p:txBody>
      </p:sp>
      <p:sp>
        <p:nvSpPr>
          <p:cNvPr id="13314" name="Rectangle 1"/>
          <p:cNvSpPr>
            <a:spLocks noGrp="1" noChangeArrowheads="1"/>
          </p:cNvSpPr>
          <p:nvPr>
            <p:ph type="title"/>
          </p:nvPr>
        </p:nvSpPr>
        <p:spPr>
          <a:xfrm>
            <a:off x="1219200" y="0"/>
            <a:ext cx="7010400" cy="1527175"/>
          </a:xfrm>
        </p:spPr>
        <p:txBody>
          <a:bodyPr/>
          <a:lstStyle/>
          <a:p>
            <a:pPr eaLnBrk="1" hangingPunct="1">
              <a:lnSpc>
                <a:spcPct val="93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4000" b="1" dirty="0">
                <a:solidFill>
                  <a:srgbClr val="FFFF00"/>
                </a:solidFill>
              </a:rPr>
              <a:t>Risks of the technology (cont..)</a:t>
            </a:r>
          </a:p>
        </p:txBody>
      </p:sp>
    </p:spTree>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Rectangle 2"/>
          <p:cNvSpPr>
            <a:spLocks noGrp="1" noChangeArrowheads="1"/>
          </p:cNvSpPr>
          <p:nvPr>
            <p:ph idx="1"/>
          </p:nvPr>
        </p:nvSpPr>
        <p:spPr>
          <a:xfrm>
            <a:off x="228600" y="1905000"/>
            <a:ext cx="5562600" cy="4572000"/>
          </a:xfrm>
        </p:spPr>
        <p:txBody>
          <a:bodyPr>
            <a:normAutofit/>
          </a:bodyPr>
          <a:lstStyle/>
          <a:p>
            <a:pPr eaLnBrk="1" hangingPunct="1">
              <a:lnSpc>
                <a:spcPct val="93000"/>
              </a:lnSpc>
              <a:spcBef>
                <a:spcPts val="600"/>
              </a:spcBef>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sz="3200" dirty="0"/>
              <a:t>Location</a:t>
            </a:r>
          </a:p>
          <a:p>
            <a:pPr lvl="1">
              <a:spcBef>
                <a:spcPts val="600"/>
              </a:spcBef>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sz="2800" dirty="0"/>
              <a:t> many devices allow our location to be determined</a:t>
            </a:r>
          </a:p>
          <a:p>
            <a:pPr lvl="1">
              <a:spcBef>
                <a:spcPts val="600"/>
              </a:spcBef>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sz="2800" dirty="0" err="1"/>
              <a:t>eg</a:t>
            </a:r>
            <a:r>
              <a:rPr lang="en-GB" sz="2800" dirty="0"/>
              <a:t>. GPS, satellite, computer chip, wireless watchband transmitter</a:t>
            </a:r>
          </a:p>
          <a:p>
            <a:pPr eaLnBrk="1" hangingPunct="1">
              <a:spcBef>
                <a:spcPts val="600"/>
              </a:spcBef>
              <a:buFont typeface="Wingdings" pitchFamily="2" charset="2"/>
              <a:buNone/>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GB" sz="3200" dirty="0"/>
          </a:p>
          <a:p>
            <a:pPr eaLnBrk="1" hangingPunct="1">
              <a:spcBef>
                <a:spcPts val="600"/>
              </a:spcBef>
              <a:buFont typeface="Wingdings" pitchFamily="2" charset="2"/>
              <a:buNone/>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GB" sz="3200" dirty="0"/>
          </a:p>
          <a:p>
            <a:pPr eaLnBrk="1" hangingPunct="1">
              <a:spcBef>
                <a:spcPts val="600"/>
              </a:spcBef>
              <a:buFont typeface="Wingdings" pitchFamily="2" charset="2"/>
              <a:buNone/>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GB" sz="3200" dirty="0"/>
          </a:p>
          <a:p>
            <a:pPr eaLnBrk="1" hangingPunct="1">
              <a:spcBef>
                <a:spcPts val="600"/>
              </a:spcBef>
              <a:buFont typeface="Wingdings" pitchFamily="2" charset="2"/>
              <a:buNone/>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GB" sz="3200" dirty="0"/>
          </a:p>
        </p:txBody>
      </p:sp>
      <p:sp>
        <p:nvSpPr>
          <p:cNvPr id="14338" name="Rectangle 1"/>
          <p:cNvSpPr>
            <a:spLocks noGrp="1" noChangeArrowheads="1"/>
          </p:cNvSpPr>
          <p:nvPr>
            <p:ph type="title"/>
          </p:nvPr>
        </p:nvSpPr>
        <p:spPr>
          <a:xfrm>
            <a:off x="1219200" y="0"/>
            <a:ext cx="7010400" cy="1527175"/>
          </a:xfrm>
        </p:spPr>
        <p:txBody>
          <a:bodyPr/>
          <a:lstStyle/>
          <a:p>
            <a:pPr eaLnBrk="1" hangingPunct="1">
              <a:lnSpc>
                <a:spcPct val="93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4000" b="1" dirty="0">
                <a:solidFill>
                  <a:srgbClr val="FFFF00"/>
                </a:solidFill>
              </a:rPr>
              <a:t>Risks of the technology (cont..)</a:t>
            </a:r>
          </a:p>
        </p:txBody>
      </p:sp>
      <p:pic>
        <p:nvPicPr>
          <p:cNvPr id="4098" name="Picture 2" descr="C:\Users\ROZI\Desktop\privacy4.jpg"/>
          <p:cNvPicPr>
            <a:picLocks noChangeAspect="1" noChangeArrowheads="1"/>
          </p:cNvPicPr>
          <p:nvPr/>
        </p:nvPicPr>
        <p:blipFill>
          <a:blip r:embed="rId3" cstate="print"/>
          <a:srcRect/>
          <a:stretch>
            <a:fillRect/>
          </a:stretch>
        </p:blipFill>
        <p:spPr bwMode="auto">
          <a:xfrm>
            <a:off x="6096000" y="2514600"/>
            <a:ext cx="2676144" cy="3105912"/>
          </a:xfrm>
          <a:prstGeom prst="rect">
            <a:avLst/>
          </a:prstGeom>
          <a:noFill/>
        </p:spPr>
      </p:pic>
    </p:spTree>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3" name="Content Placeholder 2"/>
          <p:cNvSpPr>
            <a:spLocks noGrp="1"/>
          </p:cNvSpPr>
          <p:nvPr>
            <p:ph idx="1"/>
          </p:nvPr>
        </p:nvSpPr>
        <p:spPr>
          <a:xfrm>
            <a:off x="380999" y="1719071"/>
            <a:ext cx="8458201" cy="4407408"/>
          </a:xfrm>
        </p:spPr>
        <p:txBody>
          <a:bodyPr>
            <a:normAutofit/>
          </a:bodyPr>
          <a:lstStyle/>
          <a:p>
            <a:pPr eaLnBrk="1" hangingPunct="1"/>
            <a:r>
              <a:rPr lang="en-US" sz="2800" dirty="0" err="1"/>
              <a:t>Sullivans</a:t>
            </a:r>
            <a:r>
              <a:rPr lang="en-US" sz="2800" dirty="0"/>
              <a:t> have a baby girl</a:t>
            </a:r>
          </a:p>
          <a:p>
            <a:pPr eaLnBrk="1" hangingPunct="1"/>
            <a:r>
              <a:rPr lang="en-US" sz="2800" dirty="0"/>
              <a:t>Both work; they are concerned about performance of full-time nanny</a:t>
            </a:r>
          </a:p>
          <a:p>
            <a:pPr eaLnBrk="1" hangingPunct="1"/>
            <a:r>
              <a:rPr lang="en-US" sz="2800" dirty="0"/>
              <a:t>Purchase program that allows monitoring through laptop’s camera placed in family room</a:t>
            </a:r>
          </a:p>
          <a:p>
            <a:pPr eaLnBrk="1" hangingPunct="1"/>
            <a:r>
              <a:rPr lang="en-US" sz="2800" dirty="0"/>
              <a:t>They do not inform nanny she is being monitored</a:t>
            </a:r>
          </a:p>
        </p:txBody>
      </p:sp>
      <p:sp>
        <p:nvSpPr>
          <p:cNvPr id="15364" name="Slide Number Placeholder 3"/>
          <p:cNvSpPr>
            <a:spLocks noGrp="1"/>
          </p:cNvSpPr>
          <p:nvPr>
            <p:ph type="sldNum" sz="quarter" idx="12"/>
          </p:nvPr>
        </p:nvSpPr>
        <p:spPr bwMode="auto">
          <a:xfrm>
            <a:off x="7162800" y="6397625"/>
            <a:ext cx="1905000" cy="457200"/>
          </a:xfrm>
          <a:prstGeom prst="rect">
            <a:avLst/>
          </a:prstGeom>
          <a:noFill/>
          <a:ln>
            <a:miter lim="800000"/>
            <a:headEnd/>
            <a:tailEnd/>
          </a:ln>
        </p:spPr>
        <p:txBody>
          <a:bodyPr/>
          <a:lstStyle/>
          <a:p>
            <a:r>
              <a:rPr lang="en-US"/>
              <a:t>1-</a:t>
            </a:r>
            <a:fld id="{794E6A12-679A-45E1-9537-D339E94E9986}" type="slidenum">
              <a:rPr lang="en-US"/>
              <a:pPr/>
              <a:t>13</a:t>
            </a:fld>
            <a:endParaRPr lang="en-US"/>
          </a:p>
        </p:txBody>
      </p:sp>
      <p:sp>
        <p:nvSpPr>
          <p:cNvPr id="15362" name="Title 1"/>
          <p:cNvSpPr>
            <a:spLocks noGrp="1"/>
          </p:cNvSpPr>
          <p:nvPr>
            <p:ph type="title"/>
          </p:nvPr>
        </p:nvSpPr>
        <p:spPr/>
        <p:txBody>
          <a:bodyPr/>
          <a:lstStyle/>
          <a:p>
            <a:pPr eaLnBrk="1" hangingPunct="1"/>
            <a:r>
              <a:rPr lang="en-US" sz="3600" b="1" dirty="0">
                <a:solidFill>
                  <a:srgbClr val="FFFF00"/>
                </a:solidFill>
              </a:rPr>
              <a:t>Case Study: Secret Monitoring</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7" name="Content Placeholder 2"/>
          <p:cNvSpPr>
            <a:spLocks noGrp="1"/>
          </p:cNvSpPr>
          <p:nvPr>
            <p:ph idx="1"/>
          </p:nvPr>
        </p:nvSpPr>
        <p:spPr>
          <a:xfrm>
            <a:off x="228601" y="1719071"/>
            <a:ext cx="8560292" cy="4407408"/>
          </a:xfrm>
        </p:spPr>
        <p:txBody>
          <a:bodyPr>
            <a:noAutofit/>
          </a:bodyPr>
          <a:lstStyle/>
          <a:p>
            <a:r>
              <a:rPr lang="en-US" sz="2800" dirty="0"/>
              <a:t>If everyone monitored nannies, it would not remain a secret for long</a:t>
            </a:r>
          </a:p>
          <a:p>
            <a:r>
              <a:rPr lang="en-US" sz="2400" dirty="0"/>
              <a:t>Consequences</a:t>
            </a:r>
          </a:p>
          <a:p>
            <a:pPr lvl="1"/>
            <a:r>
              <a:rPr lang="en-US" sz="2000" dirty="0"/>
              <a:t>Nannies would be on best behavior in front of camera</a:t>
            </a:r>
          </a:p>
          <a:p>
            <a:pPr lvl="1"/>
            <a:r>
              <a:rPr lang="en-US" sz="2000" dirty="0"/>
              <a:t>Might reduce child abuse and parents’ peace of mind</a:t>
            </a:r>
          </a:p>
          <a:p>
            <a:pPr lvl="1"/>
            <a:r>
              <a:rPr lang="en-US" sz="2000" dirty="0"/>
              <a:t>Would also increase stress and reduce job satisfaction of child care providers</a:t>
            </a:r>
          </a:p>
          <a:p>
            <a:pPr lvl="1"/>
            <a:r>
              <a:rPr lang="en-US" sz="2000" dirty="0"/>
              <a:t>Might result in higher turnover rate and less experienced pool of nannies, who would provide lower-quality care</a:t>
            </a:r>
          </a:p>
          <a:p>
            <a:r>
              <a:rPr lang="en-US" sz="2800" dirty="0"/>
              <a:t>Harms appear greater than benefits, so we conclude action was wrong</a:t>
            </a:r>
          </a:p>
        </p:txBody>
      </p:sp>
      <p:sp>
        <p:nvSpPr>
          <p:cNvPr id="16388" name="Slide Number Placeholder 3"/>
          <p:cNvSpPr>
            <a:spLocks noGrp="1"/>
          </p:cNvSpPr>
          <p:nvPr>
            <p:ph type="sldNum" sz="quarter" idx="12"/>
          </p:nvPr>
        </p:nvSpPr>
        <p:spPr bwMode="auto">
          <a:xfrm>
            <a:off x="7162800" y="6397625"/>
            <a:ext cx="1905000" cy="457200"/>
          </a:xfrm>
          <a:prstGeom prst="rect">
            <a:avLst/>
          </a:prstGeom>
          <a:noFill/>
          <a:ln>
            <a:miter lim="800000"/>
            <a:headEnd/>
            <a:tailEnd/>
          </a:ln>
        </p:spPr>
        <p:txBody>
          <a:bodyPr/>
          <a:lstStyle/>
          <a:p>
            <a:r>
              <a:rPr lang="en-US"/>
              <a:t>1-</a:t>
            </a:r>
            <a:fld id="{7179234C-E2B1-4FB0-91D9-72C02F11CE95}" type="slidenum">
              <a:rPr lang="en-US"/>
              <a:pPr/>
              <a:t>14</a:t>
            </a:fld>
            <a:endParaRPr lang="en-US"/>
          </a:p>
        </p:txBody>
      </p:sp>
      <p:sp>
        <p:nvSpPr>
          <p:cNvPr id="16386" name="Title 1"/>
          <p:cNvSpPr>
            <a:spLocks noGrp="1"/>
          </p:cNvSpPr>
          <p:nvPr>
            <p:ph type="title"/>
          </p:nvPr>
        </p:nvSpPr>
        <p:spPr/>
        <p:txBody>
          <a:bodyPr/>
          <a:lstStyle/>
          <a:p>
            <a:r>
              <a:rPr lang="en-US" sz="3600" b="1" dirty="0">
                <a:solidFill>
                  <a:srgbClr val="FFFF00"/>
                </a:solidFill>
              </a:rPr>
              <a:t>Rule Utilitarian Evaluation</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1" name="Content Placeholder 2"/>
          <p:cNvSpPr>
            <a:spLocks noGrp="1"/>
          </p:cNvSpPr>
          <p:nvPr>
            <p:ph idx="1"/>
          </p:nvPr>
        </p:nvSpPr>
        <p:spPr/>
        <p:txBody>
          <a:bodyPr>
            <a:normAutofit/>
          </a:bodyPr>
          <a:lstStyle/>
          <a:p>
            <a:r>
              <a:rPr lang="en-US" sz="2800" dirty="0"/>
              <a:t>It is reasonable for society to give people privacy in their own homes</a:t>
            </a:r>
          </a:p>
          <a:p>
            <a:r>
              <a:rPr lang="en-US" sz="2800" dirty="0"/>
              <a:t>Nanny has a reasonable expectation that her interactions with baby inside home are private</a:t>
            </a:r>
          </a:p>
          <a:p>
            <a:r>
              <a:rPr lang="en-US" sz="2800" dirty="0"/>
              <a:t>Sullivan’s decision to secretly monitor the nanny is wrong because it violates her privacy</a:t>
            </a:r>
          </a:p>
        </p:txBody>
      </p:sp>
      <p:sp>
        <p:nvSpPr>
          <p:cNvPr id="17412" name="Slide Number Placeholder 3"/>
          <p:cNvSpPr>
            <a:spLocks noGrp="1"/>
          </p:cNvSpPr>
          <p:nvPr>
            <p:ph type="sldNum" sz="quarter" idx="12"/>
          </p:nvPr>
        </p:nvSpPr>
        <p:spPr bwMode="auto">
          <a:xfrm>
            <a:off x="7162800" y="6397625"/>
            <a:ext cx="1905000" cy="457200"/>
          </a:xfrm>
          <a:prstGeom prst="rect">
            <a:avLst/>
          </a:prstGeom>
          <a:noFill/>
          <a:ln>
            <a:miter lim="800000"/>
            <a:headEnd/>
            <a:tailEnd/>
          </a:ln>
        </p:spPr>
        <p:txBody>
          <a:bodyPr/>
          <a:lstStyle/>
          <a:p>
            <a:r>
              <a:rPr lang="en-US"/>
              <a:t>1-</a:t>
            </a:r>
            <a:fld id="{203159BF-043E-4D70-AED8-E3C97884C1B2}" type="slidenum">
              <a:rPr lang="en-US"/>
              <a:pPr/>
              <a:t>15</a:t>
            </a:fld>
            <a:endParaRPr lang="en-US"/>
          </a:p>
        </p:txBody>
      </p:sp>
      <p:sp>
        <p:nvSpPr>
          <p:cNvPr id="17410" name="Title 1"/>
          <p:cNvSpPr>
            <a:spLocks noGrp="1"/>
          </p:cNvSpPr>
          <p:nvPr>
            <p:ph type="title"/>
          </p:nvPr>
        </p:nvSpPr>
        <p:spPr/>
        <p:txBody>
          <a:bodyPr/>
          <a:lstStyle/>
          <a:p>
            <a:r>
              <a:rPr lang="en-US" sz="3600" b="1" dirty="0">
                <a:solidFill>
                  <a:srgbClr val="FFFF00"/>
                </a:solidFill>
              </a:rPr>
              <a:t>Social Contract Theory Evaluation</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5" name="Content Placeholder 2"/>
          <p:cNvSpPr>
            <a:spLocks noGrp="1"/>
          </p:cNvSpPr>
          <p:nvPr>
            <p:ph idx="1"/>
          </p:nvPr>
        </p:nvSpPr>
        <p:spPr/>
        <p:txBody>
          <a:bodyPr/>
          <a:lstStyle/>
          <a:p>
            <a:r>
              <a:rPr lang="en-US" sz="2800"/>
              <a:t>Imagine rule, “An employer may secretly monitor the work of an employee who works with vulnerable people”</a:t>
            </a:r>
          </a:p>
          <a:p>
            <a:r>
              <a:rPr lang="en-US" sz="2800"/>
              <a:t>If universalized, there would be no expectation of privacy by employees, so secret monitoring would be impossible</a:t>
            </a:r>
          </a:p>
          <a:p>
            <a:r>
              <a:rPr lang="en-US" sz="2800"/>
              <a:t>Proposed rule is self-defeating, so it is wrong for Sullivans to act according to the rule</a:t>
            </a:r>
          </a:p>
        </p:txBody>
      </p:sp>
      <p:sp>
        <p:nvSpPr>
          <p:cNvPr id="18436" name="Slide Number Placeholder 3"/>
          <p:cNvSpPr>
            <a:spLocks noGrp="1"/>
          </p:cNvSpPr>
          <p:nvPr>
            <p:ph type="sldNum" sz="quarter" idx="12"/>
          </p:nvPr>
        </p:nvSpPr>
        <p:spPr bwMode="auto">
          <a:xfrm>
            <a:off x="7162800" y="6397625"/>
            <a:ext cx="1905000" cy="457200"/>
          </a:xfrm>
          <a:prstGeom prst="rect">
            <a:avLst/>
          </a:prstGeom>
          <a:noFill/>
          <a:ln>
            <a:miter lim="800000"/>
            <a:headEnd/>
            <a:tailEnd/>
          </a:ln>
        </p:spPr>
        <p:txBody>
          <a:bodyPr/>
          <a:lstStyle/>
          <a:p>
            <a:r>
              <a:rPr lang="en-US"/>
              <a:t>1-</a:t>
            </a:r>
            <a:fld id="{8CB27E1E-E2C5-4853-84E8-DDEF17A47518}" type="slidenum">
              <a:rPr lang="en-US"/>
              <a:pPr/>
              <a:t>16</a:t>
            </a:fld>
            <a:endParaRPr lang="en-US"/>
          </a:p>
        </p:txBody>
      </p:sp>
      <p:sp>
        <p:nvSpPr>
          <p:cNvPr id="18434" name="Title 1"/>
          <p:cNvSpPr>
            <a:spLocks noGrp="1"/>
          </p:cNvSpPr>
          <p:nvPr>
            <p:ph type="title"/>
          </p:nvPr>
        </p:nvSpPr>
        <p:spPr/>
        <p:txBody>
          <a:bodyPr/>
          <a:lstStyle/>
          <a:p>
            <a:r>
              <a:rPr lang="en-US" sz="4000" b="1" dirty="0">
                <a:solidFill>
                  <a:srgbClr val="FFFF00"/>
                </a:solidFill>
              </a:rPr>
              <a:t>Kantian Evaluation</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Content Placeholder 2"/>
          <p:cNvSpPr>
            <a:spLocks noGrp="1"/>
          </p:cNvSpPr>
          <p:nvPr>
            <p:ph idx="1"/>
          </p:nvPr>
        </p:nvSpPr>
        <p:spPr>
          <a:xfrm>
            <a:off x="381000" y="1524000"/>
            <a:ext cx="8151813" cy="4800600"/>
          </a:xfrm>
        </p:spPr>
        <p:txBody>
          <a:bodyPr>
            <a:normAutofit/>
          </a:bodyPr>
          <a:lstStyle/>
          <a:p>
            <a:r>
              <a:rPr lang="en-US" sz="2400" dirty="0"/>
              <a:t>Three analyses have concluded </a:t>
            </a:r>
            <a:r>
              <a:rPr lang="en-US" sz="2400" dirty="0" err="1"/>
              <a:t>Sullivans</a:t>
            </a:r>
            <a:r>
              <a:rPr lang="en-US" sz="2400" dirty="0"/>
              <a:t> were wrong to secretly monitor how well their nanny takes care of their baby</a:t>
            </a:r>
          </a:p>
          <a:p>
            <a:r>
              <a:rPr lang="en-US" sz="2400" dirty="0"/>
              <a:t>Morally acceptable options</a:t>
            </a:r>
          </a:p>
          <a:p>
            <a:pPr lvl="1"/>
            <a:r>
              <a:rPr lang="en-US" sz="2400" dirty="0"/>
              <a:t>Conduct more comprehensive interview of nanny</a:t>
            </a:r>
          </a:p>
          <a:p>
            <a:pPr lvl="1"/>
            <a:r>
              <a:rPr lang="en-US" sz="2400" dirty="0"/>
              <a:t>More thoroughly check nanny’s references</a:t>
            </a:r>
          </a:p>
          <a:p>
            <a:pPr lvl="1"/>
            <a:r>
              <a:rPr lang="en-US" sz="2400" dirty="0"/>
              <a:t>Spend a day or two at home observing nanny from a distance</a:t>
            </a:r>
          </a:p>
          <a:p>
            <a:pPr lvl="1"/>
            <a:r>
              <a:rPr lang="en-US" sz="2400" dirty="0"/>
              <a:t>Be up-front with nanny about desire to install and use surveillance software on laptop</a:t>
            </a:r>
          </a:p>
        </p:txBody>
      </p:sp>
      <p:sp>
        <p:nvSpPr>
          <p:cNvPr id="19460" name="Slide Number Placeholder 3"/>
          <p:cNvSpPr>
            <a:spLocks noGrp="1"/>
          </p:cNvSpPr>
          <p:nvPr>
            <p:ph type="sldNum" sz="quarter" idx="12"/>
          </p:nvPr>
        </p:nvSpPr>
        <p:spPr bwMode="auto">
          <a:xfrm>
            <a:off x="7239000" y="6375400"/>
            <a:ext cx="1905000" cy="457200"/>
          </a:xfrm>
          <a:prstGeom prst="rect">
            <a:avLst/>
          </a:prstGeom>
          <a:noFill/>
          <a:ln>
            <a:miter lim="800000"/>
            <a:headEnd/>
            <a:tailEnd/>
          </a:ln>
        </p:spPr>
        <p:txBody>
          <a:bodyPr/>
          <a:lstStyle/>
          <a:p>
            <a:r>
              <a:rPr lang="en-US"/>
              <a:t>1-</a:t>
            </a:r>
            <a:fld id="{D36068D9-7E8B-4F52-9045-A78E3F2802D8}" type="slidenum">
              <a:rPr lang="en-US"/>
              <a:pPr/>
              <a:t>17</a:t>
            </a:fld>
            <a:endParaRPr lang="en-US"/>
          </a:p>
        </p:txBody>
      </p:sp>
      <p:sp>
        <p:nvSpPr>
          <p:cNvPr id="19458" name="Title 1"/>
          <p:cNvSpPr>
            <a:spLocks noGrp="1"/>
          </p:cNvSpPr>
          <p:nvPr>
            <p:ph type="title"/>
          </p:nvPr>
        </p:nvSpPr>
        <p:spPr/>
        <p:txBody>
          <a:bodyPr/>
          <a:lstStyle/>
          <a:p>
            <a:r>
              <a:rPr lang="en-US" sz="4000" b="1" dirty="0">
                <a:solidFill>
                  <a:srgbClr val="FFFF00"/>
                </a:solidFill>
              </a:rPr>
              <a:t>Summary</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3" name="Rectangle 2"/>
          <p:cNvSpPr>
            <a:spLocks noGrp="1" noChangeArrowheads="1"/>
          </p:cNvSpPr>
          <p:nvPr>
            <p:ph idx="1"/>
          </p:nvPr>
        </p:nvSpPr>
        <p:spPr>
          <a:xfrm>
            <a:off x="1524000" y="1905000"/>
            <a:ext cx="7010400" cy="4114800"/>
          </a:xfrm>
        </p:spPr>
        <p:txBody>
          <a:bodyPr/>
          <a:lstStyle/>
          <a:p>
            <a:pPr eaLnBrk="1" hangingPunct="1">
              <a:lnSpc>
                <a:spcPct val="93000"/>
              </a:lnSpc>
              <a:spcBef>
                <a:spcPts val="600"/>
              </a:spcBef>
              <a:buFont typeface="Wingdings" pitchFamily="2" charset="2"/>
              <a:buNone/>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GB" sz="2400" dirty="0"/>
          </a:p>
          <a:p>
            <a:pPr eaLnBrk="1" hangingPunct="1">
              <a:spcBef>
                <a:spcPts val="600"/>
              </a:spcBef>
              <a:buFont typeface="Wingdings" pitchFamily="2" charset="2"/>
              <a:buNone/>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GB" sz="2400" dirty="0"/>
          </a:p>
          <a:p>
            <a:pPr eaLnBrk="1" hangingPunct="1">
              <a:spcBef>
                <a:spcPts val="600"/>
              </a:spcBef>
              <a:buFont typeface="Wingdings" pitchFamily="2" charset="2"/>
              <a:buNone/>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GB" sz="2400" dirty="0"/>
          </a:p>
          <a:p>
            <a:pPr eaLnBrk="1" hangingPunct="1">
              <a:spcBef>
                <a:spcPts val="600"/>
              </a:spcBef>
              <a:buFont typeface="Wingdings" pitchFamily="2" charset="2"/>
              <a:buNone/>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GB" sz="2400" dirty="0"/>
          </a:p>
          <a:p>
            <a:pPr eaLnBrk="1" hangingPunct="1">
              <a:spcBef>
                <a:spcPts val="600"/>
              </a:spcBef>
              <a:buFont typeface="Wingdings" pitchFamily="2" charset="2"/>
              <a:buNone/>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GB" sz="2400" dirty="0"/>
          </a:p>
        </p:txBody>
      </p:sp>
      <p:sp>
        <p:nvSpPr>
          <p:cNvPr id="20482" name="Rectangle 1"/>
          <p:cNvSpPr>
            <a:spLocks noGrp="1" noChangeArrowheads="1"/>
          </p:cNvSpPr>
          <p:nvPr>
            <p:ph type="title"/>
          </p:nvPr>
        </p:nvSpPr>
        <p:spPr>
          <a:xfrm>
            <a:off x="1219200" y="0"/>
            <a:ext cx="7010400" cy="1527175"/>
          </a:xfrm>
        </p:spPr>
        <p:txBody>
          <a:bodyPr/>
          <a:lstStyle/>
          <a:p>
            <a:pPr eaLnBrk="1" hangingPunct="1">
              <a:lnSpc>
                <a:spcPct val="93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3600" b="1" dirty="0">
                <a:solidFill>
                  <a:srgbClr val="FFFF00"/>
                </a:solidFill>
              </a:rPr>
              <a:t>Disclosing Information</a:t>
            </a:r>
          </a:p>
        </p:txBody>
      </p:sp>
      <p:grpSp>
        <p:nvGrpSpPr>
          <p:cNvPr id="20484" name="Group 3"/>
          <p:cNvGrpSpPr>
            <a:grpSpLocks/>
          </p:cNvGrpSpPr>
          <p:nvPr/>
        </p:nvGrpSpPr>
        <p:grpSpPr bwMode="auto">
          <a:xfrm>
            <a:off x="685800" y="2895600"/>
            <a:ext cx="2514600" cy="2514600"/>
            <a:chOff x="720" y="1920"/>
            <a:chExt cx="1007" cy="959"/>
          </a:xfrm>
          <a:solidFill>
            <a:srgbClr val="FF0000"/>
          </a:solidFill>
        </p:grpSpPr>
        <p:sp>
          <p:nvSpPr>
            <p:cNvPr id="20492" name="Oval 4"/>
            <p:cNvSpPr>
              <a:spLocks noChangeArrowheads="1"/>
            </p:cNvSpPr>
            <p:nvPr/>
          </p:nvSpPr>
          <p:spPr bwMode="auto">
            <a:xfrm>
              <a:off x="720" y="1920"/>
              <a:ext cx="1008" cy="960"/>
            </a:xfrm>
            <a:prstGeom prst="ellipse">
              <a:avLst/>
            </a:prstGeom>
            <a:grpFill/>
            <a:ln w="9360">
              <a:solidFill>
                <a:srgbClr val="336666"/>
              </a:solidFill>
              <a:round/>
              <a:headEnd/>
              <a:tailEnd/>
            </a:ln>
          </p:spPr>
          <p:txBody>
            <a:bodyPr wrap="none" anchor="ctr"/>
            <a:lstStyle/>
            <a:p>
              <a:endParaRPr lang="en-US"/>
            </a:p>
          </p:txBody>
        </p:sp>
        <p:sp>
          <p:nvSpPr>
            <p:cNvPr id="20493" name="AutoShape 5"/>
            <p:cNvSpPr>
              <a:spLocks noChangeArrowheads="1"/>
            </p:cNvSpPr>
            <p:nvPr/>
          </p:nvSpPr>
          <p:spPr bwMode="auto">
            <a:xfrm>
              <a:off x="869" y="2062"/>
              <a:ext cx="710" cy="676"/>
            </a:xfrm>
            <a:prstGeom prst="roundRect">
              <a:avLst>
                <a:gd name="adj" fmla="val 144"/>
              </a:avLst>
            </a:prstGeom>
            <a:grpFill/>
            <a:ln w="9525">
              <a:noFill/>
              <a:round/>
              <a:headEnd/>
              <a:tailEnd/>
            </a:ln>
          </p:spPr>
          <p:txBody>
            <a:bodyPr lIns="90000" tIns="46800" rIns="90000" bIns="46800" anchor="ctr" anchorCtr="1"/>
            <a:lstStyle/>
            <a:p>
              <a:pPr algn="ctr">
                <a:lnSpc>
                  <a:spcPct val="93000"/>
                </a:lnSpc>
                <a:buClr>
                  <a:srgbClr val="336666"/>
                </a:buClr>
                <a:buSzPct val="100000"/>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2400" dirty="0">
                  <a:solidFill>
                    <a:schemeClr val="tx1"/>
                  </a:solidFill>
                </a:rPr>
                <a:t>Personal</a:t>
              </a:r>
            </a:p>
            <a:p>
              <a:pPr algn="ctr">
                <a:buClr>
                  <a:srgbClr val="336666"/>
                </a:buClr>
                <a:buSzPct val="100000"/>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2400" dirty="0">
                  <a:solidFill>
                    <a:schemeClr val="tx1"/>
                  </a:solidFill>
                </a:rPr>
                <a:t>information</a:t>
              </a:r>
            </a:p>
          </p:txBody>
        </p:sp>
      </p:grpSp>
      <p:grpSp>
        <p:nvGrpSpPr>
          <p:cNvPr id="20485" name="Group 6"/>
          <p:cNvGrpSpPr>
            <a:grpSpLocks/>
          </p:cNvGrpSpPr>
          <p:nvPr/>
        </p:nvGrpSpPr>
        <p:grpSpPr bwMode="auto">
          <a:xfrm>
            <a:off x="6324600" y="3048000"/>
            <a:ext cx="2514600" cy="2438400"/>
            <a:chOff x="4176" y="2016"/>
            <a:chExt cx="1007" cy="959"/>
          </a:xfrm>
          <a:solidFill>
            <a:srgbClr val="FFFF00"/>
          </a:solidFill>
        </p:grpSpPr>
        <p:sp>
          <p:nvSpPr>
            <p:cNvPr id="20490" name="Oval 7"/>
            <p:cNvSpPr>
              <a:spLocks noChangeArrowheads="1"/>
            </p:cNvSpPr>
            <p:nvPr/>
          </p:nvSpPr>
          <p:spPr bwMode="auto">
            <a:xfrm>
              <a:off x="4176" y="2016"/>
              <a:ext cx="1008" cy="960"/>
            </a:xfrm>
            <a:prstGeom prst="ellipse">
              <a:avLst/>
            </a:prstGeom>
            <a:grpFill/>
            <a:ln w="9360">
              <a:solidFill>
                <a:srgbClr val="336666"/>
              </a:solidFill>
              <a:round/>
              <a:headEnd/>
              <a:tailEnd/>
            </a:ln>
          </p:spPr>
          <p:txBody>
            <a:bodyPr wrap="none" anchor="ctr"/>
            <a:lstStyle/>
            <a:p>
              <a:endParaRPr lang="en-US"/>
            </a:p>
          </p:txBody>
        </p:sp>
        <p:sp>
          <p:nvSpPr>
            <p:cNvPr id="20491" name="AutoShape 8"/>
            <p:cNvSpPr>
              <a:spLocks noChangeArrowheads="1"/>
            </p:cNvSpPr>
            <p:nvPr/>
          </p:nvSpPr>
          <p:spPr bwMode="auto">
            <a:xfrm>
              <a:off x="4325" y="2158"/>
              <a:ext cx="710" cy="676"/>
            </a:xfrm>
            <a:prstGeom prst="roundRect">
              <a:avLst>
                <a:gd name="adj" fmla="val 144"/>
              </a:avLst>
            </a:prstGeom>
            <a:grpFill/>
            <a:ln w="9525">
              <a:noFill/>
              <a:round/>
              <a:headEnd/>
              <a:tailEnd/>
            </a:ln>
          </p:spPr>
          <p:txBody>
            <a:bodyPr lIns="90000" tIns="46800" rIns="90000" bIns="46800" anchor="ctr"/>
            <a:lstStyle/>
            <a:p>
              <a:pPr algn="ctr">
                <a:lnSpc>
                  <a:spcPct val="93000"/>
                </a:lnSpc>
                <a:buClr>
                  <a:srgbClr val="336666"/>
                </a:buClr>
                <a:buSzPct val="100000"/>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2400">
                  <a:solidFill>
                    <a:schemeClr val="tx1"/>
                  </a:solidFill>
                </a:rPr>
                <a:t>Public </a:t>
              </a:r>
            </a:p>
            <a:p>
              <a:pPr algn="ctr">
                <a:buClr>
                  <a:srgbClr val="336666"/>
                </a:buClr>
                <a:buSzPct val="100000"/>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2400">
                  <a:solidFill>
                    <a:schemeClr val="tx1"/>
                  </a:solidFill>
                </a:rPr>
                <a:t>record</a:t>
              </a:r>
            </a:p>
          </p:txBody>
        </p:sp>
      </p:grpSp>
      <p:grpSp>
        <p:nvGrpSpPr>
          <p:cNvPr id="20486" name="Group 9"/>
          <p:cNvGrpSpPr>
            <a:grpSpLocks/>
          </p:cNvGrpSpPr>
          <p:nvPr/>
        </p:nvGrpSpPr>
        <p:grpSpPr bwMode="auto">
          <a:xfrm>
            <a:off x="4267200" y="3048000"/>
            <a:ext cx="2590800" cy="2438400"/>
            <a:chOff x="3312" y="1968"/>
            <a:chExt cx="1007" cy="959"/>
          </a:xfrm>
        </p:grpSpPr>
        <p:sp>
          <p:nvSpPr>
            <p:cNvPr id="20488" name="Oval 10"/>
            <p:cNvSpPr>
              <a:spLocks noChangeArrowheads="1"/>
            </p:cNvSpPr>
            <p:nvPr/>
          </p:nvSpPr>
          <p:spPr bwMode="auto">
            <a:xfrm>
              <a:off x="3312" y="1968"/>
              <a:ext cx="1008" cy="960"/>
            </a:xfrm>
            <a:prstGeom prst="ellipse">
              <a:avLst/>
            </a:prstGeom>
            <a:solidFill>
              <a:srgbClr val="99FF33"/>
            </a:solidFill>
            <a:ln w="9360">
              <a:solidFill>
                <a:srgbClr val="336666"/>
              </a:solidFill>
              <a:round/>
              <a:headEnd/>
              <a:tailEnd/>
            </a:ln>
          </p:spPr>
          <p:txBody>
            <a:bodyPr wrap="none" anchor="ctr"/>
            <a:lstStyle/>
            <a:p>
              <a:endParaRPr lang="en-US"/>
            </a:p>
          </p:txBody>
        </p:sp>
        <p:sp>
          <p:nvSpPr>
            <p:cNvPr id="20489" name="AutoShape 11"/>
            <p:cNvSpPr>
              <a:spLocks noChangeArrowheads="1"/>
            </p:cNvSpPr>
            <p:nvPr/>
          </p:nvSpPr>
          <p:spPr bwMode="auto">
            <a:xfrm>
              <a:off x="3461" y="2110"/>
              <a:ext cx="710" cy="676"/>
            </a:xfrm>
            <a:prstGeom prst="roundRect">
              <a:avLst>
                <a:gd name="adj" fmla="val 144"/>
              </a:avLst>
            </a:prstGeom>
            <a:noFill/>
            <a:ln w="9525">
              <a:noFill/>
              <a:round/>
              <a:headEnd/>
              <a:tailEnd/>
            </a:ln>
          </p:spPr>
          <p:txBody>
            <a:bodyPr lIns="90000" tIns="46800" rIns="90000" bIns="46800" anchor="ctr" anchorCtr="1"/>
            <a:lstStyle/>
            <a:p>
              <a:pPr algn="ctr">
                <a:lnSpc>
                  <a:spcPct val="93000"/>
                </a:lnSpc>
                <a:buClr>
                  <a:srgbClr val="336666"/>
                </a:buClr>
                <a:buSzPct val="100000"/>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2400" dirty="0">
                  <a:solidFill>
                    <a:schemeClr val="tx1"/>
                  </a:solidFill>
                </a:rPr>
                <a:t>Public</a:t>
              </a:r>
            </a:p>
            <a:p>
              <a:pPr algn="ctr">
                <a:buClr>
                  <a:srgbClr val="336666"/>
                </a:buClr>
                <a:buSzPct val="100000"/>
                <a:buFont typeface="Arial"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2400" dirty="0">
                  <a:solidFill>
                    <a:schemeClr val="tx1"/>
                  </a:solidFill>
                </a:rPr>
                <a:t>information</a:t>
              </a:r>
            </a:p>
          </p:txBody>
        </p:sp>
      </p:grpSp>
      <p:sp>
        <p:nvSpPr>
          <p:cNvPr id="20487" name="Line 12"/>
          <p:cNvSpPr>
            <a:spLocks noChangeShapeType="1"/>
          </p:cNvSpPr>
          <p:nvPr/>
        </p:nvSpPr>
        <p:spPr bwMode="auto">
          <a:xfrm>
            <a:off x="3200400" y="4267200"/>
            <a:ext cx="1143000" cy="0"/>
          </a:xfrm>
          <a:prstGeom prst="line">
            <a:avLst/>
          </a:prstGeom>
          <a:noFill/>
          <a:ln w="76320">
            <a:solidFill>
              <a:srgbClr val="336666"/>
            </a:solidFill>
            <a:round/>
            <a:headEnd/>
            <a:tailEnd type="triangle" w="med" len="med"/>
          </a:ln>
        </p:spPr>
        <p:txBody>
          <a:bodyPr/>
          <a:lstStyle/>
          <a:p>
            <a:endParaRPr lang="en-MY"/>
          </a:p>
        </p:txBody>
      </p:sp>
    </p:spTree>
  </p:cSld>
  <p:clrMapOvr>
    <a:masterClrMapping/>
  </p:clrMapOvr>
  <p:transition spd="me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7" name="Rectangle 2"/>
          <p:cNvSpPr>
            <a:spLocks noGrp="1" noChangeArrowheads="1"/>
          </p:cNvSpPr>
          <p:nvPr>
            <p:ph idx="1"/>
          </p:nvPr>
        </p:nvSpPr>
        <p:spPr>
          <a:xfrm>
            <a:off x="304800" y="1905000"/>
            <a:ext cx="8229600" cy="4114800"/>
          </a:xfrm>
        </p:spPr>
        <p:txBody>
          <a:bodyPr>
            <a:normAutofit/>
          </a:bodyPr>
          <a:lstStyle/>
          <a:p>
            <a:pPr eaLnBrk="1" hangingPunct="1">
              <a:lnSpc>
                <a:spcPct val="93000"/>
              </a:lnSpc>
              <a:spcBef>
                <a:spcPts val="650"/>
              </a:spcBef>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sz="2800" dirty="0"/>
              <a:t>Public record : information for public access. </a:t>
            </a:r>
            <a:r>
              <a:rPr lang="en-GB" sz="2800" dirty="0" err="1"/>
              <a:t>Eg</a:t>
            </a:r>
            <a:r>
              <a:rPr lang="en-GB" sz="2800" dirty="0"/>
              <a:t> birth certificate, marriage licenses, motor vehicle records, criminal record</a:t>
            </a:r>
          </a:p>
          <a:p>
            <a:pPr eaLnBrk="1" hangingPunct="1">
              <a:spcBef>
                <a:spcPts val="650"/>
              </a:spcBef>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sz="2800" dirty="0"/>
              <a:t>Public information : information  revealed to an organization that has right to share it. </a:t>
            </a:r>
            <a:r>
              <a:rPr lang="en-GB" sz="2800" dirty="0" err="1"/>
              <a:t>Eg</a:t>
            </a:r>
            <a:r>
              <a:rPr lang="en-GB" sz="2800" dirty="0"/>
              <a:t> telephone directory</a:t>
            </a:r>
          </a:p>
          <a:p>
            <a:pPr eaLnBrk="1" hangingPunct="1">
              <a:spcBef>
                <a:spcPts val="650"/>
              </a:spcBef>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sz="2800" dirty="0"/>
              <a:t>Personal information : undisclosed information</a:t>
            </a:r>
          </a:p>
        </p:txBody>
      </p:sp>
      <p:sp>
        <p:nvSpPr>
          <p:cNvPr id="21506" name="Rectangle 1"/>
          <p:cNvSpPr>
            <a:spLocks noGrp="1" noChangeArrowheads="1"/>
          </p:cNvSpPr>
          <p:nvPr>
            <p:ph type="title"/>
          </p:nvPr>
        </p:nvSpPr>
        <p:spPr>
          <a:xfrm>
            <a:off x="1219200" y="0"/>
            <a:ext cx="7010400" cy="1527175"/>
          </a:xfrm>
        </p:spPr>
        <p:txBody>
          <a:bodyPr/>
          <a:lstStyle/>
          <a:p>
            <a:pPr eaLnBrk="1" hangingPunct="1">
              <a:lnSpc>
                <a:spcPct val="93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4000" b="1" dirty="0">
                <a:solidFill>
                  <a:srgbClr val="FFFF00"/>
                </a:solidFill>
              </a:rPr>
              <a:t>Disclosing Information</a:t>
            </a:r>
          </a:p>
        </p:txBody>
      </p:sp>
    </p:spTree>
  </p:cSld>
  <p:clrMapOvr>
    <a:masterClrMapping/>
  </p:clrMapOvr>
  <p:transition spd="me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1" name="Content Placeholder 2"/>
          <p:cNvSpPr>
            <a:spLocks noGrp="1"/>
          </p:cNvSpPr>
          <p:nvPr>
            <p:ph idx="1"/>
          </p:nvPr>
        </p:nvSpPr>
        <p:spPr>
          <a:xfrm>
            <a:off x="380999" y="1719070"/>
            <a:ext cx="3657601" cy="4910329"/>
          </a:xfrm>
        </p:spPr>
        <p:txBody>
          <a:bodyPr>
            <a:normAutofit fontScale="92500" lnSpcReduction="10000"/>
          </a:bodyPr>
          <a:lstStyle/>
          <a:p>
            <a:r>
              <a:rPr lang="en-US" sz="2800" dirty="0" err="1"/>
              <a:t>Facebook</a:t>
            </a:r>
            <a:r>
              <a:rPr lang="en-US" sz="2800" dirty="0"/>
              <a:t> tags</a:t>
            </a:r>
          </a:p>
          <a:p>
            <a:r>
              <a:rPr lang="en-US" sz="2800" dirty="0"/>
              <a:t>Enhanced 911 services</a:t>
            </a:r>
          </a:p>
          <a:p>
            <a:r>
              <a:rPr lang="en-US" sz="2800" dirty="0"/>
              <a:t>Rewards or loyalty programs</a:t>
            </a:r>
          </a:p>
          <a:p>
            <a:r>
              <a:rPr lang="en-US" sz="2800" dirty="0"/>
              <a:t>Body scanners</a:t>
            </a:r>
          </a:p>
          <a:p>
            <a:r>
              <a:rPr lang="en-US" sz="2800" dirty="0"/>
              <a:t>RFID tags</a:t>
            </a:r>
          </a:p>
          <a:p>
            <a:r>
              <a:rPr lang="en-US" sz="2800" dirty="0"/>
              <a:t>Implanted chips</a:t>
            </a:r>
          </a:p>
          <a:p>
            <a:r>
              <a:rPr lang="en-US" sz="2800" dirty="0"/>
              <a:t>Cookies and flash cookies</a:t>
            </a:r>
          </a:p>
          <a:p>
            <a:r>
              <a:rPr lang="en-US" sz="2800" dirty="0"/>
              <a:t>Etc.</a:t>
            </a:r>
          </a:p>
          <a:p>
            <a:endParaRPr lang="en-US" sz="2800" dirty="0"/>
          </a:p>
        </p:txBody>
      </p:sp>
      <p:sp>
        <p:nvSpPr>
          <p:cNvPr id="22532" name="Slide Number Placeholder 3"/>
          <p:cNvSpPr>
            <a:spLocks noGrp="1"/>
          </p:cNvSpPr>
          <p:nvPr>
            <p:ph type="sldNum" sz="quarter" idx="12"/>
          </p:nvPr>
        </p:nvSpPr>
        <p:spPr bwMode="auto">
          <a:xfrm>
            <a:off x="7162800" y="6397625"/>
            <a:ext cx="1905000" cy="457200"/>
          </a:xfrm>
          <a:prstGeom prst="rect">
            <a:avLst/>
          </a:prstGeom>
          <a:noFill/>
          <a:ln>
            <a:miter lim="800000"/>
            <a:headEnd/>
            <a:tailEnd/>
          </a:ln>
        </p:spPr>
        <p:txBody>
          <a:bodyPr/>
          <a:lstStyle/>
          <a:p>
            <a:r>
              <a:rPr lang="en-US"/>
              <a:t>1-</a:t>
            </a:r>
            <a:fld id="{A6809910-16CA-414A-9A38-F0FED57FA4F9}" type="slidenum">
              <a:rPr lang="en-US"/>
              <a:pPr/>
              <a:t>20</a:t>
            </a:fld>
            <a:endParaRPr lang="en-US"/>
          </a:p>
        </p:txBody>
      </p:sp>
      <p:sp>
        <p:nvSpPr>
          <p:cNvPr id="22530" name="Title 1"/>
          <p:cNvSpPr>
            <a:spLocks noGrp="1"/>
          </p:cNvSpPr>
          <p:nvPr>
            <p:ph type="title"/>
          </p:nvPr>
        </p:nvSpPr>
        <p:spPr/>
        <p:txBody>
          <a:bodyPr/>
          <a:lstStyle/>
          <a:p>
            <a:r>
              <a:rPr lang="en-US" b="1" dirty="0">
                <a:solidFill>
                  <a:srgbClr val="FFFF00"/>
                </a:solidFill>
              </a:rPr>
              <a:t>Data Gathering and Privacy Implications</a:t>
            </a:r>
          </a:p>
        </p:txBody>
      </p:sp>
      <p:pic>
        <p:nvPicPr>
          <p:cNvPr id="5122" name="Picture 2" descr="C:\Users\ROZI\Desktop\privacy5.jpg"/>
          <p:cNvPicPr>
            <a:picLocks noChangeAspect="1" noChangeArrowheads="1"/>
          </p:cNvPicPr>
          <p:nvPr/>
        </p:nvPicPr>
        <p:blipFill>
          <a:blip r:embed="rId2" cstate="print"/>
          <a:srcRect/>
          <a:stretch>
            <a:fillRect/>
          </a:stretch>
        </p:blipFill>
        <p:spPr bwMode="auto">
          <a:xfrm>
            <a:off x="4038600" y="1752600"/>
            <a:ext cx="5105400" cy="5105400"/>
          </a:xfrm>
          <a:prstGeom prst="rect">
            <a:avLst/>
          </a:prstGeom>
          <a:noFill/>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5" name="Content Placeholder 2"/>
          <p:cNvSpPr>
            <a:spLocks noGrp="1"/>
          </p:cNvSpPr>
          <p:nvPr>
            <p:ph idx="1"/>
          </p:nvPr>
        </p:nvSpPr>
        <p:spPr/>
        <p:txBody>
          <a:bodyPr>
            <a:normAutofit/>
          </a:bodyPr>
          <a:lstStyle/>
          <a:p>
            <a:r>
              <a:rPr lang="en-US" sz="2800" dirty="0"/>
              <a:t>Tag: Label identifying a person in a photo</a:t>
            </a:r>
          </a:p>
          <a:p>
            <a:r>
              <a:rPr lang="en-US" sz="2800" dirty="0" err="1"/>
              <a:t>Facebook</a:t>
            </a:r>
            <a:r>
              <a:rPr lang="en-US" sz="2800" dirty="0"/>
              <a:t> allows users to tag people who are on their list of friends</a:t>
            </a:r>
          </a:p>
          <a:p>
            <a:r>
              <a:rPr lang="en-US" sz="2800" dirty="0"/>
              <a:t>About 100 million tags added per day in </a:t>
            </a:r>
            <a:r>
              <a:rPr lang="en-US" sz="2800" dirty="0" err="1"/>
              <a:t>Facebook</a:t>
            </a:r>
            <a:endParaRPr lang="en-US" sz="2800" dirty="0"/>
          </a:p>
          <a:p>
            <a:r>
              <a:rPr lang="en-US" sz="2800" dirty="0" err="1"/>
              <a:t>Facebook</a:t>
            </a:r>
            <a:r>
              <a:rPr lang="en-US" sz="2800" dirty="0"/>
              <a:t> uses facial recognition to suggest name of friend appearing in photo</a:t>
            </a:r>
          </a:p>
          <a:p>
            <a:r>
              <a:rPr lang="en-US" sz="2800" dirty="0"/>
              <a:t>Does this feature increase risk of improper tagging?</a:t>
            </a:r>
          </a:p>
        </p:txBody>
      </p:sp>
      <p:sp>
        <p:nvSpPr>
          <p:cNvPr id="23556" name="Slide Number Placeholder 3"/>
          <p:cNvSpPr>
            <a:spLocks noGrp="1"/>
          </p:cNvSpPr>
          <p:nvPr>
            <p:ph type="sldNum" sz="quarter" idx="12"/>
          </p:nvPr>
        </p:nvSpPr>
        <p:spPr bwMode="auto">
          <a:xfrm>
            <a:off x="7162800" y="6397625"/>
            <a:ext cx="1905000" cy="457200"/>
          </a:xfrm>
          <a:prstGeom prst="rect">
            <a:avLst/>
          </a:prstGeom>
          <a:noFill/>
          <a:ln>
            <a:miter lim="800000"/>
            <a:headEnd/>
            <a:tailEnd/>
          </a:ln>
        </p:spPr>
        <p:txBody>
          <a:bodyPr/>
          <a:lstStyle/>
          <a:p>
            <a:r>
              <a:rPr lang="en-US"/>
              <a:t>1-</a:t>
            </a:r>
            <a:fld id="{D1AAFAAD-B22D-4570-9FCA-9B4E43053807}" type="slidenum">
              <a:rPr lang="en-US"/>
              <a:pPr/>
              <a:t>21</a:t>
            </a:fld>
            <a:endParaRPr lang="en-US"/>
          </a:p>
        </p:txBody>
      </p:sp>
      <p:sp>
        <p:nvSpPr>
          <p:cNvPr id="23554" name="Title 1"/>
          <p:cNvSpPr>
            <a:spLocks noGrp="1"/>
          </p:cNvSpPr>
          <p:nvPr>
            <p:ph type="title"/>
          </p:nvPr>
        </p:nvSpPr>
        <p:spPr/>
        <p:txBody>
          <a:bodyPr/>
          <a:lstStyle/>
          <a:p>
            <a:r>
              <a:rPr lang="en-US" sz="3600" b="1" dirty="0" err="1">
                <a:solidFill>
                  <a:srgbClr val="FFFF00"/>
                </a:solidFill>
              </a:rPr>
              <a:t>Facebook</a:t>
            </a:r>
            <a:r>
              <a:rPr lang="en-US" sz="3600" b="1" dirty="0">
                <a:solidFill>
                  <a:srgbClr val="FFFF00"/>
                </a:solidFill>
              </a:rPr>
              <a:t> Tags</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9" name="Content Placeholder 2"/>
          <p:cNvSpPr>
            <a:spLocks noGrp="1"/>
          </p:cNvSpPr>
          <p:nvPr>
            <p:ph idx="1"/>
          </p:nvPr>
        </p:nvSpPr>
        <p:spPr/>
        <p:txBody>
          <a:bodyPr>
            <a:normAutofit/>
          </a:bodyPr>
          <a:lstStyle/>
          <a:p>
            <a:r>
              <a:rPr lang="en-US" sz="2800" dirty="0"/>
              <a:t>Cell phone providers in United States required to track locations of active cell phones to within 100 meters</a:t>
            </a:r>
          </a:p>
          <a:p>
            <a:r>
              <a:rPr lang="en-US" sz="2800" dirty="0"/>
              <a:t>Allows emergency response teams to reach people in distress</a:t>
            </a:r>
          </a:p>
          <a:p>
            <a:r>
              <a:rPr lang="en-US" sz="2800" dirty="0"/>
              <a:t>What if this information is sold or shared?</a:t>
            </a:r>
          </a:p>
        </p:txBody>
      </p:sp>
      <p:sp>
        <p:nvSpPr>
          <p:cNvPr id="24580" name="Slide Number Placeholder 3"/>
          <p:cNvSpPr>
            <a:spLocks noGrp="1"/>
          </p:cNvSpPr>
          <p:nvPr>
            <p:ph type="sldNum" sz="quarter" idx="12"/>
          </p:nvPr>
        </p:nvSpPr>
        <p:spPr bwMode="auto">
          <a:xfrm>
            <a:off x="7162800" y="6397625"/>
            <a:ext cx="1905000" cy="457200"/>
          </a:xfrm>
          <a:prstGeom prst="rect">
            <a:avLst/>
          </a:prstGeom>
          <a:noFill/>
          <a:ln>
            <a:miter lim="800000"/>
            <a:headEnd/>
            <a:tailEnd/>
          </a:ln>
        </p:spPr>
        <p:txBody>
          <a:bodyPr/>
          <a:lstStyle/>
          <a:p>
            <a:r>
              <a:rPr lang="en-US"/>
              <a:t>1-</a:t>
            </a:r>
            <a:fld id="{8D0033C0-C1D5-41D4-94B1-498A330C2E93}" type="slidenum">
              <a:rPr lang="en-US"/>
              <a:pPr/>
              <a:t>22</a:t>
            </a:fld>
            <a:endParaRPr lang="en-US"/>
          </a:p>
        </p:txBody>
      </p:sp>
      <p:sp>
        <p:nvSpPr>
          <p:cNvPr id="24578" name="Title 1"/>
          <p:cNvSpPr>
            <a:spLocks noGrp="1"/>
          </p:cNvSpPr>
          <p:nvPr>
            <p:ph type="title"/>
          </p:nvPr>
        </p:nvSpPr>
        <p:spPr/>
        <p:txBody>
          <a:bodyPr/>
          <a:lstStyle/>
          <a:p>
            <a:r>
              <a:rPr lang="en-US" sz="3600" b="1" dirty="0">
                <a:solidFill>
                  <a:srgbClr val="FFFF00"/>
                </a:solidFill>
              </a:rPr>
              <a:t>Enhanced 911 Services</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3" name="Content Placeholder 2"/>
          <p:cNvSpPr>
            <a:spLocks noGrp="1"/>
          </p:cNvSpPr>
          <p:nvPr>
            <p:ph idx="1"/>
          </p:nvPr>
        </p:nvSpPr>
        <p:spPr/>
        <p:txBody>
          <a:bodyPr/>
          <a:lstStyle/>
          <a:p>
            <a:r>
              <a:rPr lang="en-US" sz="2800"/>
              <a:t>Shoppers who belong to store’s rewards program can save money on many of their purchases</a:t>
            </a:r>
          </a:p>
          <a:p>
            <a:r>
              <a:rPr lang="en-US" sz="2800"/>
              <a:t>Computers use information about buying habits to provide personalized service</a:t>
            </a:r>
          </a:p>
          <a:p>
            <a:pPr lvl="1"/>
            <a:r>
              <a:rPr lang="en-US" sz="2400"/>
              <a:t>ShopRite computerized shopping carts with pop-up ads</a:t>
            </a:r>
          </a:p>
          <a:p>
            <a:r>
              <a:rPr lang="en-US" sz="2800"/>
              <a:t>Do card users pay less, or do non-users get overcharged?</a:t>
            </a:r>
          </a:p>
        </p:txBody>
      </p:sp>
      <p:sp>
        <p:nvSpPr>
          <p:cNvPr id="25604" name="Slide Number Placeholder 3"/>
          <p:cNvSpPr>
            <a:spLocks noGrp="1"/>
          </p:cNvSpPr>
          <p:nvPr>
            <p:ph type="sldNum" sz="quarter" idx="12"/>
          </p:nvPr>
        </p:nvSpPr>
        <p:spPr bwMode="auto">
          <a:xfrm>
            <a:off x="7162800" y="6397625"/>
            <a:ext cx="1905000" cy="457200"/>
          </a:xfrm>
          <a:prstGeom prst="rect">
            <a:avLst/>
          </a:prstGeom>
          <a:noFill/>
          <a:ln>
            <a:miter lim="800000"/>
            <a:headEnd/>
            <a:tailEnd/>
          </a:ln>
        </p:spPr>
        <p:txBody>
          <a:bodyPr/>
          <a:lstStyle/>
          <a:p>
            <a:r>
              <a:rPr lang="en-US"/>
              <a:t>1-</a:t>
            </a:r>
            <a:fld id="{E0E2E446-C69E-481C-BA54-EE7E3A2E6846}" type="slidenum">
              <a:rPr lang="en-US"/>
              <a:pPr/>
              <a:t>23</a:t>
            </a:fld>
            <a:endParaRPr lang="en-US"/>
          </a:p>
        </p:txBody>
      </p:sp>
      <p:sp>
        <p:nvSpPr>
          <p:cNvPr id="25602" name="Title 1"/>
          <p:cNvSpPr>
            <a:spLocks noGrp="1"/>
          </p:cNvSpPr>
          <p:nvPr>
            <p:ph type="title"/>
          </p:nvPr>
        </p:nvSpPr>
        <p:spPr/>
        <p:txBody>
          <a:bodyPr/>
          <a:lstStyle/>
          <a:p>
            <a:r>
              <a:rPr lang="en-US" sz="3600" b="1" dirty="0">
                <a:solidFill>
                  <a:srgbClr val="FFFF00"/>
                </a:solidFill>
              </a:rPr>
              <a:t>Rewards or Loyalty Programs</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7" name="Content Placeholder 2"/>
          <p:cNvSpPr>
            <a:spLocks noGrp="1"/>
          </p:cNvSpPr>
          <p:nvPr>
            <p:ph idx="1"/>
          </p:nvPr>
        </p:nvSpPr>
        <p:spPr/>
        <p:txBody>
          <a:bodyPr>
            <a:normAutofit/>
          </a:bodyPr>
          <a:lstStyle/>
          <a:p>
            <a:r>
              <a:rPr lang="en-US" sz="2800" dirty="0"/>
              <a:t>Some department stores have 3-D body scanners</a:t>
            </a:r>
          </a:p>
          <a:p>
            <a:r>
              <a:rPr lang="en-US" sz="2800" dirty="0"/>
              <a:t>Computer can use this information to recommend clothes</a:t>
            </a:r>
          </a:p>
          <a:p>
            <a:r>
              <a:rPr lang="en-US" sz="2800" dirty="0"/>
              <a:t>Scans can also be used to produce custom-made clothing</a:t>
            </a:r>
          </a:p>
        </p:txBody>
      </p:sp>
      <p:sp>
        <p:nvSpPr>
          <p:cNvPr id="26628" name="Slide Number Placeholder 3"/>
          <p:cNvSpPr>
            <a:spLocks noGrp="1"/>
          </p:cNvSpPr>
          <p:nvPr>
            <p:ph type="sldNum" sz="quarter" idx="12"/>
          </p:nvPr>
        </p:nvSpPr>
        <p:spPr bwMode="auto">
          <a:xfrm>
            <a:off x="7162800" y="6397625"/>
            <a:ext cx="1905000" cy="457200"/>
          </a:xfrm>
          <a:prstGeom prst="rect">
            <a:avLst/>
          </a:prstGeom>
          <a:noFill/>
          <a:ln>
            <a:miter lim="800000"/>
            <a:headEnd/>
            <a:tailEnd/>
          </a:ln>
        </p:spPr>
        <p:txBody>
          <a:bodyPr/>
          <a:lstStyle/>
          <a:p>
            <a:r>
              <a:rPr lang="en-US"/>
              <a:t>1-</a:t>
            </a:r>
            <a:fld id="{A18BD15B-90C6-4A30-93C0-8503BEEC0D74}" type="slidenum">
              <a:rPr lang="en-US"/>
              <a:pPr/>
              <a:t>24</a:t>
            </a:fld>
            <a:endParaRPr lang="en-US"/>
          </a:p>
        </p:txBody>
      </p:sp>
      <p:sp>
        <p:nvSpPr>
          <p:cNvPr id="26626" name="Title 1"/>
          <p:cNvSpPr>
            <a:spLocks noGrp="1"/>
          </p:cNvSpPr>
          <p:nvPr>
            <p:ph type="title"/>
          </p:nvPr>
        </p:nvSpPr>
        <p:spPr/>
        <p:txBody>
          <a:bodyPr/>
          <a:lstStyle/>
          <a:p>
            <a:r>
              <a:rPr lang="en-US" sz="3600" b="1" dirty="0">
                <a:solidFill>
                  <a:srgbClr val="FFFF00"/>
                </a:solidFill>
              </a:rPr>
              <a:t>Body Scanners</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1" name="Slide Number Placeholder 2"/>
          <p:cNvSpPr>
            <a:spLocks noGrp="1"/>
          </p:cNvSpPr>
          <p:nvPr>
            <p:ph type="sldNum" sz="quarter" idx="12"/>
          </p:nvPr>
        </p:nvSpPr>
        <p:spPr bwMode="auto">
          <a:xfrm>
            <a:off x="7162800" y="6397625"/>
            <a:ext cx="1905000" cy="457200"/>
          </a:xfrm>
          <a:prstGeom prst="rect">
            <a:avLst/>
          </a:prstGeom>
          <a:noFill/>
          <a:ln>
            <a:miter lim="800000"/>
            <a:headEnd/>
            <a:tailEnd/>
          </a:ln>
        </p:spPr>
        <p:txBody>
          <a:bodyPr/>
          <a:lstStyle/>
          <a:p>
            <a:r>
              <a:rPr lang="en-US"/>
              <a:t>1-</a:t>
            </a:r>
            <a:fld id="{0C3BA3CF-B827-4F0F-8326-09C838E7836B}" type="slidenum">
              <a:rPr lang="en-US"/>
              <a:pPr/>
              <a:t>25</a:t>
            </a:fld>
            <a:endParaRPr lang="en-US"/>
          </a:p>
        </p:txBody>
      </p:sp>
      <p:sp>
        <p:nvSpPr>
          <p:cNvPr id="27650" name="Title 1"/>
          <p:cNvSpPr>
            <a:spLocks noGrp="1"/>
          </p:cNvSpPr>
          <p:nvPr>
            <p:ph type="title"/>
          </p:nvPr>
        </p:nvSpPr>
        <p:spPr/>
        <p:txBody>
          <a:bodyPr/>
          <a:lstStyle/>
          <a:p>
            <a:pPr eaLnBrk="1" hangingPunct="1"/>
            <a:r>
              <a:rPr lang="en-US" sz="3600" b="1" dirty="0">
                <a:solidFill>
                  <a:srgbClr val="FFFF00"/>
                </a:solidFill>
              </a:rPr>
              <a:t>Body Scanner Takes Measurements</a:t>
            </a:r>
          </a:p>
        </p:txBody>
      </p:sp>
      <p:sp>
        <p:nvSpPr>
          <p:cNvPr id="27652" name="TextBox 3"/>
          <p:cNvSpPr txBox="1">
            <a:spLocks noChangeArrowheads="1"/>
          </p:cNvSpPr>
          <p:nvPr/>
        </p:nvSpPr>
        <p:spPr bwMode="auto">
          <a:xfrm>
            <a:off x="3581400" y="5715000"/>
            <a:ext cx="2895600" cy="230188"/>
          </a:xfrm>
          <a:prstGeom prst="rect">
            <a:avLst/>
          </a:prstGeom>
          <a:noFill/>
          <a:ln w="9525">
            <a:noFill/>
            <a:miter lim="800000"/>
            <a:headEnd/>
            <a:tailEnd/>
          </a:ln>
        </p:spPr>
        <p:txBody>
          <a:bodyPr>
            <a:spAutoFit/>
          </a:bodyPr>
          <a:lstStyle/>
          <a:p>
            <a:pPr algn="r"/>
            <a:r>
              <a:rPr lang="en-US" sz="900"/>
              <a:t>AP Photo/Richard Drew</a:t>
            </a:r>
          </a:p>
        </p:txBody>
      </p:sp>
      <p:pic>
        <p:nvPicPr>
          <p:cNvPr id="27653" name="Picture 6" descr="qui05f03"/>
          <p:cNvPicPr>
            <a:picLocks noChangeAspect="1" noChangeArrowheads="1"/>
          </p:cNvPicPr>
          <p:nvPr/>
        </p:nvPicPr>
        <p:blipFill>
          <a:blip r:embed="rId2" cstate="print"/>
          <a:srcRect/>
          <a:stretch>
            <a:fillRect/>
          </a:stretch>
        </p:blipFill>
        <p:spPr bwMode="auto">
          <a:xfrm>
            <a:off x="2438400" y="1752600"/>
            <a:ext cx="3851275" cy="4699000"/>
          </a:xfrm>
          <a:prstGeom prst="rect">
            <a:avLst/>
          </a:prstGeom>
          <a:noFill/>
          <a:ln w="9525">
            <a:noFill/>
            <a:miter lim="800000"/>
            <a:headEnd/>
            <a:tailEnd/>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5" name="Content Placeholder 2"/>
          <p:cNvSpPr>
            <a:spLocks noGrp="1"/>
          </p:cNvSpPr>
          <p:nvPr>
            <p:ph idx="1"/>
          </p:nvPr>
        </p:nvSpPr>
        <p:spPr/>
        <p:txBody>
          <a:bodyPr>
            <a:normAutofit/>
          </a:bodyPr>
          <a:lstStyle/>
          <a:p>
            <a:r>
              <a:rPr lang="en-US" sz="2800" dirty="0"/>
              <a:t>RFID: Radio frequency identification</a:t>
            </a:r>
          </a:p>
          <a:p>
            <a:r>
              <a:rPr lang="en-US" sz="2800" dirty="0"/>
              <a:t>An RFID tag is a tiny wireless transmitter</a:t>
            </a:r>
          </a:p>
          <a:p>
            <a:r>
              <a:rPr lang="en-US" sz="2800" dirty="0"/>
              <a:t>Manufacturers are replacing bar codes with RFID tags</a:t>
            </a:r>
          </a:p>
          <a:p>
            <a:pPr lvl="1"/>
            <a:r>
              <a:rPr lang="en-US" sz="2400" dirty="0"/>
              <a:t>Contain more information</a:t>
            </a:r>
          </a:p>
          <a:p>
            <a:pPr lvl="1"/>
            <a:r>
              <a:rPr lang="en-US" sz="2400" dirty="0"/>
              <a:t>Can be scanned more easily</a:t>
            </a:r>
          </a:p>
          <a:p>
            <a:r>
              <a:rPr lang="en-US" sz="2800" dirty="0"/>
              <a:t>If tag cannot be removed or disabled, it becomes a tracking device</a:t>
            </a:r>
          </a:p>
        </p:txBody>
      </p:sp>
      <p:sp>
        <p:nvSpPr>
          <p:cNvPr id="28676" name="Slide Number Placeholder 3"/>
          <p:cNvSpPr>
            <a:spLocks noGrp="1"/>
          </p:cNvSpPr>
          <p:nvPr>
            <p:ph type="sldNum" sz="quarter" idx="12"/>
          </p:nvPr>
        </p:nvSpPr>
        <p:spPr bwMode="auto">
          <a:xfrm>
            <a:off x="7162800" y="6397625"/>
            <a:ext cx="1905000" cy="457200"/>
          </a:xfrm>
          <a:prstGeom prst="rect">
            <a:avLst/>
          </a:prstGeom>
          <a:noFill/>
          <a:ln>
            <a:miter lim="800000"/>
            <a:headEnd/>
            <a:tailEnd/>
          </a:ln>
        </p:spPr>
        <p:txBody>
          <a:bodyPr/>
          <a:lstStyle/>
          <a:p>
            <a:r>
              <a:rPr lang="en-US"/>
              <a:t>1-</a:t>
            </a:r>
            <a:fld id="{11EB2490-B6E5-4174-B7FA-E7D7B3430CBD}" type="slidenum">
              <a:rPr lang="en-US"/>
              <a:pPr/>
              <a:t>26</a:t>
            </a:fld>
            <a:endParaRPr lang="en-US"/>
          </a:p>
        </p:txBody>
      </p:sp>
      <p:sp>
        <p:nvSpPr>
          <p:cNvPr id="28674" name="Title 1"/>
          <p:cNvSpPr>
            <a:spLocks noGrp="1"/>
          </p:cNvSpPr>
          <p:nvPr>
            <p:ph type="title"/>
          </p:nvPr>
        </p:nvSpPr>
        <p:spPr/>
        <p:txBody>
          <a:bodyPr/>
          <a:lstStyle/>
          <a:p>
            <a:r>
              <a:rPr lang="en-US" sz="3600" b="1" dirty="0">
                <a:solidFill>
                  <a:srgbClr val="FFFF00"/>
                </a:solidFill>
              </a:rPr>
              <a:t>RFID Tags</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9" name="Content Placeholder 2"/>
          <p:cNvSpPr>
            <a:spLocks noGrp="1"/>
          </p:cNvSpPr>
          <p:nvPr>
            <p:ph idx="1"/>
          </p:nvPr>
        </p:nvSpPr>
        <p:spPr/>
        <p:txBody>
          <a:bodyPr/>
          <a:lstStyle/>
          <a:p>
            <a:r>
              <a:rPr lang="en-US" sz="2400"/>
              <a:t>Taiwan: Every domesticated dog must have an implanted microchip</a:t>
            </a:r>
          </a:p>
          <a:p>
            <a:pPr lvl="1"/>
            <a:r>
              <a:rPr lang="en-US" sz="2400"/>
              <a:t>Size of a grain of rice; implanted into ear</a:t>
            </a:r>
          </a:p>
          <a:p>
            <a:pPr lvl="1"/>
            <a:r>
              <a:rPr lang="en-US" sz="2400"/>
              <a:t>Chip contains name, address of owner</a:t>
            </a:r>
          </a:p>
          <a:p>
            <a:pPr lvl="1"/>
            <a:r>
              <a:rPr lang="en-US" sz="2400"/>
              <a:t>Allows lost dogs to be returned to owners</a:t>
            </a:r>
          </a:p>
          <a:p>
            <a:r>
              <a:rPr lang="en-US" sz="2400"/>
              <a:t>RFID tags approved for use in humans</a:t>
            </a:r>
          </a:p>
          <a:p>
            <a:pPr lvl="1"/>
            <a:r>
              <a:rPr lang="en-US" sz="2400"/>
              <a:t>Can be used to store medical information</a:t>
            </a:r>
          </a:p>
          <a:p>
            <a:pPr lvl="1"/>
            <a:r>
              <a:rPr lang="en-US" sz="2400"/>
              <a:t>Can be used as a “debit card”</a:t>
            </a:r>
          </a:p>
          <a:p>
            <a:pPr lvl="1"/>
            <a:endParaRPr lang="en-US" sz="2400"/>
          </a:p>
        </p:txBody>
      </p:sp>
      <p:sp>
        <p:nvSpPr>
          <p:cNvPr id="29700" name="Slide Number Placeholder 3"/>
          <p:cNvSpPr>
            <a:spLocks noGrp="1"/>
          </p:cNvSpPr>
          <p:nvPr>
            <p:ph type="sldNum" sz="quarter" idx="12"/>
          </p:nvPr>
        </p:nvSpPr>
        <p:spPr bwMode="auto">
          <a:xfrm>
            <a:off x="7162800" y="6397625"/>
            <a:ext cx="1905000" cy="457200"/>
          </a:xfrm>
          <a:prstGeom prst="rect">
            <a:avLst/>
          </a:prstGeom>
          <a:noFill/>
          <a:ln>
            <a:miter lim="800000"/>
            <a:headEnd/>
            <a:tailEnd/>
          </a:ln>
        </p:spPr>
        <p:txBody>
          <a:bodyPr/>
          <a:lstStyle/>
          <a:p>
            <a:r>
              <a:rPr lang="en-US"/>
              <a:t>1-</a:t>
            </a:r>
            <a:fld id="{8EFCA3E4-1CC6-4851-93AE-C91BA2E1DD39}" type="slidenum">
              <a:rPr lang="en-US"/>
              <a:pPr/>
              <a:t>27</a:t>
            </a:fld>
            <a:endParaRPr lang="en-US"/>
          </a:p>
        </p:txBody>
      </p:sp>
      <p:sp>
        <p:nvSpPr>
          <p:cNvPr id="29698" name="Title 1"/>
          <p:cNvSpPr>
            <a:spLocks noGrp="1"/>
          </p:cNvSpPr>
          <p:nvPr>
            <p:ph type="title"/>
          </p:nvPr>
        </p:nvSpPr>
        <p:spPr/>
        <p:txBody>
          <a:bodyPr/>
          <a:lstStyle/>
          <a:p>
            <a:r>
              <a:rPr lang="en-US" sz="3600" b="1" dirty="0">
                <a:solidFill>
                  <a:srgbClr val="FFFF00"/>
                </a:solidFill>
              </a:rPr>
              <a:t>Implanted Chips</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3" name="Content Placeholder 2"/>
          <p:cNvSpPr>
            <a:spLocks noGrp="1"/>
          </p:cNvSpPr>
          <p:nvPr>
            <p:ph idx="1"/>
          </p:nvPr>
        </p:nvSpPr>
        <p:spPr/>
        <p:txBody>
          <a:bodyPr>
            <a:normAutofit/>
          </a:bodyPr>
          <a:lstStyle/>
          <a:p>
            <a:r>
              <a:rPr lang="en-US" sz="2800" dirty="0"/>
              <a:t>TiVo service allows subscribers to record programs and watch them later</a:t>
            </a:r>
          </a:p>
          <a:p>
            <a:r>
              <a:rPr lang="en-US" sz="2800" dirty="0"/>
              <a:t>TiVo collects detailed information about viewing habits of its subscribers</a:t>
            </a:r>
          </a:p>
          <a:p>
            <a:r>
              <a:rPr lang="en-US" sz="2800" dirty="0"/>
              <a:t>Data collected second by second, making it valuable to advertisers and others interested in knowing viewing habits</a:t>
            </a:r>
          </a:p>
        </p:txBody>
      </p:sp>
      <p:sp>
        <p:nvSpPr>
          <p:cNvPr id="30724" name="Slide Number Placeholder 3"/>
          <p:cNvSpPr>
            <a:spLocks noGrp="1"/>
          </p:cNvSpPr>
          <p:nvPr>
            <p:ph type="sldNum" sz="quarter" idx="12"/>
          </p:nvPr>
        </p:nvSpPr>
        <p:spPr bwMode="auto">
          <a:xfrm>
            <a:off x="7162800" y="6397625"/>
            <a:ext cx="1905000" cy="457200"/>
          </a:xfrm>
          <a:prstGeom prst="rect">
            <a:avLst/>
          </a:prstGeom>
          <a:noFill/>
          <a:ln>
            <a:miter lim="800000"/>
            <a:headEnd/>
            <a:tailEnd/>
          </a:ln>
        </p:spPr>
        <p:txBody>
          <a:bodyPr/>
          <a:lstStyle/>
          <a:p>
            <a:r>
              <a:rPr lang="en-US"/>
              <a:t>1-</a:t>
            </a:r>
            <a:fld id="{94A386FE-40EA-493F-85D3-8287F725EB38}" type="slidenum">
              <a:rPr lang="en-US"/>
              <a:pPr/>
              <a:t>28</a:t>
            </a:fld>
            <a:endParaRPr lang="en-US"/>
          </a:p>
        </p:txBody>
      </p:sp>
      <p:sp>
        <p:nvSpPr>
          <p:cNvPr id="30722" name="Title 1"/>
          <p:cNvSpPr>
            <a:spLocks noGrp="1"/>
          </p:cNvSpPr>
          <p:nvPr>
            <p:ph type="title"/>
          </p:nvPr>
        </p:nvSpPr>
        <p:spPr/>
        <p:txBody>
          <a:bodyPr/>
          <a:lstStyle/>
          <a:p>
            <a:r>
              <a:rPr lang="en-US" sz="3600" b="1" dirty="0">
                <a:solidFill>
                  <a:srgbClr val="FFFF00"/>
                </a:solidFill>
              </a:rPr>
              <a:t>Digital Video Recorders</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7" name="Content Placeholder 2"/>
          <p:cNvSpPr>
            <a:spLocks noGrp="1"/>
          </p:cNvSpPr>
          <p:nvPr>
            <p:ph idx="1"/>
          </p:nvPr>
        </p:nvSpPr>
        <p:spPr/>
        <p:txBody>
          <a:bodyPr/>
          <a:lstStyle/>
          <a:p>
            <a:r>
              <a:rPr lang="en-US" sz="2800"/>
              <a:t>Cookie: File placed on computer’s hard drive by a Web server</a:t>
            </a:r>
          </a:p>
          <a:p>
            <a:r>
              <a:rPr lang="en-US" sz="2800"/>
              <a:t>Contains information about visits to a Web site</a:t>
            </a:r>
          </a:p>
          <a:p>
            <a:r>
              <a:rPr lang="en-US" sz="2800"/>
              <a:t>Allows Web sites to provide personalized services</a:t>
            </a:r>
          </a:p>
          <a:p>
            <a:r>
              <a:rPr lang="en-US" sz="2800"/>
              <a:t>Put on hard drive without user’s permission</a:t>
            </a:r>
          </a:p>
          <a:p>
            <a:r>
              <a:rPr lang="en-US" sz="2800"/>
              <a:t>You can set Web browser to alert you to new cookies or to block cookies entirely</a:t>
            </a:r>
          </a:p>
          <a:p>
            <a:endParaRPr lang="en-US"/>
          </a:p>
        </p:txBody>
      </p:sp>
      <p:sp>
        <p:nvSpPr>
          <p:cNvPr id="31748" name="Slide Number Placeholder 3"/>
          <p:cNvSpPr>
            <a:spLocks noGrp="1"/>
          </p:cNvSpPr>
          <p:nvPr>
            <p:ph type="sldNum" sz="quarter" idx="12"/>
          </p:nvPr>
        </p:nvSpPr>
        <p:spPr bwMode="auto">
          <a:xfrm>
            <a:off x="7162800" y="6397625"/>
            <a:ext cx="1905000" cy="457200"/>
          </a:xfrm>
          <a:prstGeom prst="rect">
            <a:avLst/>
          </a:prstGeom>
          <a:noFill/>
          <a:ln>
            <a:miter lim="800000"/>
            <a:headEnd/>
            <a:tailEnd/>
          </a:ln>
        </p:spPr>
        <p:txBody>
          <a:bodyPr/>
          <a:lstStyle/>
          <a:p>
            <a:r>
              <a:rPr lang="en-US"/>
              <a:t>1-</a:t>
            </a:r>
            <a:fld id="{BF00C61E-1EB5-4EA4-A62A-1B18E3228858}" type="slidenum">
              <a:rPr lang="en-US"/>
              <a:pPr/>
              <a:t>29</a:t>
            </a:fld>
            <a:endParaRPr lang="en-US"/>
          </a:p>
        </p:txBody>
      </p:sp>
      <p:sp>
        <p:nvSpPr>
          <p:cNvPr id="31746" name="Title 1"/>
          <p:cNvSpPr>
            <a:spLocks noGrp="1"/>
          </p:cNvSpPr>
          <p:nvPr>
            <p:ph type="title"/>
          </p:nvPr>
        </p:nvSpPr>
        <p:spPr/>
        <p:txBody>
          <a:bodyPr/>
          <a:lstStyle/>
          <a:p>
            <a:r>
              <a:rPr lang="en-US" sz="3600" b="1" dirty="0">
                <a:solidFill>
                  <a:srgbClr val="FFFF00"/>
                </a:solidFill>
              </a:rPr>
              <a:t>Cookies</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1" name="Content Placeholder 2"/>
          <p:cNvSpPr>
            <a:spLocks noGrp="1"/>
          </p:cNvSpPr>
          <p:nvPr>
            <p:ph idx="1"/>
          </p:nvPr>
        </p:nvSpPr>
        <p:spPr>
          <a:xfrm>
            <a:off x="304800" y="1447800"/>
            <a:ext cx="8228013" cy="5181600"/>
          </a:xfrm>
        </p:spPr>
        <p:txBody>
          <a:bodyPr>
            <a:noAutofit/>
          </a:bodyPr>
          <a:lstStyle/>
          <a:p>
            <a:r>
              <a:rPr lang="en-US" sz="2400" dirty="0"/>
              <a:t>Flash cookie: File placed on your computer’s hard drive by a Web server running the Adobe Flash Player</a:t>
            </a:r>
          </a:p>
          <a:p>
            <a:r>
              <a:rPr lang="en-US" sz="2400" dirty="0"/>
              <a:t>Flash cookie can hold 25 times as much information as a browser cookie</a:t>
            </a:r>
          </a:p>
          <a:p>
            <a:r>
              <a:rPr lang="en-US" sz="2400" dirty="0"/>
              <a:t>Flash cookies not controlled by browser’s privacy controls</a:t>
            </a:r>
          </a:p>
          <a:p>
            <a:r>
              <a:rPr lang="en-US" sz="2400" dirty="0"/>
              <a:t>Some Web sites use flash cookies as a way of backing up browser cookies. If you delete browser cookie, it can be “</a:t>
            </a:r>
            <a:r>
              <a:rPr lang="en-US" sz="2400" dirty="0" err="1"/>
              <a:t>respawned</a:t>
            </a:r>
            <a:r>
              <a:rPr lang="en-US" sz="2400" dirty="0"/>
              <a:t>” from the flash cookie</a:t>
            </a:r>
          </a:p>
          <a:p>
            <a:r>
              <a:rPr lang="en-US" sz="2400" dirty="0"/>
              <a:t>Half of 100 most popular Web sites use flash cookies</a:t>
            </a:r>
          </a:p>
        </p:txBody>
      </p:sp>
      <p:sp>
        <p:nvSpPr>
          <p:cNvPr id="32772" name="Slide Number Placeholder 3"/>
          <p:cNvSpPr>
            <a:spLocks noGrp="1"/>
          </p:cNvSpPr>
          <p:nvPr>
            <p:ph type="sldNum" sz="quarter" idx="12"/>
          </p:nvPr>
        </p:nvSpPr>
        <p:spPr bwMode="auto">
          <a:xfrm>
            <a:off x="7162800" y="6397625"/>
            <a:ext cx="1905000" cy="457200"/>
          </a:xfrm>
          <a:prstGeom prst="rect">
            <a:avLst/>
          </a:prstGeom>
          <a:noFill/>
          <a:ln>
            <a:miter lim="800000"/>
            <a:headEnd/>
            <a:tailEnd/>
          </a:ln>
        </p:spPr>
        <p:txBody>
          <a:bodyPr/>
          <a:lstStyle/>
          <a:p>
            <a:r>
              <a:rPr lang="en-US"/>
              <a:t>1-</a:t>
            </a:r>
            <a:fld id="{A55F0507-32E9-490A-88D7-9518C4C45DD4}" type="slidenum">
              <a:rPr lang="en-US"/>
              <a:pPr/>
              <a:t>30</a:t>
            </a:fld>
            <a:endParaRPr lang="en-US"/>
          </a:p>
        </p:txBody>
      </p:sp>
      <p:sp>
        <p:nvSpPr>
          <p:cNvPr id="32770" name="Title 1"/>
          <p:cNvSpPr>
            <a:spLocks noGrp="1"/>
          </p:cNvSpPr>
          <p:nvPr>
            <p:ph type="title"/>
          </p:nvPr>
        </p:nvSpPr>
        <p:spPr/>
        <p:txBody>
          <a:bodyPr/>
          <a:lstStyle/>
          <a:p>
            <a:r>
              <a:rPr lang="en-US" sz="3600" b="1" dirty="0">
                <a:solidFill>
                  <a:srgbClr val="FFFF00"/>
                </a:solidFill>
              </a:rPr>
              <a:t>Flash Cookies</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5" name="Rectangle 2"/>
          <p:cNvSpPr>
            <a:spLocks noGrp="1" noChangeArrowheads="1"/>
          </p:cNvSpPr>
          <p:nvPr>
            <p:ph idx="1"/>
          </p:nvPr>
        </p:nvSpPr>
        <p:spPr>
          <a:xfrm>
            <a:off x="304800" y="1905000"/>
            <a:ext cx="8229600" cy="4114800"/>
          </a:xfrm>
        </p:spPr>
        <p:txBody>
          <a:bodyPr>
            <a:normAutofit/>
          </a:bodyPr>
          <a:lstStyle/>
          <a:p>
            <a:pPr eaLnBrk="1" hangingPunct="1">
              <a:lnSpc>
                <a:spcPct val="93000"/>
              </a:lnSpc>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sz="2800" dirty="0"/>
              <a:t>Types of disclosures:</a:t>
            </a:r>
          </a:p>
          <a:p>
            <a:pPr eaLnBrk="1" hangingPunct="1">
              <a:buFont typeface="Wingdings" pitchFamily="2" charset="2"/>
              <a:buNone/>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sz="2800" dirty="0"/>
              <a:t>    - Voluntary</a:t>
            </a:r>
          </a:p>
          <a:p>
            <a:pPr eaLnBrk="1" hangingPunct="1">
              <a:buFont typeface="Wingdings" pitchFamily="2" charset="2"/>
              <a:buNone/>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sz="2800" dirty="0"/>
              <a:t>    - Involuntary</a:t>
            </a:r>
          </a:p>
          <a:p>
            <a:pPr eaLnBrk="1" hangingPunct="1">
              <a:buFont typeface="Wingdings" pitchFamily="2" charset="2"/>
              <a:buNone/>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sz="2800" dirty="0"/>
              <a:t>    - Statutory</a:t>
            </a:r>
          </a:p>
        </p:txBody>
      </p:sp>
      <p:sp>
        <p:nvSpPr>
          <p:cNvPr id="33794" name="Rectangle 1"/>
          <p:cNvSpPr>
            <a:spLocks noGrp="1" noChangeArrowheads="1"/>
          </p:cNvSpPr>
          <p:nvPr>
            <p:ph type="title"/>
          </p:nvPr>
        </p:nvSpPr>
        <p:spPr>
          <a:xfrm>
            <a:off x="990600" y="0"/>
            <a:ext cx="7010400" cy="1527175"/>
          </a:xfrm>
        </p:spPr>
        <p:txBody>
          <a:bodyPr/>
          <a:lstStyle/>
          <a:p>
            <a:pPr eaLnBrk="1" hangingPunct="1">
              <a:lnSpc>
                <a:spcPct val="93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3600" b="1" dirty="0">
                <a:solidFill>
                  <a:srgbClr val="FFFF00"/>
                </a:solidFill>
              </a:rPr>
              <a:t>Disclosing Information</a:t>
            </a:r>
          </a:p>
        </p:txBody>
      </p:sp>
    </p:spTree>
  </p:cSld>
  <p:clrMapOvr>
    <a:masterClrMapping/>
  </p:clrMapOvr>
  <p:transition spd="med"/>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Rectangle 3"/>
          <p:cNvSpPr>
            <a:spLocks noGrp="1" noChangeArrowheads="1"/>
          </p:cNvSpPr>
          <p:nvPr>
            <p:ph idx="1"/>
          </p:nvPr>
        </p:nvSpPr>
        <p:spPr>
          <a:xfrm>
            <a:off x="304800" y="1905000"/>
            <a:ext cx="8229600" cy="4572000"/>
          </a:xfrm>
        </p:spPr>
        <p:txBody>
          <a:bodyPr/>
          <a:lstStyle/>
          <a:p>
            <a:pPr eaLnBrk="1" hangingPunct="1">
              <a:lnSpc>
                <a:spcPct val="93000"/>
              </a:lnSpc>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sz="2600" dirty="0"/>
              <a:t>Informed consent</a:t>
            </a:r>
          </a:p>
          <a:p>
            <a:pPr eaLnBrk="1" hangingPunct="1">
              <a:lnSpc>
                <a:spcPct val="93000"/>
              </a:lnSpc>
              <a:buFont typeface="Wingdings" pitchFamily="2" charset="2"/>
              <a:buNone/>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sz="2600" dirty="0"/>
              <a:t>   - business and organization must inform consumers about what information they are collecting and how they will use it</a:t>
            </a:r>
          </a:p>
          <a:p>
            <a:pPr eaLnBrk="1" hangingPunct="1">
              <a:lnSpc>
                <a:spcPct val="93000"/>
              </a:lnSpc>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sz="2600" dirty="0"/>
              <a:t>Offer a way for people to opt out from mailing lists and from transfer of their data to other parties</a:t>
            </a:r>
          </a:p>
          <a:p>
            <a:pPr eaLnBrk="1" hangingPunct="1">
              <a:lnSpc>
                <a:spcPct val="93000"/>
              </a:lnSpc>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sz="2600" dirty="0"/>
              <a:t>Provide stronger protection for sensitive data. </a:t>
            </a:r>
            <a:r>
              <a:rPr lang="en-GB" sz="2600" dirty="0" err="1"/>
              <a:t>Eg</a:t>
            </a:r>
            <a:r>
              <a:rPr lang="en-GB" sz="2600" dirty="0"/>
              <a:t>: use an opt in policy for disclosure of medical data</a:t>
            </a:r>
          </a:p>
          <a:p>
            <a:pPr eaLnBrk="1" hangingPunct="1">
              <a:lnSpc>
                <a:spcPct val="93000"/>
              </a:lnSpc>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GB" sz="2600" dirty="0"/>
          </a:p>
        </p:txBody>
      </p:sp>
      <p:sp>
        <p:nvSpPr>
          <p:cNvPr id="34818" name="Rectangle 2"/>
          <p:cNvSpPr>
            <a:spLocks noGrp="1" noChangeArrowheads="1"/>
          </p:cNvSpPr>
          <p:nvPr>
            <p:ph type="title"/>
          </p:nvPr>
        </p:nvSpPr>
        <p:spPr>
          <a:xfrm>
            <a:off x="1066800" y="0"/>
            <a:ext cx="7010400" cy="1527175"/>
          </a:xfrm>
        </p:spPr>
        <p:txBody>
          <a:bodyPr/>
          <a:lstStyle/>
          <a:p>
            <a:pPr eaLnBrk="1" hangingPunct="1">
              <a:lnSpc>
                <a:spcPct val="93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3600" b="1" dirty="0">
                <a:solidFill>
                  <a:srgbClr val="FFFF00"/>
                </a:solidFill>
              </a:rPr>
              <a:t>Principles for data collection and use</a:t>
            </a:r>
          </a:p>
        </p:txBody>
      </p:sp>
    </p:spTree>
  </p:cSld>
  <p:clrMapOvr>
    <a:masterClrMapping/>
  </p:clrMapOvr>
  <p:transition spd="med"/>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3" name="Rectangle 3"/>
          <p:cNvSpPr>
            <a:spLocks noGrp="1" noChangeArrowheads="1"/>
          </p:cNvSpPr>
          <p:nvPr>
            <p:ph idx="1"/>
          </p:nvPr>
        </p:nvSpPr>
        <p:spPr>
          <a:xfrm>
            <a:off x="304800" y="1676400"/>
            <a:ext cx="8229600" cy="4343400"/>
          </a:xfrm>
        </p:spPr>
        <p:txBody>
          <a:bodyPr>
            <a:normAutofit/>
          </a:bodyPr>
          <a:lstStyle/>
          <a:p>
            <a:pPr eaLnBrk="1" hangingPunct="1">
              <a:lnSpc>
                <a:spcPct val="93000"/>
              </a:lnSpc>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sz="2800" dirty="0"/>
              <a:t>Collect only the data needed</a:t>
            </a:r>
          </a:p>
          <a:p>
            <a:pPr eaLnBrk="1" hangingPunct="1">
              <a:lnSpc>
                <a:spcPct val="93000"/>
              </a:lnSpc>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sz="2800" dirty="0"/>
              <a:t>Keep data only as long as needed</a:t>
            </a:r>
          </a:p>
          <a:p>
            <a:pPr eaLnBrk="1" hangingPunct="1">
              <a:lnSpc>
                <a:spcPct val="93000"/>
              </a:lnSpc>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sz="2800" dirty="0"/>
              <a:t>Maintain accuracy and security of data</a:t>
            </a:r>
          </a:p>
          <a:p>
            <a:pPr eaLnBrk="1" hangingPunct="1">
              <a:lnSpc>
                <a:spcPct val="93000"/>
              </a:lnSpc>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sz="2800" dirty="0"/>
              <a:t>Provide a way for people to access and correct data stored about them</a:t>
            </a:r>
          </a:p>
          <a:p>
            <a:pPr eaLnBrk="1" hangingPunct="1">
              <a:lnSpc>
                <a:spcPct val="93000"/>
              </a:lnSpc>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sz="2800" dirty="0"/>
              <a:t>Sanction against employees who release information without authorization</a:t>
            </a:r>
          </a:p>
          <a:p>
            <a:pPr eaLnBrk="1" hangingPunct="1">
              <a:lnSpc>
                <a:spcPct val="93000"/>
              </a:lnSpc>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GB" sz="2800" dirty="0"/>
          </a:p>
        </p:txBody>
      </p:sp>
      <p:sp>
        <p:nvSpPr>
          <p:cNvPr id="35842" name="Rectangle 2"/>
          <p:cNvSpPr>
            <a:spLocks noGrp="1" noChangeArrowheads="1"/>
          </p:cNvSpPr>
          <p:nvPr>
            <p:ph type="title"/>
          </p:nvPr>
        </p:nvSpPr>
        <p:spPr>
          <a:xfrm>
            <a:off x="1295400" y="0"/>
            <a:ext cx="7010400" cy="1527175"/>
          </a:xfrm>
        </p:spPr>
        <p:txBody>
          <a:bodyPr/>
          <a:lstStyle/>
          <a:p>
            <a:pPr eaLnBrk="1" hangingPunct="1">
              <a:lnSpc>
                <a:spcPct val="93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3600" b="1" dirty="0">
                <a:solidFill>
                  <a:srgbClr val="FFFF00"/>
                </a:solidFill>
              </a:rPr>
              <a:t>Principles for data collection and use</a:t>
            </a:r>
          </a:p>
        </p:txBody>
      </p:sp>
    </p:spTree>
  </p:cSld>
  <p:clrMapOvr>
    <a:masterClrMapping/>
  </p:clrMapOvr>
  <p:transition spd="med"/>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7" name="Rectangle 3"/>
          <p:cNvSpPr>
            <a:spLocks noGrp="1" noChangeArrowheads="1"/>
          </p:cNvSpPr>
          <p:nvPr>
            <p:ph idx="1"/>
          </p:nvPr>
        </p:nvSpPr>
        <p:spPr>
          <a:xfrm>
            <a:off x="380999" y="1524000"/>
            <a:ext cx="3733801" cy="5333999"/>
          </a:xfrm>
        </p:spPr>
        <p:txBody>
          <a:bodyPr>
            <a:noAutofit/>
          </a:bodyPr>
          <a:lstStyle/>
          <a:p>
            <a:pPr eaLnBrk="1" hangingPunct="1"/>
            <a:r>
              <a:rPr lang="en-US" sz="2800" dirty="0"/>
              <a:t>Awareness</a:t>
            </a:r>
          </a:p>
          <a:p>
            <a:pPr lvl="1"/>
            <a:r>
              <a:rPr lang="en-US" sz="2600" dirty="0"/>
              <a:t> how technology works</a:t>
            </a:r>
          </a:p>
          <a:p>
            <a:pPr lvl="1"/>
            <a:r>
              <a:rPr lang="en-US" sz="2600" dirty="0"/>
              <a:t> how it is being used</a:t>
            </a:r>
          </a:p>
          <a:p>
            <a:pPr lvl="1"/>
            <a:r>
              <a:rPr lang="en-US" sz="2600" dirty="0"/>
              <a:t> what the risks are</a:t>
            </a:r>
          </a:p>
          <a:p>
            <a:pPr lvl="1"/>
            <a:r>
              <a:rPr lang="en-US" sz="2600" dirty="0"/>
              <a:t> what tools are available to reduce exposure and unwanted uses of personal data</a:t>
            </a:r>
          </a:p>
          <a:p>
            <a:pPr eaLnBrk="1" hangingPunct="1">
              <a:buFont typeface="Wingdings" pitchFamily="2" charset="2"/>
              <a:buNone/>
            </a:pPr>
            <a:endParaRPr lang="en-US" sz="2600" dirty="0"/>
          </a:p>
          <a:p>
            <a:pPr eaLnBrk="1" hangingPunct="1">
              <a:buFont typeface="Wingdings" pitchFamily="2" charset="2"/>
              <a:buNone/>
            </a:pPr>
            <a:endParaRPr lang="en-US" sz="2600" dirty="0"/>
          </a:p>
        </p:txBody>
      </p:sp>
      <p:sp>
        <p:nvSpPr>
          <p:cNvPr id="36866" name="Rectangle 2"/>
          <p:cNvSpPr>
            <a:spLocks noGrp="1" noChangeArrowheads="1"/>
          </p:cNvSpPr>
          <p:nvPr>
            <p:ph type="title"/>
          </p:nvPr>
        </p:nvSpPr>
        <p:spPr>
          <a:xfrm>
            <a:off x="304800" y="355847"/>
            <a:ext cx="4114800" cy="1054394"/>
          </a:xfrm>
        </p:spPr>
        <p:txBody>
          <a:bodyPr/>
          <a:lstStyle/>
          <a:p>
            <a:pPr eaLnBrk="1" hangingPunct="1"/>
            <a:r>
              <a:rPr lang="en-US" sz="3600" b="1" dirty="0">
                <a:solidFill>
                  <a:srgbClr val="FFFF00"/>
                </a:solidFill>
              </a:rPr>
              <a:t>Privacy protection</a:t>
            </a:r>
          </a:p>
        </p:txBody>
      </p:sp>
      <p:pic>
        <p:nvPicPr>
          <p:cNvPr id="6146" name="Picture 2" descr="C:\Users\ROZI\Desktop\privacy6.jpg"/>
          <p:cNvPicPr>
            <a:picLocks noChangeAspect="1" noChangeArrowheads="1"/>
          </p:cNvPicPr>
          <p:nvPr/>
        </p:nvPicPr>
        <p:blipFill>
          <a:blip r:embed="rId2" cstate="print"/>
          <a:srcRect/>
          <a:stretch>
            <a:fillRect/>
          </a:stretch>
        </p:blipFill>
        <p:spPr bwMode="auto">
          <a:xfrm>
            <a:off x="4114800" y="228600"/>
            <a:ext cx="5029200" cy="6477000"/>
          </a:xfrm>
          <a:prstGeom prst="rect">
            <a:avLst/>
          </a:prstGeom>
          <a:noFill/>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1" name="Rectangle 3"/>
          <p:cNvSpPr>
            <a:spLocks noGrp="1" noChangeArrowheads="1"/>
          </p:cNvSpPr>
          <p:nvPr>
            <p:ph idx="1"/>
          </p:nvPr>
        </p:nvSpPr>
        <p:spPr/>
        <p:txBody>
          <a:bodyPr>
            <a:normAutofit/>
          </a:bodyPr>
          <a:lstStyle/>
          <a:p>
            <a:pPr eaLnBrk="1" hangingPunct="1"/>
            <a:r>
              <a:rPr lang="en-US" sz="3200" dirty="0"/>
              <a:t>Awareness as consumers</a:t>
            </a:r>
          </a:p>
          <a:p>
            <a:pPr lvl="1"/>
            <a:r>
              <a:rPr lang="en-US" sz="2800" dirty="0"/>
              <a:t> decide to what extent to use privacy  protection tools</a:t>
            </a:r>
          </a:p>
          <a:p>
            <a:pPr lvl="1"/>
            <a:r>
              <a:rPr lang="en-US" sz="2800" dirty="0"/>
              <a:t> be more careful about information given out</a:t>
            </a:r>
          </a:p>
          <a:p>
            <a:pPr lvl="1"/>
            <a:r>
              <a:rPr lang="en-US" sz="2800" dirty="0"/>
              <a:t> consider the privacy policies of business and web sites we use or visit</a:t>
            </a:r>
          </a:p>
          <a:p>
            <a:pPr eaLnBrk="1" hangingPunct="1">
              <a:buFont typeface="Wingdings" pitchFamily="2" charset="2"/>
              <a:buNone/>
            </a:pPr>
            <a:endParaRPr lang="en-US" sz="3200" dirty="0"/>
          </a:p>
          <a:p>
            <a:pPr eaLnBrk="1" hangingPunct="1">
              <a:buFont typeface="Wingdings" pitchFamily="2" charset="2"/>
              <a:buNone/>
            </a:pPr>
            <a:endParaRPr lang="en-US" sz="3200" dirty="0"/>
          </a:p>
        </p:txBody>
      </p:sp>
      <p:sp>
        <p:nvSpPr>
          <p:cNvPr id="37890" name="Rectangle 2"/>
          <p:cNvSpPr>
            <a:spLocks noGrp="1" noChangeArrowheads="1"/>
          </p:cNvSpPr>
          <p:nvPr>
            <p:ph type="title"/>
          </p:nvPr>
        </p:nvSpPr>
        <p:spPr>
          <a:xfrm>
            <a:off x="304800" y="304800"/>
            <a:ext cx="8381260" cy="1054394"/>
          </a:xfrm>
        </p:spPr>
        <p:txBody>
          <a:bodyPr/>
          <a:lstStyle/>
          <a:p>
            <a:pPr eaLnBrk="1" hangingPunct="1"/>
            <a:r>
              <a:rPr lang="en-US" sz="3600" b="1" dirty="0">
                <a:solidFill>
                  <a:srgbClr val="FFFF00"/>
                </a:solidFill>
              </a:rPr>
              <a:t>Privacy protection</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5" name="Rectangle 3"/>
          <p:cNvSpPr>
            <a:spLocks noGrp="1" noChangeArrowheads="1"/>
          </p:cNvSpPr>
          <p:nvPr>
            <p:ph idx="1"/>
          </p:nvPr>
        </p:nvSpPr>
        <p:spPr/>
        <p:txBody>
          <a:bodyPr>
            <a:normAutofit/>
          </a:bodyPr>
          <a:lstStyle/>
          <a:p>
            <a:pPr eaLnBrk="1" hangingPunct="1">
              <a:lnSpc>
                <a:spcPct val="90000"/>
              </a:lnSpc>
            </a:pPr>
            <a:r>
              <a:rPr lang="en-US" sz="2800" dirty="0"/>
              <a:t>Awareness as business managers</a:t>
            </a:r>
          </a:p>
          <a:p>
            <a:pPr lvl="1">
              <a:lnSpc>
                <a:spcPct val="90000"/>
              </a:lnSpc>
            </a:pPr>
            <a:r>
              <a:rPr lang="en-US" sz="2600" dirty="0"/>
              <a:t> learn and implement techniques to respond to the privacy demands of consumers</a:t>
            </a:r>
          </a:p>
          <a:p>
            <a:pPr eaLnBrk="1" hangingPunct="1">
              <a:lnSpc>
                <a:spcPct val="90000"/>
              </a:lnSpc>
            </a:pPr>
            <a:r>
              <a:rPr lang="en-US" sz="2800" dirty="0"/>
              <a:t>Awareness as computer professional</a:t>
            </a:r>
          </a:p>
          <a:p>
            <a:pPr lvl="1">
              <a:lnSpc>
                <a:spcPct val="90000"/>
              </a:lnSpc>
            </a:pPr>
            <a:r>
              <a:rPr lang="en-US" sz="2600" dirty="0"/>
              <a:t> design database systems/web software that make it easier to build in privacy protection and reduce the risks of unauthorized leaks</a:t>
            </a:r>
          </a:p>
          <a:p>
            <a:pPr eaLnBrk="1" hangingPunct="1">
              <a:lnSpc>
                <a:spcPct val="90000"/>
              </a:lnSpc>
              <a:buFont typeface="Wingdings" pitchFamily="2" charset="2"/>
              <a:buNone/>
            </a:pPr>
            <a:endParaRPr lang="en-US" sz="2800" dirty="0"/>
          </a:p>
          <a:p>
            <a:pPr eaLnBrk="1" hangingPunct="1">
              <a:lnSpc>
                <a:spcPct val="90000"/>
              </a:lnSpc>
              <a:buFont typeface="Wingdings" pitchFamily="2" charset="2"/>
              <a:buNone/>
            </a:pPr>
            <a:endParaRPr lang="en-US" sz="2800" dirty="0"/>
          </a:p>
        </p:txBody>
      </p:sp>
      <p:sp>
        <p:nvSpPr>
          <p:cNvPr id="38914" name="Rectangle 2"/>
          <p:cNvSpPr>
            <a:spLocks noGrp="1" noChangeArrowheads="1"/>
          </p:cNvSpPr>
          <p:nvPr>
            <p:ph type="title"/>
          </p:nvPr>
        </p:nvSpPr>
        <p:spPr/>
        <p:txBody>
          <a:bodyPr/>
          <a:lstStyle/>
          <a:p>
            <a:pPr eaLnBrk="1" hangingPunct="1"/>
            <a:r>
              <a:rPr lang="en-US" sz="3600" b="1">
                <a:solidFill>
                  <a:srgbClr val="FFFF00"/>
                </a:solidFill>
              </a:rPr>
              <a:t>Privacy protection</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9" name="Rectangle 3"/>
          <p:cNvSpPr>
            <a:spLocks noGrp="1" noChangeArrowheads="1"/>
          </p:cNvSpPr>
          <p:nvPr>
            <p:ph idx="1"/>
          </p:nvPr>
        </p:nvSpPr>
        <p:spPr/>
        <p:txBody>
          <a:bodyPr>
            <a:normAutofit/>
          </a:bodyPr>
          <a:lstStyle/>
          <a:p>
            <a:pPr eaLnBrk="1" hangingPunct="1"/>
            <a:r>
              <a:rPr lang="en-US" sz="2800" dirty="0"/>
              <a:t>Privacy-Enhancing Technologies</a:t>
            </a:r>
          </a:p>
          <a:p>
            <a:pPr lvl="1"/>
            <a:r>
              <a:rPr lang="en-US" sz="2600" dirty="0"/>
              <a:t>  </a:t>
            </a:r>
            <a:r>
              <a:rPr lang="en-US" sz="2800" dirty="0"/>
              <a:t>cookie disablers</a:t>
            </a:r>
          </a:p>
          <a:p>
            <a:pPr lvl="1"/>
            <a:r>
              <a:rPr lang="en-US" sz="2800" dirty="0"/>
              <a:t> alerting users whenever a web site is about to store a cookie and  allow them to reject it</a:t>
            </a:r>
          </a:p>
          <a:p>
            <a:pPr lvl="1"/>
            <a:r>
              <a:rPr lang="en-US" sz="2800" dirty="0"/>
              <a:t> surfing web anonymously, leaving no record of visiting site; Anonymizer.com</a:t>
            </a:r>
          </a:p>
          <a:p>
            <a:pPr eaLnBrk="1" hangingPunct="1">
              <a:buFont typeface="Wingdings" pitchFamily="2" charset="2"/>
              <a:buNone/>
            </a:pPr>
            <a:endParaRPr lang="en-US" sz="2800" dirty="0"/>
          </a:p>
          <a:p>
            <a:pPr eaLnBrk="1" hangingPunct="1">
              <a:buFont typeface="Wingdings" pitchFamily="2" charset="2"/>
              <a:buNone/>
            </a:pPr>
            <a:endParaRPr lang="en-US" sz="2800" dirty="0"/>
          </a:p>
        </p:txBody>
      </p:sp>
      <p:sp>
        <p:nvSpPr>
          <p:cNvPr id="39938" name="Rectangle 2"/>
          <p:cNvSpPr>
            <a:spLocks noGrp="1" noChangeArrowheads="1"/>
          </p:cNvSpPr>
          <p:nvPr>
            <p:ph type="title"/>
          </p:nvPr>
        </p:nvSpPr>
        <p:spPr/>
        <p:txBody>
          <a:bodyPr/>
          <a:lstStyle/>
          <a:p>
            <a:pPr eaLnBrk="1" hangingPunct="1"/>
            <a:r>
              <a:rPr lang="en-US" sz="3600" b="1" dirty="0">
                <a:solidFill>
                  <a:srgbClr val="FFFF00"/>
                </a:solidFill>
              </a:rPr>
              <a:t>Privacy protection</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3" name="Rectangle 3"/>
          <p:cNvSpPr>
            <a:spLocks noGrp="1" noChangeArrowheads="1"/>
          </p:cNvSpPr>
          <p:nvPr>
            <p:ph idx="1"/>
          </p:nvPr>
        </p:nvSpPr>
        <p:spPr/>
        <p:txBody>
          <a:bodyPr/>
          <a:lstStyle/>
          <a:p>
            <a:pPr eaLnBrk="1" hangingPunct="1">
              <a:lnSpc>
                <a:spcPct val="90000"/>
              </a:lnSpc>
            </a:pPr>
            <a:r>
              <a:rPr lang="en-US" sz="2600" dirty="0"/>
              <a:t>Privacy-Enhancing Technologies</a:t>
            </a:r>
          </a:p>
          <a:p>
            <a:pPr lvl="1">
              <a:lnSpc>
                <a:spcPct val="90000"/>
              </a:lnSpc>
            </a:pPr>
            <a:r>
              <a:rPr lang="en-US" sz="2800" dirty="0"/>
              <a:t> Platform for Privacy Protection (P3P) ‘automatically’ protect privacy by user specifying his/her privacy requirement</a:t>
            </a:r>
          </a:p>
          <a:p>
            <a:pPr lvl="1">
              <a:lnSpc>
                <a:spcPct val="90000"/>
              </a:lnSpc>
            </a:pPr>
            <a:r>
              <a:rPr lang="en-US" sz="2800" dirty="0"/>
              <a:t> a well-designed database to protect leak, intruders, unauthorized access</a:t>
            </a:r>
          </a:p>
          <a:p>
            <a:pPr eaLnBrk="1" hangingPunct="1">
              <a:lnSpc>
                <a:spcPct val="90000"/>
              </a:lnSpc>
              <a:buFont typeface="Wingdings" pitchFamily="2" charset="2"/>
              <a:buNone/>
            </a:pPr>
            <a:r>
              <a:rPr lang="en-US" sz="2600" dirty="0"/>
              <a:t>      =&gt; restriction of operation</a:t>
            </a:r>
          </a:p>
          <a:p>
            <a:pPr eaLnBrk="1" hangingPunct="1">
              <a:lnSpc>
                <a:spcPct val="90000"/>
              </a:lnSpc>
              <a:buFont typeface="Wingdings" pitchFamily="2" charset="2"/>
              <a:buNone/>
            </a:pPr>
            <a:r>
              <a:rPr lang="en-US" sz="2600" dirty="0"/>
              <a:t>      =&gt; audit trail to trace unauthorized</a:t>
            </a:r>
          </a:p>
          <a:p>
            <a:pPr eaLnBrk="1" hangingPunct="1">
              <a:lnSpc>
                <a:spcPct val="90000"/>
              </a:lnSpc>
              <a:buFont typeface="Wingdings" pitchFamily="2" charset="2"/>
              <a:buNone/>
            </a:pPr>
            <a:r>
              <a:rPr lang="en-US" sz="2600" dirty="0"/>
              <a:t>           activities</a:t>
            </a:r>
          </a:p>
          <a:p>
            <a:pPr eaLnBrk="1" hangingPunct="1">
              <a:lnSpc>
                <a:spcPct val="90000"/>
              </a:lnSpc>
              <a:buFont typeface="Wingdings" pitchFamily="2" charset="2"/>
              <a:buNone/>
            </a:pPr>
            <a:r>
              <a:rPr lang="en-US" sz="2600" dirty="0"/>
              <a:t>      =&gt; encrypted information</a:t>
            </a:r>
          </a:p>
          <a:p>
            <a:pPr eaLnBrk="1" hangingPunct="1">
              <a:lnSpc>
                <a:spcPct val="90000"/>
              </a:lnSpc>
              <a:buFont typeface="Wingdings" pitchFamily="2" charset="2"/>
              <a:buNone/>
            </a:pPr>
            <a:endParaRPr lang="en-US" sz="2600" dirty="0"/>
          </a:p>
          <a:p>
            <a:pPr eaLnBrk="1" hangingPunct="1">
              <a:lnSpc>
                <a:spcPct val="90000"/>
              </a:lnSpc>
              <a:buFont typeface="Wingdings" pitchFamily="2" charset="2"/>
              <a:buNone/>
            </a:pPr>
            <a:endParaRPr lang="en-US" sz="2600" dirty="0"/>
          </a:p>
        </p:txBody>
      </p:sp>
      <p:sp>
        <p:nvSpPr>
          <p:cNvPr id="40962" name="Rectangle 2"/>
          <p:cNvSpPr>
            <a:spLocks noGrp="1" noChangeArrowheads="1"/>
          </p:cNvSpPr>
          <p:nvPr>
            <p:ph type="title"/>
          </p:nvPr>
        </p:nvSpPr>
        <p:spPr/>
        <p:txBody>
          <a:bodyPr/>
          <a:lstStyle/>
          <a:p>
            <a:pPr eaLnBrk="1" hangingPunct="1"/>
            <a:r>
              <a:rPr lang="en-US" sz="3600" b="1" dirty="0">
                <a:solidFill>
                  <a:srgbClr val="FFFF00"/>
                </a:solidFill>
              </a:rPr>
              <a:t>Privacy protection</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7" name="Rectangle 3"/>
          <p:cNvSpPr>
            <a:spLocks noGrp="1" noChangeArrowheads="1"/>
          </p:cNvSpPr>
          <p:nvPr>
            <p:ph idx="1"/>
          </p:nvPr>
        </p:nvSpPr>
        <p:spPr/>
        <p:txBody>
          <a:bodyPr>
            <a:normAutofit/>
          </a:bodyPr>
          <a:lstStyle/>
          <a:p>
            <a:pPr eaLnBrk="1" hangingPunct="1">
              <a:lnSpc>
                <a:spcPct val="90000"/>
              </a:lnSpc>
            </a:pPr>
            <a:r>
              <a:rPr lang="en-US" sz="2800" dirty="0"/>
              <a:t>Trusted Third Parties</a:t>
            </a:r>
          </a:p>
          <a:p>
            <a:pPr eaLnBrk="1" hangingPunct="1">
              <a:lnSpc>
                <a:spcPct val="90000"/>
              </a:lnSpc>
              <a:buFont typeface="Wingdings" pitchFamily="2" charset="2"/>
              <a:buNone/>
            </a:pPr>
            <a:r>
              <a:rPr lang="en-US" sz="2800" dirty="0"/>
              <a:t>    - firms whose reputation for honesty is important to their business to process confidential data</a:t>
            </a:r>
          </a:p>
          <a:p>
            <a:pPr eaLnBrk="1" hangingPunct="1">
              <a:lnSpc>
                <a:spcPct val="90000"/>
              </a:lnSpc>
            </a:pPr>
            <a:r>
              <a:rPr lang="en-US" sz="2800" dirty="0"/>
              <a:t>Paying for Consumer Information</a:t>
            </a:r>
          </a:p>
          <a:p>
            <a:pPr eaLnBrk="1" hangingPunct="1">
              <a:lnSpc>
                <a:spcPct val="90000"/>
              </a:lnSpc>
              <a:buFont typeface="Wingdings" pitchFamily="2" charset="2"/>
              <a:buNone/>
            </a:pPr>
            <a:r>
              <a:rPr lang="en-US" sz="2800" dirty="0"/>
              <a:t>   - willing to trade some privacy for other things</a:t>
            </a:r>
          </a:p>
          <a:p>
            <a:pPr eaLnBrk="1" hangingPunct="1">
              <a:lnSpc>
                <a:spcPct val="90000"/>
              </a:lnSpc>
            </a:pPr>
            <a:r>
              <a:rPr lang="en-US" sz="2800" dirty="0"/>
              <a:t>Explicit policy statement</a:t>
            </a:r>
          </a:p>
          <a:p>
            <a:pPr eaLnBrk="1" hangingPunct="1">
              <a:lnSpc>
                <a:spcPct val="90000"/>
              </a:lnSpc>
            </a:pPr>
            <a:r>
              <a:rPr lang="en-US" sz="2800" dirty="0"/>
              <a:t>Opt in opt out policy</a:t>
            </a:r>
          </a:p>
          <a:p>
            <a:pPr eaLnBrk="1" hangingPunct="1">
              <a:lnSpc>
                <a:spcPct val="90000"/>
              </a:lnSpc>
            </a:pPr>
            <a:endParaRPr lang="en-US" sz="2800" dirty="0"/>
          </a:p>
          <a:p>
            <a:pPr eaLnBrk="1" hangingPunct="1">
              <a:lnSpc>
                <a:spcPct val="90000"/>
              </a:lnSpc>
              <a:buFont typeface="Wingdings" pitchFamily="2" charset="2"/>
              <a:buNone/>
            </a:pPr>
            <a:endParaRPr lang="en-US" sz="2800" dirty="0"/>
          </a:p>
        </p:txBody>
      </p:sp>
      <p:sp>
        <p:nvSpPr>
          <p:cNvPr id="41986" name="Rectangle 2"/>
          <p:cNvSpPr>
            <a:spLocks noGrp="1" noChangeArrowheads="1"/>
          </p:cNvSpPr>
          <p:nvPr>
            <p:ph type="title"/>
          </p:nvPr>
        </p:nvSpPr>
        <p:spPr/>
        <p:txBody>
          <a:bodyPr/>
          <a:lstStyle/>
          <a:p>
            <a:pPr eaLnBrk="1" hangingPunct="1"/>
            <a:r>
              <a:rPr lang="en-US" sz="3600" b="1">
                <a:solidFill>
                  <a:srgbClr val="FFFF00"/>
                </a:solidFill>
              </a:rPr>
              <a:t>Privacy protection</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1" name="Rectangle 3"/>
          <p:cNvSpPr>
            <a:spLocks noGrp="1" noChangeArrowheads="1"/>
          </p:cNvSpPr>
          <p:nvPr>
            <p:ph idx="1"/>
          </p:nvPr>
        </p:nvSpPr>
        <p:spPr/>
        <p:txBody>
          <a:bodyPr>
            <a:normAutofit/>
          </a:bodyPr>
          <a:lstStyle/>
          <a:p>
            <a:pPr eaLnBrk="1" hangingPunct="1">
              <a:lnSpc>
                <a:spcPct val="90000"/>
              </a:lnSpc>
            </a:pPr>
            <a:r>
              <a:rPr lang="en-US" sz="2800" dirty="0"/>
              <a:t>Market Response</a:t>
            </a:r>
          </a:p>
          <a:p>
            <a:pPr eaLnBrk="1" hangingPunct="1">
              <a:lnSpc>
                <a:spcPct val="90000"/>
              </a:lnSpc>
              <a:buFont typeface="Wingdings" pitchFamily="2" charset="2"/>
              <a:buNone/>
            </a:pPr>
            <a:r>
              <a:rPr lang="en-US" sz="2800" dirty="0"/>
              <a:t>   market can protect privacy by:</a:t>
            </a:r>
          </a:p>
          <a:p>
            <a:pPr eaLnBrk="1" hangingPunct="1">
              <a:lnSpc>
                <a:spcPct val="90000"/>
              </a:lnSpc>
              <a:buFont typeface="Wingdings" pitchFamily="2" charset="2"/>
              <a:buNone/>
            </a:pPr>
            <a:r>
              <a:rPr lang="en-US" sz="2800" dirty="0"/>
              <a:t>   =&gt; using trusted third parties</a:t>
            </a:r>
          </a:p>
          <a:p>
            <a:pPr eaLnBrk="1" hangingPunct="1">
              <a:lnSpc>
                <a:spcPct val="90000"/>
              </a:lnSpc>
              <a:buFont typeface="Wingdings" pitchFamily="2" charset="2"/>
              <a:buNone/>
            </a:pPr>
            <a:r>
              <a:rPr lang="en-US" sz="2800" dirty="0"/>
              <a:t>   =&gt; adhering to established privacy</a:t>
            </a:r>
          </a:p>
          <a:p>
            <a:pPr eaLnBrk="1" hangingPunct="1">
              <a:lnSpc>
                <a:spcPct val="90000"/>
              </a:lnSpc>
              <a:buFont typeface="Wingdings" pitchFamily="2" charset="2"/>
              <a:buNone/>
            </a:pPr>
            <a:r>
              <a:rPr lang="en-US" sz="2800" dirty="0"/>
              <a:t>        policy</a:t>
            </a:r>
          </a:p>
          <a:p>
            <a:pPr eaLnBrk="1" hangingPunct="1">
              <a:lnSpc>
                <a:spcPct val="90000"/>
              </a:lnSpc>
              <a:buFont typeface="Wingdings" pitchFamily="2" charset="2"/>
              <a:buNone/>
            </a:pPr>
            <a:r>
              <a:rPr lang="en-US" sz="2800" dirty="0"/>
              <a:t>   =&gt; purchasing consumer information</a:t>
            </a:r>
          </a:p>
          <a:p>
            <a:pPr eaLnBrk="1" hangingPunct="1">
              <a:lnSpc>
                <a:spcPct val="90000"/>
              </a:lnSpc>
              <a:buFont typeface="Wingdings" pitchFamily="2" charset="2"/>
              <a:buNone/>
            </a:pPr>
            <a:r>
              <a:rPr lang="en-US" sz="2800" dirty="0"/>
              <a:t>        directly from the consumers</a:t>
            </a:r>
          </a:p>
          <a:p>
            <a:pPr eaLnBrk="1" hangingPunct="1">
              <a:lnSpc>
                <a:spcPct val="90000"/>
              </a:lnSpc>
              <a:buFont typeface="Wingdings" pitchFamily="2" charset="2"/>
              <a:buNone/>
            </a:pPr>
            <a:r>
              <a:rPr lang="en-US" sz="2800" dirty="0"/>
              <a:t>   =&gt; developing and selling privacy-enhancing</a:t>
            </a:r>
          </a:p>
          <a:p>
            <a:pPr eaLnBrk="1" hangingPunct="1">
              <a:lnSpc>
                <a:spcPct val="90000"/>
              </a:lnSpc>
              <a:buFont typeface="Wingdings" pitchFamily="2" charset="2"/>
              <a:buNone/>
            </a:pPr>
            <a:r>
              <a:rPr lang="en-US" sz="2800" dirty="0"/>
              <a:t>        technology and services</a:t>
            </a:r>
          </a:p>
          <a:p>
            <a:pPr eaLnBrk="1" hangingPunct="1">
              <a:lnSpc>
                <a:spcPct val="90000"/>
              </a:lnSpc>
            </a:pPr>
            <a:endParaRPr lang="en-US" sz="2800" dirty="0"/>
          </a:p>
          <a:p>
            <a:pPr eaLnBrk="1" hangingPunct="1">
              <a:lnSpc>
                <a:spcPct val="90000"/>
              </a:lnSpc>
              <a:buFont typeface="Wingdings" pitchFamily="2" charset="2"/>
              <a:buNone/>
            </a:pPr>
            <a:endParaRPr lang="en-US" sz="2800" dirty="0"/>
          </a:p>
        </p:txBody>
      </p:sp>
      <p:sp>
        <p:nvSpPr>
          <p:cNvPr id="43010" name="Rectangle 2"/>
          <p:cNvSpPr>
            <a:spLocks noGrp="1" noChangeArrowheads="1"/>
          </p:cNvSpPr>
          <p:nvPr>
            <p:ph type="title"/>
          </p:nvPr>
        </p:nvSpPr>
        <p:spPr/>
        <p:txBody>
          <a:bodyPr/>
          <a:lstStyle/>
          <a:p>
            <a:pPr eaLnBrk="1" hangingPunct="1"/>
            <a:r>
              <a:rPr lang="en-US" sz="3600" b="1" dirty="0">
                <a:solidFill>
                  <a:srgbClr val="FFFF00"/>
                </a:solidFill>
              </a:rPr>
              <a:t>Privacy protection</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5" name="Rectangle 3"/>
          <p:cNvSpPr>
            <a:spLocks noGrp="1" noChangeArrowheads="1"/>
          </p:cNvSpPr>
          <p:nvPr>
            <p:ph idx="1"/>
          </p:nvPr>
        </p:nvSpPr>
        <p:spPr/>
        <p:txBody>
          <a:bodyPr>
            <a:normAutofit/>
          </a:bodyPr>
          <a:lstStyle/>
          <a:p>
            <a:pPr eaLnBrk="1" hangingPunct="1">
              <a:lnSpc>
                <a:spcPct val="90000"/>
              </a:lnSpc>
            </a:pPr>
            <a:r>
              <a:rPr lang="en-US" sz="2800" dirty="0"/>
              <a:t>Basic legal framework</a:t>
            </a:r>
          </a:p>
          <a:p>
            <a:pPr eaLnBrk="1" hangingPunct="1">
              <a:lnSpc>
                <a:spcPct val="90000"/>
              </a:lnSpc>
              <a:buFont typeface="Wingdings" pitchFamily="2" charset="2"/>
              <a:buNone/>
            </a:pPr>
            <a:r>
              <a:rPr lang="en-US" sz="2800" dirty="0"/>
              <a:t>   =&gt; enforcement of agreements and contracts</a:t>
            </a:r>
          </a:p>
          <a:p>
            <a:pPr lvl="1">
              <a:lnSpc>
                <a:spcPct val="90000"/>
              </a:lnSpc>
            </a:pPr>
            <a:r>
              <a:rPr lang="en-US" sz="2800" dirty="0"/>
              <a:t> freedom to create them and enforcement of their terms by the legal system</a:t>
            </a:r>
          </a:p>
          <a:p>
            <a:pPr lvl="1" eaLnBrk="1" hangingPunct="1">
              <a:lnSpc>
                <a:spcPct val="90000"/>
              </a:lnSpc>
              <a:buFont typeface="Wingdings" pitchFamily="2" charset="2"/>
              <a:buNone/>
            </a:pPr>
            <a:r>
              <a:rPr lang="en-US" sz="2800" dirty="0"/>
              <a:t>=&gt; publish privacy policy</a:t>
            </a:r>
          </a:p>
          <a:p>
            <a:pPr eaLnBrk="1" hangingPunct="1">
              <a:lnSpc>
                <a:spcPct val="90000"/>
              </a:lnSpc>
            </a:pPr>
            <a:endParaRPr lang="en-US" sz="2800" dirty="0"/>
          </a:p>
          <a:p>
            <a:pPr eaLnBrk="1" hangingPunct="1">
              <a:lnSpc>
                <a:spcPct val="90000"/>
              </a:lnSpc>
              <a:buFont typeface="Wingdings" pitchFamily="2" charset="2"/>
              <a:buNone/>
            </a:pPr>
            <a:endParaRPr lang="en-US" sz="2800" dirty="0"/>
          </a:p>
        </p:txBody>
      </p:sp>
      <p:sp>
        <p:nvSpPr>
          <p:cNvPr id="44034" name="Rectangle 2"/>
          <p:cNvSpPr>
            <a:spLocks noGrp="1" noChangeArrowheads="1"/>
          </p:cNvSpPr>
          <p:nvPr>
            <p:ph type="title"/>
          </p:nvPr>
        </p:nvSpPr>
        <p:spPr/>
        <p:txBody>
          <a:bodyPr/>
          <a:lstStyle/>
          <a:p>
            <a:pPr eaLnBrk="1" hangingPunct="1"/>
            <a:r>
              <a:rPr lang="en-US" sz="3600" b="1" dirty="0">
                <a:solidFill>
                  <a:srgbClr val="FFFF00"/>
                </a:solidFill>
              </a:rPr>
              <a:t>Privacy protection: Regulation</a:t>
            </a:r>
          </a:p>
        </p:txBody>
      </p:sp>
      <p:pic>
        <p:nvPicPr>
          <p:cNvPr id="7170" name="Picture 2" descr="C:\Users\ROZI\Desktop\privacy7.jpg"/>
          <p:cNvPicPr>
            <a:picLocks noChangeAspect="1" noChangeArrowheads="1"/>
          </p:cNvPicPr>
          <p:nvPr/>
        </p:nvPicPr>
        <p:blipFill>
          <a:blip r:embed="rId2" cstate="print"/>
          <a:srcRect/>
          <a:stretch>
            <a:fillRect/>
          </a:stretch>
        </p:blipFill>
        <p:spPr bwMode="auto">
          <a:xfrm>
            <a:off x="5105400" y="3657600"/>
            <a:ext cx="3657600" cy="2362200"/>
          </a:xfrm>
          <a:prstGeom prst="rect">
            <a:avLst/>
          </a:prstGeom>
          <a:noFill/>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9" name="Rectangle 3"/>
          <p:cNvSpPr>
            <a:spLocks noGrp="1" noChangeArrowheads="1"/>
          </p:cNvSpPr>
          <p:nvPr>
            <p:ph idx="1"/>
          </p:nvPr>
        </p:nvSpPr>
        <p:spPr/>
        <p:txBody>
          <a:bodyPr>
            <a:normAutofit/>
          </a:bodyPr>
          <a:lstStyle/>
          <a:p>
            <a:pPr eaLnBrk="1" hangingPunct="1"/>
            <a:r>
              <a:rPr lang="en-US" sz="2800" dirty="0"/>
              <a:t>Basic legal framework</a:t>
            </a:r>
          </a:p>
          <a:p>
            <a:pPr eaLnBrk="1" hangingPunct="1">
              <a:buFont typeface="Wingdings" pitchFamily="2" charset="2"/>
              <a:buNone/>
            </a:pPr>
            <a:r>
              <a:rPr lang="en-US" sz="2800" dirty="0"/>
              <a:t>   =&gt; set privacy-protection default not in</a:t>
            </a:r>
          </a:p>
          <a:p>
            <a:pPr eaLnBrk="1" hangingPunct="1">
              <a:buFont typeface="Wingdings" pitchFamily="2" charset="2"/>
              <a:buNone/>
            </a:pPr>
            <a:r>
              <a:rPr lang="en-US" sz="2800" dirty="0"/>
              <a:t>        contracts</a:t>
            </a:r>
          </a:p>
          <a:p>
            <a:pPr lvl="1"/>
            <a:r>
              <a:rPr lang="en-US" sz="2800" dirty="0"/>
              <a:t> information could be used only for the direct and obvious purpose for which it was supplied</a:t>
            </a:r>
          </a:p>
          <a:p>
            <a:pPr eaLnBrk="1" hangingPunct="1"/>
            <a:endParaRPr lang="en-US" sz="2800" dirty="0"/>
          </a:p>
          <a:p>
            <a:pPr eaLnBrk="1" hangingPunct="1">
              <a:buFont typeface="Wingdings" pitchFamily="2" charset="2"/>
              <a:buNone/>
            </a:pPr>
            <a:endParaRPr lang="en-US" sz="2800" dirty="0"/>
          </a:p>
        </p:txBody>
      </p:sp>
      <p:sp>
        <p:nvSpPr>
          <p:cNvPr id="45058" name="Rectangle 2"/>
          <p:cNvSpPr>
            <a:spLocks noGrp="1" noChangeArrowheads="1"/>
          </p:cNvSpPr>
          <p:nvPr>
            <p:ph type="title"/>
          </p:nvPr>
        </p:nvSpPr>
        <p:spPr/>
        <p:txBody>
          <a:bodyPr/>
          <a:lstStyle/>
          <a:p>
            <a:pPr eaLnBrk="1" hangingPunct="1"/>
            <a:r>
              <a:rPr lang="en-US" sz="3600" b="1" dirty="0">
                <a:solidFill>
                  <a:srgbClr val="FFFF00"/>
                </a:solidFill>
              </a:rPr>
              <a:t>Privacy protection: Regulation</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3" name="Rectangle 3"/>
          <p:cNvSpPr>
            <a:spLocks noGrp="1" noChangeArrowheads="1"/>
          </p:cNvSpPr>
          <p:nvPr>
            <p:ph idx="1"/>
          </p:nvPr>
        </p:nvSpPr>
        <p:spPr>
          <a:xfrm>
            <a:off x="304801" y="1719071"/>
            <a:ext cx="8484092" cy="4834130"/>
          </a:xfrm>
        </p:spPr>
        <p:txBody>
          <a:bodyPr>
            <a:noAutofit/>
          </a:bodyPr>
          <a:lstStyle/>
          <a:p>
            <a:pPr eaLnBrk="1" hangingPunct="1"/>
            <a:r>
              <a:rPr lang="en-US" sz="2400" dirty="0"/>
              <a:t>Requiring specific consent policies</a:t>
            </a:r>
          </a:p>
          <a:p>
            <a:pPr eaLnBrk="1" hangingPunct="1">
              <a:buFont typeface="Wingdings" pitchFamily="2" charset="2"/>
              <a:buNone/>
            </a:pPr>
            <a:r>
              <a:rPr lang="en-US" sz="2400" dirty="0"/>
              <a:t>   =&gt; adhere to informed consumer consent</a:t>
            </a:r>
          </a:p>
          <a:p>
            <a:pPr lvl="1"/>
            <a:r>
              <a:rPr lang="en-US" sz="2400" dirty="0"/>
              <a:t>must clearly state policy for use of personal information. If a person proceeds and purchase, explores the web sites, provides information, and so on, consent to the policy is assumed</a:t>
            </a:r>
          </a:p>
          <a:p>
            <a:pPr lvl="1"/>
            <a:r>
              <a:rPr lang="en-US" sz="2400" dirty="0"/>
              <a:t>must provide an opt out policy</a:t>
            </a:r>
          </a:p>
          <a:p>
            <a:pPr lvl="1"/>
            <a:r>
              <a:rPr lang="en-US" sz="2400" dirty="0"/>
              <a:t>must use an opt in policy</a:t>
            </a:r>
          </a:p>
          <a:p>
            <a:pPr lvl="1"/>
            <a:r>
              <a:rPr lang="en-US" sz="2400" dirty="0"/>
              <a:t> must obtain consent for each individual secondary use, disclosure, or transfer of their personal information</a:t>
            </a:r>
          </a:p>
          <a:p>
            <a:pPr eaLnBrk="1" hangingPunct="1">
              <a:buFont typeface="Wingdings" pitchFamily="2" charset="2"/>
              <a:buNone/>
            </a:pPr>
            <a:endParaRPr lang="en-US" sz="2400" dirty="0"/>
          </a:p>
          <a:p>
            <a:pPr eaLnBrk="1" hangingPunct="1"/>
            <a:endParaRPr lang="en-US" sz="2400" dirty="0"/>
          </a:p>
          <a:p>
            <a:pPr eaLnBrk="1" hangingPunct="1">
              <a:buFont typeface="Wingdings" pitchFamily="2" charset="2"/>
              <a:buNone/>
            </a:pPr>
            <a:endParaRPr lang="en-US" sz="2400" dirty="0"/>
          </a:p>
        </p:txBody>
      </p:sp>
      <p:sp>
        <p:nvSpPr>
          <p:cNvPr id="46082" name="Rectangle 2"/>
          <p:cNvSpPr>
            <a:spLocks noGrp="1" noChangeArrowheads="1"/>
          </p:cNvSpPr>
          <p:nvPr>
            <p:ph type="title"/>
          </p:nvPr>
        </p:nvSpPr>
        <p:spPr/>
        <p:txBody>
          <a:bodyPr/>
          <a:lstStyle/>
          <a:p>
            <a:pPr eaLnBrk="1" hangingPunct="1"/>
            <a:r>
              <a:rPr lang="en-US" sz="3600" b="1" dirty="0">
                <a:solidFill>
                  <a:srgbClr val="FFFF00"/>
                </a:solidFill>
              </a:rPr>
              <a:t>Privacy protection: Regulation</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7" name="Rectangle 3"/>
          <p:cNvSpPr>
            <a:spLocks noGrp="1" noChangeArrowheads="1"/>
          </p:cNvSpPr>
          <p:nvPr>
            <p:ph idx="1"/>
          </p:nvPr>
        </p:nvSpPr>
        <p:spPr>
          <a:xfrm>
            <a:off x="228601" y="1719070"/>
            <a:ext cx="6248399" cy="5138929"/>
          </a:xfrm>
        </p:spPr>
        <p:txBody>
          <a:bodyPr>
            <a:normAutofit lnSpcReduction="10000"/>
          </a:bodyPr>
          <a:lstStyle/>
          <a:p>
            <a:pPr eaLnBrk="1" hangingPunct="1"/>
            <a:r>
              <a:rPr lang="en-US" sz="2800" dirty="0"/>
              <a:t>Privacy Policy</a:t>
            </a:r>
          </a:p>
          <a:p>
            <a:pPr lvl="1"/>
            <a:r>
              <a:rPr lang="en-US" sz="2600" dirty="0"/>
              <a:t>Our customers have always been our top priority and the </a:t>
            </a:r>
            <a:r>
              <a:rPr lang="en-US" sz="2600" dirty="0" err="1"/>
              <a:t>Maybank</a:t>
            </a:r>
            <a:r>
              <a:rPr lang="en-US" sz="2600" dirty="0"/>
              <a:t> Group is dedicated to ensuring that our online financial transactions are private, safe and secure. In short, your privacy is our top priority. </a:t>
            </a:r>
          </a:p>
          <a:p>
            <a:pPr lvl="1"/>
            <a:r>
              <a:rPr lang="en-US" sz="2600" dirty="0"/>
              <a:t>This privacy policy is designed to explain some of the privacy principles we abide by, in providing a responsible and reliable online experience</a:t>
            </a:r>
          </a:p>
          <a:p>
            <a:pPr eaLnBrk="1" hangingPunct="1"/>
            <a:endParaRPr lang="en-US" dirty="0"/>
          </a:p>
        </p:txBody>
      </p:sp>
      <p:sp>
        <p:nvSpPr>
          <p:cNvPr id="47106" name="Rectangle 2"/>
          <p:cNvSpPr>
            <a:spLocks noGrp="1" noChangeArrowheads="1"/>
          </p:cNvSpPr>
          <p:nvPr>
            <p:ph type="title"/>
          </p:nvPr>
        </p:nvSpPr>
        <p:spPr/>
        <p:txBody>
          <a:bodyPr/>
          <a:lstStyle/>
          <a:p>
            <a:pPr eaLnBrk="1" hangingPunct="1"/>
            <a:r>
              <a:rPr lang="en-US" sz="3600" b="1" dirty="0">
                <a:solidFill>
                  <a:srgbClr val="FFFF00"/>
                </a:solidFill>
              </a:rPr>
              <a:t>Maybank2u</a:t>
            </a:r>
          </a:p>
        </p:txBody>
      </p:sp>
      <p:pic>
        <p:nvPicPr>
          <p:cNvPr id="4" name="Picture 2" descr="C:\Users\ROZI\Desktop\privacy 8.jpg"/>
          <p:cNvPicPr>
            <a:picLocks noChangeAspect="1" noChangeArrowheads="1"/>
          </p:cNvPicPr>
          <p:nvPr/>
        </p:nvPicPr>
        <p:blipFill>
          <a:blip r:embed="rId2" cstate="print"/>
          <a:srcRect/>
          <a:stretch>
            <a:fillRect/>
          </a:stretch>
        </p:blipFill>
        <p:spPr bwMode="auto">
          <a:xfrm>
            <a:off x="6248400" y="3429000"/>
            <a:ext cx="2466975" cy="1847850"/>
          </a:xfrm>
          <a:prstGeom prst="rect">
            <a:avLst/>
          </a:prstGeom>
          <a:noFill/>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1" name="Rectangle 3"/>
          <p:cNvSpPr>
            <a:spLocks noGrp="1" noChangeArrowheads="1"/>
          </p:cNvSpPr>
          <p:nvPr>
            <p:ph idx="1"/>
          </p:nvPr>
        </p:nvSpPr>
        <p:spPr>
          <a:xfrm>
            <a:off x="0" y="1719070"/>
            <a:ext cx="8686799" cy="5138929"/>
          </a:xfrm>
        </p:spPr>
        <p:txBody>
          <a:bodyPr>
            <a:noAutofit/>
          </a:bodyPr>
          <a:lstStyle/>
          <a:p>
            <a:pPr eaLnBrk="1" hangingPunct="1"/>
            <a:r>
              <a:rPr lang="en-US" sz="3200" dirty="0"/>
              <a:t>Sharing Information</a:t>
            </a:r>
          </a:p>
          <a:p>
            <a:pPr lvl="1"/>
            <a:r>
              <a:rPr lang="en-US" sz="2600" dirty="0">
                <a:cs typeface="Arial" charset="0"/>
              </a:rPr>
              <a:t>The only other instances where we disclose your information is:</a:t>
            </a:r>
          </a:p>
          <a:p>
            <a:pPr lvl="1"/>
            <a:r>
              <a:rPr lang="en-US" sz="2600" b="1" dirty="0">
                <a:cs typeface="Arial" charset="0"/>
              </a:rPr>
              <a:t>When it is required by law</a:t>
            </a:r>
            <a:br>
              <a:rPr lang="en-US" sz="2600" dirty="0">
                <a:cs typeface="Arial" charset="0"/>
              </a:rPr>
            </a:br>
            <a:r>
              <a:rPr lang="en-US" sz="2600" dirty="0">
                <a:cs typeface="Arial" charset="0"/>
              </a:rPr>
              <a:t>When such disclosure is required under legislation or regulation, government agency or court order. </a:t>
            </a:r>
          </a:p>
          <a:p>
            <a:pPr lvl="1"/>
            <a:r>
              <a:rPr lang="en-US" sz="2600" b="1" dirty="0">
                <a:cs typeface="Arial" charset="0"/>
              </a:rPr>
              <a:t>When it involves public interest</a:t>
            </a:r>
            <a:br>
              <a:rPr lang="en-US" sz="2600" dirty="0">
                <a:cs typeface="Arial" charset="0"/>
              </a:rPr>
            </a:br>
            <a:r>
              <a:rPr lang="en-US" sz="2600" dirty="0">
                <a:cs typeface="Arial" charset="0"/>
              </a:rPr>
              <a:t>When such disclosure is required to protect the interest of the public, for example in the detection of crimes, etc. </a:t>
            </a:r>
          </a:p>
          <a:p>
            <a:pPr lvl="1"/>
            <a:r>
              <a:rPr lang="en-US" sz="2600" b="1" dirty="0">
                <a:cs typeface="Arial" charset="0"/>
              </a:rPr>
              <a:t>Where it is authorized by you</a:t>
            </a:r>
            <a:r>
              <a:rPr lang="en-US" sz="2600" dirty="0">
                <a:cs typeface="Arial" charset="0"/>
              </a:rPr>
              <a:t> </a:t>
            </a:r>
          </a:p>
          <a:p>
            <a:pPr eaLnBrk="1" hangingPunct="1"/>
            <a:endParaRPr lang="en-US" sz="2400" dirty="0"/>
          </a:p>
        </p:txBody>
      </p:sp>
      <p:sp>
        <p:nvSpPr>
          <p:cNvPr id="48130" name="Rectangle 2"/>
          <p:cNvSpPr>
            <a:spLocks noGrp="1" noChangeArrowheads="1"/>
          </p:cNvSpPr>
          <p:nvPr>
            <p:ph type="title"/>
          </p:nvPr>
        </p:nvSpPr>
        <p:spPr/>
        <p:txBody>
          <a:bodyPr/>
          <a:lstStyle/>
          <a:p>
            <a:pPr eaLnBrk="1" hangingPunct="1"/>
            <a:r>
              <a:rPr lang="en-US" sz="3600" b="1" dirty="0">
                <a:solidFill>
                  <a:srgbClr val="FFFF00"/>
                </a:solidFill>
              </a:rPr>
              <a:t>Maybank2u</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5" name="Content Placeholder 2"/>
          <p:cNvSpPr>
            <a:spLocks noGrp="1"/>
          </p:cNvSpPr>
          <p:nvPr>
            <p:ph idx="1"/>
          </p:nvPr>
        </p:nvSpPr>
        <p:spPr>
          <a:xfrm>
            <a:off x="304800" y="1600200"/>
            <a:ext cx="8228013" cy="4953000"/>
          </a:xfrm>
        </p:spPr>
        <p:txBody>
          <a:bodyPr>
            <a:noAutofit/>
          </a:bodyPr>
          <a:lstStyle/>
          <a:p>
            <a:r>
              <a:rPr lang="en-US" sz="2800" dirty="0"/>
              <a:t>Music files downloaded from Apple’s iTunes Store have the purchaser’s name and email address embedded in them. Conceivably, Apple could use this information to learn how much file sharing goes on (e.g., it could find out that a month after Ann purchases a song there are 10 computers that have a copy of Ann’s music file)</a:t>
            </a:r>
          </a:p>
          <a:p>
            <a:r>
              <a:rPr lang="en-US" sz="2800" dirty="0"/>
              <a:t>By including personal information in music files it sells, has Apple violated the privacy rights of its customers?</a:t>
            </a:r>
          </a:p>
          <a:p>
            <a:endParaRPr lang="en-US" sz="2800" dirty="0"/>
          </a:p>
        </p:txBody>
      </p:sp>
      <p:sp>
        <p:nvSpPr>
          <p:cNvPr id="49154" name="Title 1"/>
          <p:cNvSpPr>
            <a:spLocks noGrp="1"/>
          </p:cNvSpPr>
          <p:nvPr>
            <p:ph type="title"/>
          </p:nvPr>
        </p:nvSpPr>
        <p:spPr/>
        <p:txBody>
          <a:bodyPr/>
          <a:lstStyle/>
          <a:p>
            <a:r>
              <a:rPr lang="en-US" sz="3600" b="1" dirty="0">
                <a:solidFill>
                  <a:srgbClr val="FFFF00"/>
                </a:solidFill>
              </a:rPr>
              <a:t>Discussion Question</a:t>
            </a:r>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Theme1">
  <a:themeElements>
    <a:clrScheme name="Paper">
      <a:dk1>
        <a:sysClr val="windowText" lastClr="000000"/>
      </a:dk1>
      <a:lt1>
        <a:sysClr val="window" lastClr="FFFFFF"/>
      </a:lt1>
      <a:dk2>
        <a:srgbClr val="444D26"/>
      </a:dk2>
      <a:lt2>
        <a:srgbClr val="FEFAC9"/>
      </a:lt2>
      <a:accent1>
        <a:srgbClr val="A5B592"/>
      </a:accent1>
      <a:accent2>
        <a:srgbClr val="F3A447"/>
      </a:accent2>
      <a:accent3>
        <a:srgbClr val="E7BC29"/>
      </a:accent3>
      <a:accent4>
        <a:srgbClr val="D092A7"/>
      </a:accent4>
      <a:accent5>
        <a:srgbClr val="9C85C0"/>
      </a:accent5>
      <a:accent6>
        <a:srgbClr val="809EC2"/>
      </a:accent6>
      <a:hlink>
        <a:srgbClr val="8E58B6"/>
      </a:hlink>
      <a:folHlink>
        <a:srgbClr val="7F6F6F"/>
      </a:folHlink>
    </a:clrScheme>
    <a:fontScheme name="Grid">
      <a:majorFont>
        <a:latin typeface="Franklin Gothic Medium"/>
        <a:ea typeface=""/>
        <a:cs typeface=""/>
        <a:font script="Jpan" typeface="HG創英角ｺﾞｼｯｸUB"/>
        <a:font script="Hang" typeface="HY견고딕"/>
        <a:font script="Hans" typeface="微软雅黑"/>
        <a:font script="Hant" typeface="微軟正黑體"/>
        <a:font script="Arab" typeface="Arial Bold"/>
        <a:font script="Hebr" typeface="Arial Bold"/>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Bold"/>
        <a:font script="Uigh" typeface="Microsoft Uighur"/>
        <a:font script="Geor" typeface="Sylfaen"/>
      </a:majorFont>
      <a:minorFont>
        <a:latin typeface="Franklin Gothic Medium"/>
        <a:ea typeface=""/>
        <a:cs typeface=""/>
        <a:font script="Jpan" typeface="HG創英角ｺﾞｼｯｸUB"/>
        <a:font script="Hang" typeface="HY견고딕"/>
        <a:font script="Hans" typeface="微软雅黑"/>
        <a:font script="Hant" typeface="微軟正黑體"/>
        <a:font script="Arab" typeface="Arial Bold"/>
        <a:font script="Hebr" typeface="Arial Bold"/>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Bold"/>
        <a:font script="Uigh" typeface="Microsoft Uighur"/>
        <a:font script="Geor" typeface="Sylfaen"/>
      </a:minorFont>
    </a:fontScheme>
    <a:fmtScheme name="Grid">
      <a:fillStyleLst>
        <a:solidFill>
          <a:schemeClr val="phClr"/>
        </a:solidFill>
        <a:solidFill>
          <a:schemeClr val="phClr">
            <a:tint val="50000"/>
          </a:schemeClr>
        </a:solidFill>
        <a:gradFill rotWithShape="1">
          <a:gsLst>
            <a:gs pos="0">
              <a:schemeClr val="phClr"/>
            </a:gs>
            <a:gs pos="90000">
              <a:schemeClr val="phClr">
                <a:shade val="100000"/>
              </a:schemeClr>
            </a:gs>
            <a:gs pos="100000">
              <a:schemeClr val="phClr">
                <a:shade val="85000"/>
              </a:schemeClr>
            </a:gs>
          </a:gsLst>
          <a:path path="circle">
            <a:fillToRect l="100000" t="100000" r="100000" b="100000"/>
          </a:path>
        </a:gra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effectStyle>
        <a:effectStyle>
          <a:effectLst>
            <a:outerShdw blurRad="31750" dist="25400" dir="5400000" rotWithShape="0">
              <a:srgbClr val="000000">
                <a:alpha val="50000"/>
              </a:srgbClr>
            </a:outerShdw>
          </a:effectLst>
        </a:effectStyle>
        <a:effectStyle>
          <a:effectLst>
            <a:outerShdw blurRad="38100" dist="25400" dir="5400000" rotWithShape="0">
              <a:srgbClr val="000000">
                <a:alpha val="45000"/>
              </a:srgbClr>
            </a:outerShdw>
          </a:effectLst>
          <a:scene3d>
            <a:camera prst="orthographicFront">
              <a:rot lat="0" lon="0" rev="0"/>
            </a:camera>
            <a:lightRig rig="brightRoom" dir="t"/>
          </a:scene3d>
          <a:sp3d extrusionH="12700" contourW="25400" prstMaterial="flat">
            <a:bevelT w="63500" h="152400" prst="angle"/>
            <a:contourClr>
              <a:schemeClr val="phClr">
                <a:shade val="30000"/>
              </a:schemeClr>
            </a:contourClr>
          </a:sp3d>
        </a:effectStyle>
      </a:effectStyleLst>
      <a:bgFillStyleLst>
        <a:solidFill>
          <a:schemeClr val="phClr"/>
        </a:solidFill>
        <a:solidFill>
          <a:schemeClr val="phClr">
            <a:tint val="90000"/>
            <a:shade val="93000"/>
            <a:satMod val="150000"/>
          </a:schemeClr>
        </a:solidFill>
        <a:blipFill rotWithShape="1">
          <a:blip xmlns:r="http://schemas.openxmlformats.org/officeDocument/2006/relationships" r:embed="rId1">
            <a:duotone>
              <a:schemeClr val="phClr">
                <a:tint val="95000"/>
              </a:schemeClr>
              <a:schemeClr val="phClr">
                <a:shade val="93000"/>
                <a:satMod val="110000"/>
              </a:schemeClr>
            </a:duotone>
          </a:blip>
          <a:tile tx="0" ty="0" sx="100000" sy="100000" flip="none" algn="tl"/>
        </a:blipFill>
      </a:bgFillStyleLst>
    </a:fmtScheme>
  </a:themeElements>
  <a:objectDefaults/>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Theme1</Template>
  <TotalTime>1502</TotalTime>
  <Words>2220</Words>
  <Application>Microsoft Macintosh PowerPoint</Application>
  <PresentationFormat>On-screen Show (4:3)</PresentationFormat>
  <Paragraphs>293</Paragraphs>
  <Slides>46</Slides>
  <Notes>16</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46</vt:i4>
      </vt:variant>
    </vt:vector>
  </HeadingPairs>
  <TitlesOfParts>
    <vt:vector size="52" baseType="lpstr">
      <vt:lpstr>Arial</vt:lpstr>
      <vt:lpstr>Franklin Gothic Medium</vt:lpstr>
      <vt:lpstr>Times New Roman</vt:lpstr>
      <vt:lpstr>Wingdings</vt:lpstr>
      <vt:lpstr>Wingdings 2</vt:lpstr>
      <vt:lpstr>Theme1</vt:lpstr>
      <vt:lpstr>CHAP TER 7: PRIVACY</vt:lpstr>
      <vt:lpstr>Objectives</vt:lpstr>
      <vt:lpstr>Introduction</vt:lpstr>
      <vt:lpstr>Definition</vt:lpstr>
      <vt:lpstr>Definition (cont..)</vt:lpstr>
      <vt:lpstr>Harms of privacy</vt:lpstr>
      <vt:lpstr>Benefits of privacy</vt:lpstr>
      <vt:lpstr>Risks of the technology</vt:lpstr>
      <vt:lpstr>Risks of the technology (cont..)</vt:lpstr>
      <vt:lpstr>Risks of the technology (cont..)</vt:lpstr>
      <vt:lpstr>Risks of the technology (cont..)</vt:lpstr>
      <vt:lpstr>Risks of the technology (cont..)</vt:lpstr>
      <vt:lpstr>Case Study: Secret Monitoring</vt:lpstr>
      <vt:lpstr>Rule Utilitarian Evaluation</vt:lpstr>
      <vt:lpstr>Social Contract Theory Evaluation</vt:lpstr>
      <vt:lpstr>Kantian Evaluation</vt:lpstr>
      <vt:lpstr>Summary</vt:lpstr>
      <vt:lpstr>Disclosing Information</vt:lpstr>
      <vt:lpstr>Disclosing Information</vt:lpstr>
      <vt:lpstr>Data Gathering and Privacy Implications</vt:lpstr>
      <vt:lpstr>Facebook Tags</vt:lpstr>
      <vt:lpstr>Enhanced 911 Services</vt:lpstr>
      <vt:lpstr>Rewards or Loyalty Programs</vt:lpstr>
      <vt:lpstr>Body Scanners</vt:lpstr>
      <vt:lpstr>Body Scanner Takes Measurements</vt:lpstr>
      <vt:lpstr>RFID Tags</vt:lpstr>
      <vt:lpstr>Implanted Chips</vt:lpstr>
      <vt:lpstr>Digital Video Recorders</vt:lpstr>
      <vt:lpstr>Cookies</vt:lpstr>
      <vt:lpstr>Flash Cookies</vt:lpstr>
      <vt:lpstr>Disclosing Information</vt:lpstr>
      <vt:lpstr>Principles for data collection and use</vt:lpstr>
      <vt:lpstr>Principles for data collection and use</vt:lpstr>
      <vt:lpstr>Privacy protection</vt:lpstr>
      <vt:lpstr>Privacy protection</vt:lpstr>
      <vt:lpstr>Privacy protection</vt:lpstr>
      <vt:lpstr>Privacy protection</vt:lpstr>
      <vt:lpstr>Privacy protection</vt:lpstr>
      <vt:lpstr>Privacy protection</vt:lpstr>
      <vt:lpstr>Privacy protection</vt:lpstr>
      <vt:lpstr>Privacy protection: Regulation</vt:lpstr>
      <vt:lpstr>Privacy protection: Regulation</vt:lpstr>
      <vt:lpstr>Privacy protection: Regulation</vt:lpstr>
      <vt:lpstr>Maybank2u</vt:lpstr>
      <vt:lpstr>Maybank2u</vt:lpstr>
      <vt:lpstr>Discussion Question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PRIVACY</dc:title>
  <dc:creator>ROZI</dc:creator>
  <cp:lastModifiedBy>ROZI NOR HAIZAN BINTI NOR</cp:lastModifiedBy>
  <cp:revision>62</cp:revision>
  <dcterms:modified xsi:type="dcterms:W3CDTF">2025-05-13T00:31:39Z</dcterms:modified>
</cp:coreProperties>
</file>