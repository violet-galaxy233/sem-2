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21"/>
    <p:restoredTop sz="95872"/>
  </p:normalViewPr>
  <p:slideViewPr>
    <p:cSldViewPr snapToGrid="0">
      <p:cViewPr varScale="1">
        <p:scale>
          <a:sx n="91" d="100"/>
          <a:sy n="91" d="100"/>
        </p:scale>
        <p:origin x="19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CDBD16-6E23-426F-8A22-6368716D74F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FA023C7-F0ED-49DD-8538-EB98A55BE74C}">
      <dgm:prSet/>
      <dgm:spPr/>
      <dgm:t>
        <a:bodyPr/>
        <a:lstStyle/>
        <a:p>
          <a:r>
            <a:rPr lang="en-MY" b="1"/>
            <a:t>Legal compliance:</a:t>
          </a:r>
          <a:r>
            <a:rPr lang="en-MY"/>
            <a:t> e.g., ADA, EU Accessibility Act.</a:t>
          </a:r>
          <a:endParaRPr lang="en-US"/>
        </a:p>
      </dgm:t>
    </dgm:pt>
    <dgm:pt modelId="{0BA1B808-DF72-4437-8384-AFFA82901772}" type="parTrans" cxnId="{8F70B16C-4EE2-4D92-B6DA-2435BED92716}">
      <dgm:prSet/>
      <dgm:spPr/>
      <dgm:t>
        <a:bodyPr/>
        <a:lstStyle/>
        <a:p>
          <a:endParaRPr lang="en-US"/>
        </a:p>
      </dgm:t>
    </dgm:pt>
    <dgm:pt modelId="{07A4BA63-4C61-4E7A-8F75-592EE9842484}" type="sibTrans" cxnId="{8F70B16C-4EE2-4D92-B6DA-2435BED92716}">
      <dgm:prSet/>
      <dgm:spPr/>
      <dgm:t>
        <a:bodyPr/>
        <a:lstStyle/>
        <a:p>
          <a:endParaRPr lang="en-US"/>
        </a:p>
      </dgm:t>
    </dgm:pt>
    <dgm:pt modelId="{31C2CFEC-7BC3-4EA9-98BF-768023377AA9}">
      <dgm:prSet/>
      <dgm:spPr/>
      <dgm:t>
        <a:bodyPr/>
        <a:lstStyle/>
        <a:p>
          <a:r>
            <a:rPr lang="en-MY" b="1"/>
            <a:t>Inclusion of Persons with Disabilities (PwD)</a:t>
          </a:r>
          <a:endParaRPr lang="en-US"/>
        </a:p>
      </dgm:t>
    </dgm:pt>
    <dgm:pt modelId="{17A40EE0-5526-4038-82D9-69BC28C65862}" type="parTrans" cxnId="{AE98B0F8-71BC-4226-9C66-D40898DDB457}">
      <dgm:prSet/>
      <dgm:spPr/>
      <dgm:t>
        <a:bodyPr/>
        <a:lstStyle/>
        <a:p>
          <a:endParaRPr lang="en-US"/>
        </a:p>
      </dgm:t>
    </dgm:pt>
    <dgm:pt modelId="{5D84EBD9-E582-4758-AA34-8E522EA3E413}" type="sibTrans" cxnId="{AE98B0F8-71BC-4226-9C66-D40898DDB457}">
      <dgm:prSet/>
      <dgm:spPr/>
      <dgm:t>
        <a:bodyPr/>
        <a:lstStyle/>
        <a:p>
          <a:endParaRPr lang="en-US"/>
        </a:p>
      </dgm:t>
    </dgm:pt>
    <dgm:pt modelId="{205B81EB-838A-474B-8FC3-8F2B8A78F92D}">
      <dgm:prSet/>
      <dgm:spPr/>
      <dgm:t>
        <a:bodyPr/>
        <a:lstStyle/>
        <a:p>
          <a:r>
            <a:rPr lang="en-MY" b="1"/>
            <a:t>Improves UX for all</a:t>
          </a:r>
          <a:r>
            <a:rPr lang="en-MY"/>
            <a:t> (e.g., captions help in noisy places)</a:t>
          </a:r>
          <a:endParaRPr lang="en-US"/>
        </a:p>
      </dgm:t>
    </dgm:pt>
    <dgm:pt modelId="{A8DD69E3-0064-4667-9CC9-7BEFADDBAEA2}" type="parTrans" cxnId="{0A725675-4867-448E-AC4A-9C1328D6C1F4}">
      <dgm:prSet/>
      <dgm:spPr/>
      <dgm:t>
        <a:bodyPr/>
        <a:lstStyle/>
        <a:p>
          <a:endParaRPr lang="en-US"/>
        </a:p>
      </dgm:t>
    </dgm:pt>
    <dgm:pt modelId="{34D277CF-4952-476F-93E5-D8316D0B3003}" type="sibTrans" cxnId="{0A725675-4867-448E-AC4A-9C1328D6C1F4}">
      <dgm:prSet/>
      <dgm:spPr/>
      <dgm:t>
        <a:bodyPr/>
        <a:lstStyle/>
        <a:p>
          <a:endParaRPr lang="en-US"/>
        </a:p>
      </dgm:t>
    </dgm:pt>
    <dgm:pt modelId="{A18F222B-F75F-4A60-902F-D6DFA66160F5}">
      <dgm:prSet/>
      <dgm:spPr/>
      <dgm:t>
        <a:bodyPr/>
        <a:lstStyle/>
        <a:p>
          <a:r>
            <a:rPr lang="en-MY" b="1"/>
            <a:t>Expands audience and market reach</a:t>
          </a:r>
          <a:endParaRPr lang="en-US"/>
        </a:p>
      </dgm:t>
    </dgm:pt>
    <dgm:pt modelId="{5804654D-F511-49B8-A088-D08966BD8A4B}" type="parTrans" cxnId="{2E0FD7D3-A6DD-4463-B3AA-9046F1BF488B}">
      <dgm:prSet/>
      <dgm:spPr/>
      <dgm:t>
        <a:bodyPr/>
        <a:lstStyle/>
        <a:p>
          <a:endParaRPr lang="en-US"/>
        </a:p>
      </dgm:t>
    </dgm:pt>
    <dgm:pt modelId="{03E9D22F-EC2B-449C-8924-6B07E30F4E16}" type="sibTrans" cxnId="{2E0FD7D3-A6DD-4463-B3AA-9046F1BF488B}">
      <dgm:prSet/>
      <dgm:spPr/>
      <dgm:t>
        <a:bodyPr/>
        <a:lstStyle/>
        <a:p>
          <a:endParaRPr lang="en-US"/>
        </a:p>
      </dgm:t>
    </dgm:pt>
    <dgm:pt modelId="{96CA83F3-F89B-3F45-BC8B-ECE0FF26CB2E}" type="pres">
      <dgm:prSet presAssocID="{60CDBD16-6E23-426F-8A22-6368716D74FC}" presName="linear" presStyleCnt="0">
        <dgm:presLayoutVars>
          <dgm:animLvl val="lvl"/>
          <dgm:resizeHandles val="exact"/>
        </dgm:presLayoutVars>
      </dgm:prSet>
      <dgm:spPr/>
    </dgm:pt>
    <dgm:pt modelId="{A49E2900-F47D-8040-B528-185403EB3029}" type="pres">
      <dgm:prSet presAssocID="{CFA023C7-F0ED-49DD-8538-EB98A55BE7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4FF1AE-1387-F044-B893-11CB51650C07}" type="pres">
      <dgm:prSet presAssocID="{07A4BA63-4C61-4E7A-8F75-592EE9842484}" presName="spacer" presStyleCnt="0"/>
      <dgm:spPr/>
    </dgm:pt>
    <dgm:pt modelId="{5C339A3E-D9DE-C343-AB83-814DF1F3B329}" type="pres">
      <dgm:prSet presAssocID="{31C2CFEC-7BC3-4EA9-98BF-768023377AA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C4E1B08-F744-4A44-AF98-5155050B3467}" type="pres">
      <dgm:prSet presAssocID="{5D84EBD9-E582-4758-AA34-8E522EA3E413}" presName="spacer" presStyleCnt="0"/>
      <dgm:spPr/>
    </dgm:pt>
    <dgm:pt modelId="{1EDD0AC7-F303-6D4F-A65E-A7986000FD3F}" type="pres">
      <dgm:prSet presAssocID="{205B81EB-838A-474B-8FC3-8F2B8A78F9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599D8F2-673A-B443-B6E6-728A0781CC41}" type="pres">
      <dgm:prSet presAssocID="{34D277CF-4952-476F-93E5-D8316D0B3003}" presName="spacer" presStyleCnt="0"/>
      <dgm:spPr/>
    </dgm:pt>
    <dgm:pt modelId="{4C86E2D0-D55E-B648-844B-7410C2928F83}" type="pres">
      <dgm:prSet presAssocID="{A18F222B-F75F-4A60-902F-D6DFA66160F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07DC637-605A-F140-AB0B-7B3B94A492ED}" type="presOf" srcId="{CFA023C7-F0ED-49DD-8538-EB98A55BE74C}" destId="{A49E2900-F47D-8040-B528-185403EB3029}" srcOrd="0" destOrd="0" presId="urn:microsoft.com/office/officeart/2005/8/layout/vList2"/>
    <dgm:cxn modelId="{892ED63C-43A5-7344-83C7-E763052D2FA9}" type="presOf" srcId="{A18F222B-F75F-4A60-902F-D6DFA66160F5}" destId="{4C86E2D0-D55E-B648-844B-7410C2928F83}" srcOrd="0" destOrd="0" presId="urn:microsoft.com/office/officeart/2005/8/layout/vList2"/>
    <dgm:cxn modelId="{4CF90C60-B309-1442-B4BE-7EC3DA71D48F}" type="presOf" srcId="{60CDBD16-6E23-426F-8A22-6368716D74FC}" destId="{96CA83F3-F89B-3F45-BC8B-ECE0FF26CB2E}" srcOrd="0" destOrd="0" presId="urn:microsoft.com/office/officeart/2005/8/layout/vList2"/>
    <dgm:cxn modelId="{C0254165-113F-E345-B555-35548D69D248}" type="presOf" srcId="{205B81EB-838A-474B-8FC3-8F2B8A78F92D}" destId="{1EDD0AC7-F303-6D4F-A65E-A7986000FD3F}" srcOrd="0" destOrd="0" presId="urn:microsoft.com/office/officeart/2005/8/layout/vList2"/>
    <dgm:cxn modelId="{8F70B16C-4EE2-4D92-B6DA-2435BED92716}" srcId="{60CDBD16-6E23-426F-8A22-6368716D74FC}" destId="{CFA023C7-F0ED-49DD-8538-EB98A55BE74C}" srcOrd="0" destOrd="0" parTransId="{0BA1B808-DF72-4437-8384-AFFA82901772}" sibTransId="{07A4BA63-4C61-4E7A-8F75-592EE9842484}"/>
    <dgm:cxn modelId="{0A725675-4867-448E-AC4A-9C1328D6C1F4}" srcId="{60CDBD16-6E23-426F-8A22-6368716D74FC}" destId="{205B81EB-838A-474B-8FC3-8F2B8A78F92D}" srcOrd="2" destOrd="0" parTransId="{A8DD69E3-0064-4667-9CC9-7BEFADDBAEA2}" sibTransId="{34D277CF-4952-476F-93E5-D8316D0B3003}"/>
    <dgm:cxn modelId="{E6B904B6-834B-AF48-BA5D-E258B9AD3AC4}" type="presOf" srcId="{31C2CFEC-7BC3-4EA9-98BF-768023377AA9}" destId="{5C339A3E-D9DE-C343-AB83-814DF1F3B329}" srcOrd="0" destOrd="0" presId="urn:microsoft.com/office/officeart/2005/8/layout/vList2"/>
    <dgm:cxn modelId="{2E0FD7D3-A6DD-4463-B3AA-9046F1BF488B}" srcId="{60CDBD16-6E23-426F-8A22-6368716D74FC}" destId="{A18F222B-F75F-4A60-902F-D6DFA66160F5}" srcOrd="3" destOrd="0" parTransId="{5804654D-F511-49B8-A088-D08966BD8A4B}" sibTransId="{03E9D22F-EC2B-449C-8924-6B07E30F4E16}"/>
    <dgm:cxn modelId="{AE98B0F8-71BC-4226-9C66-D40898DDB457}" srcId="{60CDBD16-6E23-426F-8A22-6368716D74FC}" destId="{31C2CFEC-7BC3-4EA9-98BF-768023377AA9}" srcOrd="1" destOrd="0" parTransId="{17A40EE0-5526-4038-82D9-69BC28C65862}" sibTransId="{5D84EBD9-E582-4758-AA34-8E522EA3E413}"/>
    <dgm:cxn modelId="{FAE8F901-706D-D94D-90D1-E719664F6207}" type="presParOf" srcId="{96CA83F3-F89B-3F45-BC8B-ECE0FF26CB2E}" destId="{A49E2900-F47D-8040-B528-185403EB3029}" srcOrd="0" destOrd="0" presId="urn:microsoft.com/office/officeart/2005/8/layout/vList2"/>
    <dgm:cxn modelId="{A35E3E96-75C1-C64C-BA62-5BD7AFC833F5}" type="presParOf" srcId="{96CA83F3-F89B-3F45-BC8B-ECE0FF26CB2E}" destId="{B64FF1AE-1387-F044-B893-11CB51650C07}" srcOrd="1" destOrd="0" presId="urn:microsoft.com/office/officeart/2005/8/layout/vList2"/>
    <dgm:cxn modelId="{6051C974-4440-614E-A575-C903E8A16A8B}" type="presParOf" srcId="{96CA83F3-F89B-3F45-BC8B-ECE0FF26CB2E}" destId="{5C339A3E-D9DE-C343-AB83-814DF1F3B329}" srcOrd="2" destOrd="0" presId="urn:microsoft.com/office/officeart/2005/8/layout/vList2"/>
    <dgm:cxn modelId="{7D1D452E-D49A-2443-BD43-6C48D8C282BE}" type="presParOf" srcId="{96CA83F3-F89B-3F45-BC8B-ECE0FF26CB2E}" destId="{4C4E1B08-F744-4A44-AF98-5155050B3467}" srcOrd="3" destOrd="0" presId="urn:microsoft.com/office/officeart/2005/8/layout/vList2"/>
    <dgm:cxn modelId="{F5119AC9-83A6-214B-8FE3-653F1E728A24}" type="presParOf" srcId="{96CA83F3-F89B-3F45-BC8B-ECE0FF26CB2E}" destId="{1EDD0AC7-F303-6D4F-A65E-A7986000FD3F}" srcOrd="4" destOrd="0" presId="urn:microsoft.com/office/officeart/2005/8/layout/vList2"/>
    <dgm:cxn modelId="{5AFB69B6-4915-4844-BEB4-6DAD6A24B8DE}" type="presParOf" srcId="{96CA83F3-F89B-3F45-BC8B-ECE0FF26CB2E}" destId="{B599D8F2-673A-B443-B6E6-728A0781CC41}" srcOrd="5" destOrd="0" presId="urn:microsoft.com/office/officeart/2005/8/layout/vList2"/>
    <dgm:cxn modelId="{4A81882E-B77A-C345-938E-7B890AEAA643}" type="presParOf" srcId="{96CA83F3-F89B-3F45-BC8B-ECE0FF26CB2E}" destId="{4C86E2D0-D55E-B648-844B-7410C2928F8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9A0134-6B6E-4E8C-86E4-2A300E3C675B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F32835D-8E9C-4860-AE27-BFB6D487D28E}">
      <dgm:prSet/>
      <dgm:spPr/>
      <dgm:t>
        <a:bodyPr/>
        <a:lstStyle/>
        <a:p>
          <a:r>
            <a:rPr lang="en-MY"/>
            <a:t>Lack of access to devices or internet</a:t>
          </a:r>
          <a:endParaRPr lang="en-US"/>
        </a:p>
      </dgm:t>
    </dgm:pt>
    <dgm:pt modelId="{DA12407D-D13B-4723-8643-53C0CD1AA9F1}" type="parTrans" cxnId="{2CA90CE5-6B7F-49C3-8055-D96959EA2796}">
      <dgm:prSet/>
      <dgm:spPr/>
      <dgm:t>
        <a:bodyPr/>
        <a:lstStyle/>
        <a:p>
          <a:endParaRPr lang="en-US"/>
        </a:p>
      </dgm:t>
    </dgm:pt>
    <dgm:pt modelId="{B1DB36FD-6EAD-403F-AAF8-CA2EB794A137}" type="sibTrans" cxnId="{2CA90CE5-6B7F-49C3-8055-D96959EA2796}">
      <dgm:prSet/>
      <dgm:spPr/>
      <dgm:t>
        <a:bodyPr/>
        <a:lstStyle/>
        <a:p>
          <a:endParaRPr lang="en-US"/>
        </a:p>
      </dgm:t>
    </dgm:pt>
    <dgm:pt modelId="{2DC77491-B9A7-4575-9F20-1FE345E65043}">
      <dgm:prSet/>
      <dgm:spPr/>
      <dgm:t>
        <a:bodyPr/>
        <a:lstStyle/>
        <a:p>
          <a:r>
            <a:rPr lang="en-MY"/>
            <a:t>Low education levels</a:t>
          </a:r>
          <a:endParaRPr lang="en-US"/>
        </a:p>
      </dgm:t>
    </dgm:pt>
    <dgm:pt modelId="{BB9A7970-A713-4ADC-834F-073F44955B3C}" type="parTrans" cxnId="{7C61D1BE-4DDF-4A5D-88EC-97CC219DD30B}">
      <dgm:prSet/>
      <dgm:spPr/>
      <dgm:t>
        <a:bodyPr/>
        <a:lstStyle/>
        <a:p>
          <a:endParaRPr lang="en-US"/>
        </a:p>
      </dgm:t>
    </dgm:pt>
    <dgm:pt modelId="{D084402E-2A7F-474D-A87F-4FA8B2892CDC}" type="sibTrans" cxnId="{7C61D1BE-4DDF-4A5D-88EC-97CC219DD30B}">
      <dgm:prSet/>
      <dgm:spPr/>
      <dgm:t>
        <a:bodyPr/>
        <a:lstStyle/>
        <a:p>
          <a:endParaRPr lang="en-US"/>
        </a:p>
      </dgm:t>
    </dgm:pt>
    <dgm:pt modelId="{CA1E782F-71AA-4C50-9501-52187E06F3E0}">
      <dgm:prSet/>
      <dgm:spPr/>
      <dgm:t>
        <a:bodyPr/>
        <a:lstStyle/>
        <a:p>
          <a:r>
            <a:rPr lang="en-MY"/>
            <a:t>Age-related challenges</a:t>
          </a:r>
          <a:endParaRPr lang="en-US"/>
        </a:p>
      </dgm:t>
    </dgm:pt>
    <dgm:pt modelId="{696C6CC4-16E1-498E-BC6E-A41E7AEEB10F}" type="parTrans" cxnId="{85A1B114-8240-4E73-B5A7-757FD355078E}">
      <dgm:prSet/>
      <dgm:spPr/>
      <dgm:t>
        <a:bodyPr/>
        <a:lstStyle/>
        <a:p>
          <a:endParaRPr lang="en-US"/>
        </a:p>
      </dgm:t>
    </dgm:pt>
    <dgm:pt modelId="{5A34D94A-E1D2-409A-86BE-5D75F159A5AA}" type="sibTrans" cxnId="{85A1B114-8240-4E73-B5A7-757FD355078E}">
      <dgm:prSet/>
      <dgm:spPr/>
      <dgm:t>
        <a:bodyPr/>
        <a:lstStyle/>
        <a:p>
          <a:endParaRPr lang="en-US"/>
        </a:p>
      </dgm:t>
    </dgm:pt>
    <dgm:pt modelId="{F77FB034-8CC3-41E7-A635-609AECB62646}">
      <dgm:prSet/>
      <dgm:spPr/>
      <dgm:t>
        <a:bodyPr/>
        <a:lstStyle/>
        <a:p>
          <a:r>
            <a:rPr lang="en-MY"/>
            <a:t>Language and cultural limitations</a:t>
          </a:r>
          <a:endParaRPr lang="en-US"/>
        </a:p>
      </dgm:t>
    </dgm:pt>
    <dgm:pt modelId="{AB85F165-15FE-4D17-8A00-10C01635DA89}" type="parTrans" cxnId="{ABDDFF96-2767-4ED6-A41D-B5EBF451B7A7}">
      <dgm:prSet/>
      <dgm:spPr/>
      <dgm:t>
        <a:bodyPr/>
        <a:lstStyle/>
        <a:p>
          <a:endParaRPr lang="en-US"/>
        </a:p>
      </dgm:t>
    </dgm:pt>
    <dgm:pt modelId="{B3D6D36B-1573-4D5D-A1E8-5C66100CCFFA}" type="sibTrans" cxnId="{ABDDFF96-2767-4ED6-A41D-B5EBF451B7A7}">
      <dgm:prSet/>
      <dgm:spPr/>
      <dgm:t>
        <a:bodyPr/>
        <a:lstStyle/>
        <a:p>
          <a:endParaRPr lang="en-US"/>
        </a:p>
      </dgm:t>
    </dgm:pt>
    <dgm:pt modelId="{FCE1E9C2-9859-DF41-B126-A7AB106F4B47}" type="pres">
      <dgm:prSet presAssocID="{6C9A0134-6B6E-4E8C-86E4-2A300E3C675B}" presName="linear" presStyleCnt="0">
        <dgm:presLayoutVars>
          <dgm:animLvl val="lvl"/>
          <dgm:resizeHandles val="exact"/>
        </dgm:presLayoutVars>
      </dgm:prSet>
      <dgm:spPr/>
    </dgm:pt>
    <dgm:pt modelId="{58CFFAC5-0B61-2548-BCC7-A0D071FA2F34}" type="pres">
      <dgm:prSet presAssocID="{3F32835D-8E9C-4860-AE27-BFB6D487D28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01F0542-4D97-854A-A65C-048842A4F399}" type="pres">
      <dgm:prSet presAssocID="{B1DB36FD-6EAD-403F-AAF8-CA2EB794A137}" presName="spacer" presStyleCnt="0"/>
      <dgm:spPr/>
    </dgm:pt>
    <dgm:pt modelId="{619657EB-1A06-D14B-A06F-DDFE9803D93F}" type="pres">
      <dgm:prSet presAssocID="{2DC77491-B9A7-4575-9F20-1FE345E650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B6593C1-ED2F-4448-810F-181FC2A03C6C}" type="pres">
      <dgm:prSet presAssocID="{D084402E-2A7F-474D-A87F-4FA8B2892CDC}" presName="spacer" presStyleCnt="0"/>
      <dgm:spPr/>
    </dgm:pt>
    <dgm:pt modelId="{9DD4C82E-4AD3-4C45-91EC-3A954E033046}" type="pres">
      <dgm:prSet presAssocID="{CA1E782F-71AA-4C50-9501-52187E06F3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7A4061C-081D-C041-AF36-4E54AAA320F0}" type="pres">
      <dgm:prSet presAssocID="{5A34D94A-E1D2-409A-86BE-5D75F159A5AA}" presName="spacer" presStyleCnt="0"/>
      <dgm:spPr/>
    </dgm:pt>
    <dgm:pt modelId="{CBCEAE87-83F2-8F41-8DE8-6D0C4542C7A4}" type="pres">
      <dgm:prSet presAssocID="{F77FB034-8CC3-41E7-A635-609AECB6264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5A1B114-8240-4E73-B5A7-757FD355078E}" srcId="{6C9A0134-6B6E-4E8C-86E4-2A300E3C675B}" destId="{CA1E782F-71AA-4C50-9501-52187E06F3E0}" srcOrd="2" destOrd="0" parTransId="{696C6CC4-16E1-498E-BC6E-A41E7AEEB10F}" sibTransId="{5A34D94A-E1D2-409A-86BE-5D75F159A5AA}"/>
    <dgm:cxn modelId="{A18D7160-0F1E-614B-B457-FEE001A24978}" type="presOf" srcId="{3F32835D-8E9C-4860-AE27-BFB6D487D28E}" destId="{58CFFAC5-0B61-2548-BCC7-A0D071FA2F34}" srcOrd="0" destOrd="0" presId="urn:microsoft.com/office/officeart/2005/8/layout/vList2"/>
    <dgm:cxn modelId="{FA47C28D-1127-554E-BD0D-DBC9CD82CE0B}" type="presOf" srcId="{CA1E782F-71AA-4C50-9501-52187E06F3E0}" destId="{9DD4C82E-4AD3-4C45-91EC-3A954E033046}" srcOrd="0" destOrd="0" presId="urn:microsoft.com/office/officeart/2005/8/layout/vList2"/>
    <dgm:cxn modelId="{ABDDFF96-2767-4ED6-A41D-B5EBF451B7A7}" srcId="{6C9A0134-6B6E-4E8C-86E4-2A300E3C675B}" destId="{F77FB034-8CC3-41E7-A635-609AECB62646}" srcOrd="3" destOrd="0" parTransId="{AB85F165-15FE-4D17-8A00-10C01635DA89}" sibTransId="{B3D6D36B-1573-4D5D-A1E8-5C66100CCFFA}"/>
    <dgm:cxn modelId="{7C61D1BE-4DDF-4A5D-88EC-97CC219DD30B}" srcId="{6C9A0134-6B6E-4E8C-86E4-2A300E3C675B}" destId="{2DC77491-B9A7-4575-9F20-1FE345E65043}" srcOrd="1" destOrd="0" parTransId="{BB9A7970-A713-4ADC-834F-073F44955B3C}" sibTransId="{D084402E-2A7F-474D-A87F-4FA8B2892CDC}"/>
    <dgm:cxn modelId="{8ECFF7CE-C9A8-AE4B-8379-B0BC47A85594}" type="presOf" srcId="{F77FB034-8CC3-41E7-A635-609AECB62646}" destId="{CBCEAE87-83F2-8F41-8DE8-6D0C4542C7A4}" srcOrd="0" destOrd="0" presId="urn:microsoft.com/office/officeart/2005/8/layout/vList2"/>
    <dgm:cxn modelId="{7895C6D4-3440-AC43-BF25-123CACA5C935}" type="presOf" srcId="{6C9A0134-6B6E-4E8C-86E4-2A300E3C675B}" destId="{FCE1E9C2-9859-DF41-B126-A7AB106F4B47}" srcOrd="0" destOrd="0" presId="urn:microsoft.com/office/officeart/2005/8/layout/vList2"/>
    <dgm:cxn modelId="{ABC0E7E0-3811-1A43-84F9-BD8078FA12A7}" type="presOf" srcId="{2DC77491-B9A7-4575-9F20-1FE345E65043}" destId="{619657EB-1A06-D14B-A06F-DDFE9803D93F}" srcOrd="0" destOrd="0" presId="urn:microsoft.com/office/officeart/2005/8/layout/vList2"/>
    <dgm:cxn modelId="{2CA90CE5-6B7F-49C3-8055-D96959EA2796}" srcId="{6C9A0134-6B6E-4E8C-86E4-2A300E3C675B}" destId="{3F32835D-8E9C-4860-AE27-BFB6D487D28E}" srcOrd="0" destOrd="0" parTransId="{DA12407D-D13B-4723-8643-53C0CD1AA9F1}" sibTransId="{B1DB36FD-6EAD-403F-AAF8-CA2EB794A137}"/>
    <dgm:cxn modelId="{034E32D1-B37C-AD4E-89A0-F51D9A7F9E48}" type="presParOf" srcId="{FCE1E9C2-9859-DF41-B126-A7AB106F4B47}" destId="{58CFFAC5-0B61-2548-BCC7-A0D071FA2F34}" srcOrd="0" destOrd="0" presId="urn:microsoft.com/office/officeart/2005/8/layout/vList2"/>
    <dgm:cxn modelId="{DD391EC2-3825-E24B-A46F-B86A954A2E1D}" type="presParOf" srcId="{FCE1E9C2-9859-DF41-B126-A7AB106F4B47}" destId="{E01F0542-4D97-854A-A65C-048842A4F399}" srcOrd="1" destOrd="0" presId="urn:microsoft.com/office/officeart/2005/8/layout/vList2"/>
    <dgm:cxn modelId="{78EB6D35-7C3D-E24B-B9E8-3246B1B75CC7}" type="presParOf" srcId="{FCE1E9C2-9859-DF41-B126-A7AB106F4B47}" destId="{619657EB-1A06-D14B-A06F-DDFE9803D93F}" srcOrd="2" destOrd="0" presId="urn:microsoft.com/office/officeart/2005/8/layout/vList2"/>
    <dgm:cxn modelId="{A2125A00-914D-B142-B94C-7800ED47856B}" type="presParOf" srcId="{FCE1E9C2-9859-DF41-B126-A7AB106F4B47}" destId="{7B6593C1-ED2F-4448-810F-181FC2A03C6C}" srcOrd="3" destOrd="0" presId="urn:microsoft.com/office/officeart/2005/8/layout/vList2"/>
    <dgm:cxn modelId="{4DA59C9E-C6F0-4443-9414-02078B42C371}" type="presParOf" srcId="{FCE1E9C2-9859-DF41-B126-A7AB106F4B47}" destId="{9DD4C82E-4AD3-4C45-91EC-3A954E033046}" srcOrd="4" destOrd="0" presId="urn:microsoft.com/office/officeart/2005/8/layout/vList2"/>
    <dgm:cxn modelId="{712AB257-3112-6344-8A59-A0E0CD7C747B}" type="presParOf" srcId="{FCE1E9C2-9859-DF41-B126-A7AB106F4B47}" destId="{F7A4061C-081D-C041-AF36-4E54AAA320F0}" srcOrd="5" destOrd="0" presId="urn:microsoft.com/office/officeart/2005/8/layout/vList2"/>
    <dgm:cxn modelId="{3064492F-B686-264F-85E7-E94C76FCC7D8}" type="presParOf" srcId="{FCE1E9C2-9859-DF41-B126-A7AB106F4B47}" destId="{CBCEAE87-83F2-8F41-8DE8-6D0C4542C7A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C4AE54-74DF-4D6D-8031-FBBDAAB38C52}" type="doc">
      <dgm:prSet loTypeId="urn:microsoft.com/office/officeart/2005/8/layout/matrix2" loCatId="matrix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8A2BA68-C359-49AB-8CEF-A65704B9A5A8}">
      <dgm:prSet/>
      <dgm:spPr/>
      <dgm:t>
        <a:bodyPr/>
        <a:lstStyle/>
        <a:p>
          <a:r>
            <a:rPr lang="en-MY"/>
            <a:t>Community training programs</a:t>
          </a:r>
          <a:endParaRPr lang="en-US"/>
        </a:p>
      </dgm:t>
    </dgm:pt>
    <dgm:pt modelId="{333C7F2B-8E2A-4278-8B6E-AA7563CC1AA0}" type="parTrans" cxnId="{B4C266F9-0DCE-4B0E-A501-25E6225FB532}">
      <dgm:prSet/>
      <dgm:spPr/>
      <dgm:t>
        <a:bodyPr/>
        <a:lstStyle/>
        <a:p>
          <a:endParaRPr lang="en-US"/>
        </a:p>
      </dgm:t>
    </dgm:pt>
    <dgm:pt modelId="{21B70581-AFFD-4C8A-8F00-D23546C40CDC}" type="sibTrans" cxnId="{B4C266F9-0DCE-4B0E-A501-25E6225FB532}">
      <dgm:prSet/>
      <dgm:spPr/>
      <dgm:t>
        <a:bodyPr/>
        <a:lstStyle/>
        <a:p>
          <a:endParaRPr lang="en-US"/>
        </a:p>
      </dgm:t>
    </dgm:pt>
    <dgm:pt modelId="{3DB15ED3-18AE-4BD8-A8CB-C43BB90F1B3E}">
      <dgm:prSet/>
      <dgm:spPr/>
      <dgm:t>
        <a:bodyPr/>
        <a:lstStyle/>
        <a:p>
          <a:r>
            <a:rPr lang="en-MY" dirty="0"/>
            <a:t>School and university curriculum or programs</a:t>
          </a:r>
          <a:endParaRPr lang="en-US" dirty="0"/>
        </a:p>
      </dgm:t>
    </dgm:pt>
    <dgm:pt modelId="{8DF83F6E-5DEF-4228-965D-C87A75370AE2}" type="parTrans" cxnId="{99AF43B5-9D55-4916-9D43-35D39DCBAFBD}">
      <dgm:prSet/>
      <dgm:spPr/>
      <dgm:t>
        <a:bodyPr/>
        <a:lstStyle/>
        <a:p>
          <a:endParaRPr lang="en-US"/>
        </a:p>
      </dgm:t>
    </dgm:pt>
    <dgm:pt modelId="{24FC2867-623B-4CF2-A0D6-805D110D7FF2}" type="sibTrans" cxnId="{99AF43B5-9D55-4916-9D43-35D39DCBAFBD}">
      <dgm:prSet/>
      <dgm:spPr/>
      <dgm:t>
        <a:bodyPr/>
        <a:lstStyle/>
        <a:p>
          <a:endParaRPr lang="en-US"/>
        </a:p>
      </dgm:t>
    </dgm:pt>
    <dgm:pt modelId="{CDAEE3FF-3AD8-46DE-9360-D6D314021BD3}">
      <dgm:prSet/>
      <dgm:spPr/>
      <dgm:t>
        <a:bodyPr/>
        <a:lstStyle/>
        <a:p>
          <a:r>
            <a:rPr lang="en-MY" dirty="0"/>
            <a:t>Free online courses (e.g., Google Digital Garage, Coursera)</a:t>
          </a:r>
          <a:endParaRPr lang="en-US" dirty="0"/>
        </a:p>
      </dgm:t>
    </dgm:pt>
    <dgm:pt modelId="{1ABC88B6-1660-4AA6-A23F-3D5EA016AD48}" type="parTrans" cxnId="{D891B492-50EF-4673-9B70-59AB49599A78}">
      <dgm:prSet/>
      <dgm:spPr/>
      <dgm:t>
        <a:bodyPr/>
        <a:lstStyle/>
        <a:p>
          <a:endParaRPr lang="en-US"/>
        </a:p>
      </dgm:t>
    </dgm:pt>
    <dgm:pt modelId="{8C46B448-5056-459B-A583-0798F8C3A516}" type="sibTrans" cxnId="{D891B492-50EF-4673-9B70-59AB49599A78}">
      <dgm:prSet/>
      <dgm:spPr/>
      <dgm:t>
        <a:bodyPr/>
        <a:lstStyle/>
        <a:p>
          <a:endParaRPr lang="en-US"/>
        </a:p>
      </dgm:t>
    </dgm:pt>
    <dgm:pt modelId="{9FAD5BB3-D972-4524-A943-E8B73813F4A7}">
      <dgm:prSet/>
      <dgm:spPr/>
      <dgm:t>
        <a:bodyPr/>
        <a:lstStyle/>
        <a:p>
          <a:r>
            <a:rPr lang="en-MY"/>
            <a:t>Government and NGO support</a:t>
          </a:r>
          <a:endParaRPr lang="en-US"/>
        </a:p>
      </dgm:t>
    </dgm:pt>
    <dgm:pt modelId="{0B9F6231-F621-4946-BD28-AFE547E20592}" type="parTrans" cxnId="{3425D662-7077-4915-845C-A06205E5A866}">
      <dgm:prSet/>
      <dgm:spPr/>
      <dgm:t>
        <a:bodyPr/>
        <a:lstStyle/>
        <a:p>
          <a:endParaRPr lang="en-US"/>
        </a:p>
      </dgm:t>
    </dgm:pt>
    <dgm:pt modelId="{08C07E1D-7CFA-43A5-AA63-28E128D56669}" type="sibTrans" cxnId="{3425D662-7077-4915-845C-A06205E5A866}">
      <dgm:prSet/>
      <dgm:spPr/>
      <dgm:t>
        <a:bodyPr/>
        <a:lstStyle/>
        <a:p>
          <a:endParaRPr lang="en-US"/>
        </a:p>
      </dgm:t>
    </dgm:pt>
    <dgm:pt modelId="{E98D600E-53B7-4D4A-8326-AD5B7E3F55A3}" type="pres">
      <dgm:prSet presAssocID="{B5C4AE54-74DF-4D6D-8031-FBBDAAB38C52}" presName="matrix" presStyleCnt="0">
        <dgm:presLayoutVars>
          <dgm:chMax val="1"/>
          <dgm:dir/>
          <dgm:resizeHandles val="exact"/>
        </dgm:presLayoutVars>
      </dgm:prSet>
      <dgm:spPr/>
    </dgm:pt>
    <dgm:pt modelId="{F4DD96B7-4CAB-ED40-82A1-2AE5E524CC06}" type="pres">
      <dgm:prSet presAssocID="{B5C4AE54-74DF-4D6D-8031-FBBDAAB38C52}" presName="axisShape" presStyleLbl="bgShp" presStyleIdx="0" presStyleCnt="1"/>
      <dgm:spPr/>
    </dgm:pt>
    <dgm:pt modelId="{C05EE99D-52C4-7F41-A697-A9DD04298ECE}" type="pres">
      <dgm:prSet presAssocID="{B5C4AE54-74DF-4D6D-8031-FBBDAAB38C52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C89E514-995F-6745-AA7E-611A3722B4B9}" type="pres">
      <dgm:prSet presAssocID="{B5C4AE54-74DF-4D6D-8031-FBBDAAB38C52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C5C71D9-C17D-1841-A073-BBDB74A71DBE}" type="pres">
      <dgm:prSet presAssocID="{B5C4AE54-74DF-4D6D-8031-FBBDAAB38C52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05573F7-E219-C54C-A2FA-C6C276FF69D8}" type="pres">
      <dgm:prSet presAssocID="{B5C4AE54-74DF-4D6D-8031-FBBDAAB38C52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59A2A26-B3C7-0842-B999-1BEB39D3BB58}" type="presOf" srcId="{B5C4AE54-74DF-4D6D-8031-FBBDAAB38C52}" destId="{E98D600E-53B7-4D4A-8326-AD5B7E3F55A3}" srcOrd="0" destOrd="0" presId="urn:microsoft.com/office/officeart/2005/8/layout/matrix2"/>
    <dgm:cxn modelId="{3425D662-7077-4915-845C-A06205E5A866}" srcId="{B5C4AE54-74DF-4D6D-8031-FBBDAAB38C52}" destId="{9FAD5BB3-D972-4524-A943-E8B73813F4A7}" srcOrd="3" destOrd="0" parTransId="{0B9F6231-F621-4946-BD28-AFE547E20592}" sibTransId="{08C07E1D-7CFA-43A5-AA63-28E128D56669}"/>
    <dgm:cxn modelId="{A2648866-C758-384E-BD8A-1DC9179AF1EF}" type="presOf" srcId="{CDAEE3FF-3AD8-46DE-9360-D6D314021BD3}" destId="{7C5C71D9-C17D-1841-A073-BBDB74A71DBE}" srcOrd="0" destOrd="0" presId="urn:microsoft.com/office/officeart/2005/8/layout/matrix2"/>
    <dgm:cxn modelId="{D891B492-50EF-4673-9B70-59AB49599A78}" srcId="{B5C4AE54-74DF-4D6D-8031-FBBDAAB38C52}" destId="{CDAEE3FF-3AD8-46DE-9360-D6D314021BD3}" srcOrd="2" destOrd="0" parTransId="{1ABC88B6-1660-4AA6-A23F-3D5EA016AD48}" sibTransId="{8C46B448-5056-459B-A583-0798F8C3A516}"/>
    <dgm:cxn modelId="{CFB3DC98-A414-D449-8118-8AD79DC1458B}" type="presOf" srcId="{9FAD5BB3-D972-4524-A943-E8B73813F4A7}" destId="{905573F7-E219-C54C-A2FA-C6C276FF69D8}" srcOrd="0" destOrd="0" presId="urn:microsoft.com/office/officeart/2005/8/layout/matrix2"/>
    <dgm:cxn modelId="{7B9D139E-D318-E14A-AE61-73468A47D6BD}" type="presOf" srcId="{3DB15ED3-18AE-4BD8-A8CB-C43BB90F1B3E}" destId="{DC89E514-995F-6745-AA7E-611A3722B4B9}" srcOrd="0" destOrd="0" presId="urn:microsoft.com/office/officeart/2005/8/layout/matrix2"/>
    <dgm:cxn modelId="{68E112A3-09EA-124B-8C1E-9D7CCBA7C05C}" type="presOf" srcId="{48A2BA68-C359-49AB-8CEF-A65704B9A5A8}" destId="{C05EE99D-52C4-7F41-A697-A9DD04298ECE}" srcOrd="0" destOrd="0" presId="urn:microsoft.com/office/officeart/2005/8/layout/matrix2"/>
    <dgm:cxn modelId="{99AF43B5-9D55-4916-9D43-35D39DCBAFBD}" srcId="{B5C4AE54-74DF-4D6D-8031-FBBDAAB38C52}" destId="{3DB15ED3-18AE-4BD8-A8CB-C43BB90F1B3E}" srcOrd="1" destOrd="0" parTransId="{8DF83F6E-5DEF-4228-965D-C87A75370AE2}" sibTransId="{24FC2867-623B-4CF2-A0D6-805D110D7FF2}"/>
    <dgm:cxn modelId="{B4C266F9-0DCE-4B0E-A501-25E6225FB532}" srcId="{B5C4AE54-74DF-4D6D-8031-FBBDAAB38C52}" destId="{48A2BA68-C359-49AB-8CEF-A65704B9A5A8}" srcOrd="0" destOrd="0" parTransId="{333C7F2B-8E2A-4278-8B6E-AA7563CC1AA0}" sibTransId="{21B70581-AFFD-4C8A-8F00-D23546C40CDC}"/>
    <dgm:cxn modelId="{B4E224B9-BDDA-8D4D-BB4F-874DC369B198}" type="presParOf" srcId="{E98D600E-53B7-4D4A-8326-AD5B7E3F55A3}" destId="{F4DD96B7-4CAB-ED40-82A1-2AE5E524CC06}" srcOrd="0" destOrd="0" presId="urn:microsoft.com/office/officeart/2005/8/layout/matrix2"/>
    <dgm:cxn modelId="{C6AA1021-AD70-E647-9001-B650C5E8A8C5}" type="presParOf" srcId="{E98D600E-53B7-4D4A-8326-AD5B7E3F55A3}" destId="{C05EE99D-52C4-7F41-A697-A9DD04298ECE}" srcOrd="1" destOrd="0" presId="urn:microsoft.com/office/officeart/2005/8/layout/matrix2"/>
    <dgm:cxn modelId="{475C4494-69C0-1A4F-A20E-9FAD58CF5797}" type="presParOf" srcId="{E98D600E-53B7-4D4A-8326-AD5B7E3F55A3}" destId="{DC89E514-995F-6745-AA7E-611A3722B4B9}" srcOrd="2" destOrd="0" presId="urn:microsoft.com/office/officeart/2005/8/layout/matrix2"/>
    <dgm:cxn modelId="{9B081C22-B733-3747-AB5D-70A1F51A5080}" type="presParOf" srcId="{E98D600E-53B7-4D4A-8326-AD5B7E3F55A3}" destId="{7C5C71D9-C17D-1841-A073-BBDB74A71DBE}" srcOrd="3" destOrd="0" presId="urn:microsoft.com/office/officeart/2005/8/layout/matrix2"/>
    <dgm:cxn modelId="{FAF250E4-75DC-3D41-A5F2-956B36D3046B}" type="presParOf" srcId="{E98D600E-53B7-4D4A-8326-AD5B7E3F55A3}" destId="{905573F7-E219-C54C-A2FA-C6C276FF69D8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39A085-AC0F-4F62-BE5B-CA7FF67E0695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A3C35DC-C238-42CF-B9DD-35156056F94E}">
      <dgm:prSet/>
      <dgm:spPr/>
      <dgm:t>
        <a:bodyPr/>
        <a:lstStyle/>
        <a:p>
          <a:r>
            <a:rPr lang="en-MY"/>
            <a:t>Willingness to adopt and trust digital technology.</a:t>
          </a:r>
          <a:endParaRPr lang="en-US"/>
        </a:p>
      </dgm:t>
    </dgm:pt>
    <dgm:pt modelId="{761CA62B-202F-4F6A-8E39-3F0ECF0D80A9}" type="parTrans" cxnId="{23D45782-0372-449D-8FEB-D2B7CE34DA67}">
      <dgm:prSet/>
      <dgm:spPr/>
      <dgm:t>
        <a:bodyPr/>
        <a:lstStyle/>
        <a:p>
          <a:endParaRPr lang="en-US"/>
        </a:p>
      </dgm:t>
    </dgm:pt>
    <dgm:pt modelId="{37E89D0F-64A3-43C3-960E-82F857DA745F}" type="sibTrans" cxnId="{23D45782-0372-449D-8FEB-D2B7CE34DA67}">
      <dgm:prSet/>
      <dgm:spPr/>
      <dgm:t>
        <a:bodyPr/>
        <a:lstStyle/>
        <a:p>
          <a:endParaRPr lang="en-US"/>
        </a:p>
      </dgm:t>
    </dgm:pt>
    <dgm:pt modelId="{2DC2D199-BA34-4C8A-B635-BDBDC4F7CED8}">
      <dgm:prSet/>
      <dgm:spPr/>
      <dgm:t>
        <a:bodyPr/>
        <a:lstStyle/>
        <a:p>
          <a:r>
            <a:rPr lang="en-MY"/>
            <a:t>Influenced by:</a:t>
          </a:r>
          <a:endParaRPr lang="en-US"/>
        </a:p>
      </dgm:t>
    </dgm:pt>
    <dgm:pt modelId="{45130086-55F8-4746-BEE1-6B58B31D6FEC}" type="parTrans" cxnId="{7D42BC0C-3FFB-4164-84E2-7897649E5328}">
      <dgm:prSet/>
      <dgm:spPr/>
      <dgm:t>
        <a:bodyPr/>
        <a:lstStyle/>
        <a:p>
          <a:endParaRPr lang="en-US"/>
        </a:p>
      </dgm:t>
    </dgm:pt>
    <dgm:pt modelId="{ECF2BAF7-2060-4FA4-B866-390A78E21FA7}" type="sibTrans" cxnId="{7D42BC0C-3FFB-4164-84E2-7897649E5328}">
      <dgm:prSet/>
      <dgm:spPr/>
      <dgm:t>
        <a:bodyPr/>
        <a:lstStyle/>
        <a:p>
          <a:endParaRPr lang="en-US"/>
        </a:p>
      </dgm:t>
    </dgm:pt>
    <dgm:pt modelId="{337DAD14-AB6C-44EC-8684-D597E53A24B1}">
      <dgm:prSet/>
      <dgm:spPr/>
      <dgm:t>
        <a:bodyPr/>
        <a:lstStyle/>
        <a:p>
          <a:r>
            <a:rPr lang="en-MY"/>
            <a:t>Perceived usefulness</a:t>
          </a:r>
          <a:endParaRPr lang="en-US"/>
        </a:p>
      </dgm:t>
    </dgm:pt>
    <dgm:pt modelId="{501EB29A-6823-4ED3-8466-D27CDD50C9EE}" type="parTrans" cxnId="{D88BDA57-A2BB-4FBB-97A8-27A6FB915152}">
      <dgm:prSet/>
      <dgm:spPr/>
      <dgm:t>
        <a:bodyPr/>
        <a:lstStyle/>
        <a:p>
          <a:endParaRPr lang="en-US"/>
        </a:p>
      </dgm:t>
    </dgm:pt>
    <dgm:pt modelId="{E7461F93-9EA0-4F6B-AD59-A01860A9E589}" type="sibTrans" cxnId="{D88BDA57-A2BB-4FBB-97A8-27A6FB915152}">
      <dgm:prSet/>
      <dgm:spPr/>
      <dgm:t>
        <a:bodyPr/>
        <a:lstStyle/>
        <a:p>
          <a:endParaRPr lang="en-US"/>
        </a:p>
      </dgm:t>
    </dgm:pt>
    <dgm:pt modelId="{329710E8-BEFC-4223-8938-348D9D24DC74}">
      <dgm:prSet/>
      <dgm:spPr/>
      <dgm:t>
        <a:bodyPr/>
        <a:lstStyle/>
        <a:p>
          <a:r>
            <a:rPr lang="en-MY"/>
            <a:t>Ease of use</a:t>
          </a:r>
          <a:endParaRPr lang="en-US"/>
        </a:p>
      </dgm:t>
    </dgm:pt>
    <dgm:pt modelId="{70EC8147-C57D-4DC5-BC46-1309DD81E42B}" type="parTrans" cxnId="{A521A6C7-4783-4433-9C95-70CAF96DA91B}">
      <dgm:prSet/>
      <dgm:spPr/>
      <dgm:t>
        <a:bodyPr/>
        <a:lstStyle/>
        <a:p>
          <a:endParaRPr lang="en-US"/>
        </a:p>
      </dgm:t>
    </dgm:pt>
    <dgm:pt modelId="{2FBCA909-B53A-4E67-B0F5-91CFD6CEDF58}" type="sibTrans" cxnId="{A521A6C7-4783-4433-9C95-70CAF96DA91B}">
      <dgm:prSet/>
      <dgm:spPr/>
      <dgm:t>
        <a:bodyPr/>
        <a:lstStyle/>
        <a:p>
          <a:endParaRPr lang="en-US"/>
        </a:p>
      </dgm:t>
    </dgm:pt>
    <dgm:pt modelId="{1211CE43-95AF-40CA-A4D0-5767141B7A42}">
      <dgm:prSet/>
      <dgm:spPr/>
      <dgm:t>
        <a:bodyPr/>
        <a:lstStyle/>
        <a:p>
          <a:r>
            <a:rPr lang="en-MY"/>
            <a:t>Peer and societal influences</a:t>
          </a:r>
          <a:endParaRPr lang="en-US"/>
        </a:p>
      </dgm:t>
    </dgm:pt>
    <dgm:pt modelId="{02EB27CB-063C-49D4-B046-9A56F287FBA6}" type="parTrans" cxnId="{06FEFFA1-1078-4613-8CD4-258D87F484A8}">
      <dgm:prSet/>
      <dgm:spPr/>
      <dgm:t>
        <a:bodyPr/>
        <a:lstStyle/>
        <a:p>
          <a:endParaRPr lang="en-US"/>
        </a:p>
      </dgm:t>
    </dgm:pt>
    <dgm:pt modelId="{1BB4053A-4ED6-4D37-A2EF-66FEE0C1D8C3}" type="sibTrans" cxnId="{06FEFFA1-1078-4613-8CD4-258D87F484A8}">
      <dgm:prSet/>
      <dgm:spPr/>
      <dgm:t>
        <a:bodyPr/>
        <a:lstStyle/>
        <a:p>
          <a:endParaRPr lang="en-US"/>
        </a:p>
      </dgm:t>
    </dgm:pt>
    <dgm:pt modelId="{E95DE7E4-B772-4482-AA3E-E4625AC9A06B}">
      <dgm:prSet/>
      <dgm:spPr/>
      <dgm:t>
        <a:bodyPr/>
        <a:lstStyle/>
        <a:p>
          <a:r>
            <a:rPr lang="en-MY" dirty="0"/>
            <a:t>Cultural values</a:t>
          </a:r>
          <a:endParaRPr lang="en-US" dirty="0"/>
        </a:p>
      </dgm:t>
    </dgm:pt>
    <dgm:pt modelId="{B1BE1985-F2CD-4B29-938F-32C3FC02F516}" type="parTrans" cxnId="{D6FCCF3F-257E-474F-87C6-729E0D760380}">
      <dgm:prSet/>
      <dgm:spPr/>
      <dgm:t>
        <a:bodyPr/>
        <a:lstStyle/>
        <a:p>
          <a:endParaRPr lang="en-US"/>
        </a:p>
      </dgm:t>
    </dgm:pt>
    <dgm:pt modelId="{57B52D55-77E3-46F5-A12A-FD51A375674C}" type="sibTrans" cxnId="{D6FCCF3F-257E-474F-87C6-729E0D760380}">
      <dgm:prSet/>
      <dgm:spPr/>
      <dgm:t>
        <a:bodyPr/>
        <a:lstStyle/>
        <a:p>
          <a:endParaRPr lang="en-US"/>
        </a:p>
      </dgm:t>
    </dgm:pt>
    <dgm:pt modelId="{F3FC996F-BDBF-544C-BCCE-BDA460A967A0}">
      <dgm:prSet/>
      <dgm:spPr/>
      <dgm:t>
        <a:bodyPr/>
        <a:lstStyle/>
        <a:p>
          <a:r>
            <a:rPr lang="en-US" dirty="0"/>
            <a:t>Linked to Technology Acceptance Model (TAM)</a:t>
          </a:r>
        </a:p>
      </dgm:t>
    </dgm:pt>
    <dgm:pt modelId="{0402EB47-CB35-B741-A8E2-F217787F5E59}" type="parTrans" cxnId="{A0E7484C-6867-AF48-AC4C-1B7891952841}">
      <dgm:prSet/>
      <dgm:spPr/>
    </dgm:pt>
    <dgm:pt modelId="{EF71151D-0EE5-9249-A571-9C077720956F}" type="sibTrans" cxnId="{A0E7484C-6867-AF48-AC4C-1B7891952841}">
      <dgm:prSet/>
      <dgm:spPr/>
    </dgm:pt>
    <dgm:pt modelId="{59879305-1458-094F-BEFB-CDB97A8602F2}" type="pres">
      <dgm:prSet presAssocID="{D239A085-AC0F-4F62-BE5B-CA7FF67E0695}" presName="linear" presStyleCnt="0">
        <dgm:presLayoutVars>
          <dgm:dir/>
          <dgm:animLvl val="lvl"/>
          <dgm:resizeHandles val="exact"/>
        </dgm:presLayoutVars>
      </dgm:prSet>
      <dgm:spPr/>
    </dgm:pt>
    <dgm:pt modelId="{B8A9DAD1-2A84-3947-9AED-8211F043FCBB}" type="pres">
      <dgm:prSet presAssocID="{FA3C35DC-C238-42CF-B9DD-35156056F94E}" presName="parentLin" presStyleCnt="0"/>
      <dgm:spPr/>
    </dgm:pt>
    <dgm:pt modelId="{ED2405A6-0B5B-4F43-89B2-31822AC9F484}" type="pres">
      <dgm:prSet presAssocID="{FA3C35DC-C238-42CF-B9DD-35156056F94E}" presName="parentLeftMargin" presStyleLbl="node1" presStyleIdx="0" presStyleCnt="3"/>
      <dgm:spPr/>
    </dgm:pt>
    <dgm:pt modelId="{830BFC42-CF45-8945-87A9-26BC4614F2C4}" type="pres">
      <dgm:prSet presAssocID="{FA3C35DC-C238-42CF-B9DD-35156056F94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A4DE139-BB1A-4F44-B0DD-F15BFF96AF6D}" type="pres">
      <dgm:prSet presAssocID="{FA3C35DC-C238-42CF-B9DD-35156056F94E}" presName="negativeSpace" presStyleCnt="0"/>
      <dgm:spPr/>
    </dgm:pt>
    <dgm:pt modelId="{BF48CA84-44E6-714C-9924-195281F857C5}" type="pres">
      <dgm:prSet presAssocID="{FA3C35DC-C238-42CF-B9DD-35156056F94E}" presName="childText" presStyleLbl="conFgAcc1" presStyleIdx="0" presStyleCnt="3">
        <dgm:presLayoutVars>
          <dgm:bulletEnabled val="1"/>
        </dgm:presLayoutVars>
      </dgm:prSet>
      <dgm:spPr/>
    </dgm:pt>
    <dgm:pt modelId="{DE1691B1-7291-8948-ACA1-5E02217E0371}" type="pres">
      <dgm:prSet presAssocID="{37E89D0F-64A3-43C3-960E-82F857DA745F}" presName="spaceBetweenRectangles" presStyleCnt="0"/>
      <dgm:spPr/>
    </dgm:pt>
    <dgm:pt modelId="{7F9E6C67-8989-AF48-B3B9-AE5F1805B09A}" type="pres">
      <dgm:prSet presAssocID="{2DC2D199-BA34-4C8A-B635-BDBDC4F7CED8}" presName="parentLin" presStyleCnt="0"/>
      <dgm:spPr/>
    </dgm:pt>
    <dgm:pt modelId="{14323E2E-484A-CC44-BB61-8185F6C30F57}" type="pres">
      <dgm:prSet presAssocID="{2DC2D199-BA34-4C8A-B635-BDBDC4F7CED8}" presName="parentLeftMargin" presStyleLbl="node1" presStyleIdx="0" presStyleCnt="3"/>
      <dgm:spPr/>
    </dgm:pt>
    <dgm:pt modelId="{1B045F8F-3610-8449-A76A-48A4BFBEF333}" type="pres">
      <dgm:prSet presAssocID="{2DC2D199-BA34-4C8A-B635-BDBDC4F7CED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485F97C-DCC2-534F-B298-15E831034E20}" type="pres">
      <dgm:prSet presAssocID="{2DC2D199-BA34-4C8A-B635-BDBDC4F7CED8}" presName="negativeSpace" presStyleCnt="0"/>
      <dgm:spPr/>
    </dgm:pt>
    <dgm:pt modelId="{0831BC76-3365-8A4D-8C3E-4DD4038029D8}" type="pres">
      <dgm:prSet presAssocID="{2DC2D199-BA34-4C8A-B635-BDBDC4F7CED8}" presName="childText" presStyleLbl="conFgAcc1" presStyleIdx="1" presStyleCnt="3">
        <dgm:presLayoutVars>
          <dgm:bulletEnabled val="1"/>
        </dgm:presLayoutVars>
      </dgm:prSet>
      <dgm:spPr/>
    </dgm:pt>
    <dgm:pt modelId="{95491939-E9B6-1F4F-9E6B-A6597C3493CE}" type="pres">
      <dgm:prSet presAssocID="{ECF2BAF7-2060-4FA4-B866-390A78E21FA7}" presName="spaceBetweenRectangles" presStyleCnt="0"/>
      <dgm:spPr/>
    </dgm:pt>
    <dgm:pt modelId="{4E15F2D6-224F-8A48-A264-332F0658E04D}" type="pres">
      <dgm:prSet presAssocID="{F3FC996F-BDBF-544C-BCCE-BDA460A967A0}" presName="parentLin" presStyleCnt="0"/>
      <dgm:spPr/>
    </dgm:pt>
    <dgm:pt modelId="{CCE95D09-F88C-FA43-98F2-5ACA9945E575}" type="pres">
      <dgm:prSet presAssocID="{F3FC996F-BDBF-544C-BCCE-BDA460A967A0}" presName="parentLeftMargin" presStyleLbl="node1" presStyleIdx="1" presStyleCnt="3"/>
      <dgm:spPr/>
    </dgm:pt>
    <dgm:pt modelId="{113B5DB8-6ED4-6647-8BC9-88BB05966695}" type="pres">
      <dgm:prSet presAssocID="{F3FC996F-BDBF-544C-BCCE-BDA460A967A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F455C60-CFCA-014C-B2DC-96343BFC7C6D}" type="pres">
      <dgm:prSet presAssocID="{F3FC996F-BDBF-544C-BCCE-BDA460A967A0}" presName="negativeSpace" presStyleCnt="0"/>
      <dgm:spPr/>
    </dgm:pt>
    <dgm:pt modelId="{FAB381AC-C529-6C4D-8C37-917F5E4B49E1}" type="pres">
      <dgm:prSet presAssocID="{F3FC996F-BDBF-544C-BCCE-BDA460A967A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D42BC0C-3FFB-4164-84E2-7897649E5328}" srcId="{D239A085-AC0F-4F62-BE5B-CA7FF67E0695}" destId="{2DC2D199-BA34-4C8A-B635-BDBDC4F7CED8}" srcOrd="1" destOrd="0" parTransId="{45130086-55F8-4746-BEE1-6B58B31D6FEC}" sibTransId="{ECF2BAF7-2060-4FA4-B866-390A78E21FA7}"/>
    <dgm:cxn modelId="{D6FCCF3F-257E-474F-87C6-729E0D760380}" srcId="{2DC2D199-BA34-4C8A-B635-BDBDC4F7CED8}" destId="{E95DE7E4-B772-4482-AA3E-E4625AC9A06B}" srcOrd="3" destOrd="0" parTransId="{B1BE1985-F2CD-4B29-938F-32C3FC02F516}" sibTransId="{57B52D55-77E3-46F5-A12A-FD51A375674C}"/>
    <dgm:cxn modelId="{E3A6694B-1EC1-154E-8B3E-03E463736DD4}" type="presOf" srcId="{337DAD14-AB6C-44EC-8684-D597E53A24B1}" destId="{0831BC76-3365-8A4D-8C3E-4DD4038029D8}" srcOrd="0" destOrd="0" presId="urn:microsoft.com/office/officeart/2005/8/layout/list1"/>
    <dgm:cxn modelId="{A0E7484C-6867-AF48-AC4C-1B7891952841}" srcId="{D239A085-AC0F-4F62-BE5B-CA7FF67E0695}" destId="{F3FC996F-BDBF-544C-BCCE-BDA460A967A0}" srcOrd="2" destOrd="0" parTransId="{0402EB47-CB35-B741-A8E2-F217787F5E59}" sibTransId="{EF71151D-0EE5-9249-A571-9C077720956F}"/>
    <dgm:cxn modelId="{D88BDA57-A2BB-4FBB-97A8-27A6FB915152}" srcId="{2DC2D199-BA34-4C8A-B635-BDBDC4F7CED8}" destId="{337DAD14-AB6C-44EC-8684-D597E53A24B1}" srcOrd="0" destOrd="0" parTransId="{501EB29A-6823-4ED3-8466-D27CDD50C9EE}" sibTransId="{E7461F93-9EA0-4F6B-AD59-A01860A9E589}"/>
    <dgm:cxn modelId="{9FD26070-1B57-C145-88BD-C399B6622791}" type="presOf" srcId="{2DC2D199-BA34-4C8A-B635-BDBDC4F7CED8}" destId="{1B045F8F-3610-8449-A76A-48A4BFBEF333}" srcOrd="1" destOrd="0" presId="urn:microsoft.com/office/officeart/2005/8/layout/list1"/>
    <dgm:cxn modelId="{9802CE80-7CD1-FB41-87F1-149A4DD3249E}" type="presOf" srcId="{F3FC996F-BDBF-544C-BCCE-BDA460A967A0}" destId="{CCE95D09-F88C-FA43-98F2-5ACA9945E575}" srcOrd="0" destOrd="0" presId="urn:microsoft.com/office/officeart/2005/8/layout/list1"/>
    <dgm:cxn modelId="{23D45782-0372-449D-8FEB-D2B7CE34DA67}" srcId="{D239A085-AC0F-4F62-BE5B-CA7FF67E0695}" destId="{FA3C35DC-C238-42CF-B9DD-35156056F94E}" srcOrd="0" destOrd="0" parTransId="{761CA62B-202F-4F6A-8E39-3F0ECF0D80A9}" sibTransId="{37E89D0F-64A3-43C3-960E-82F857DA745F}"/>
    <dgm:cxn modelId="{FA29D484-12E9-EC43-A0C6-A723D1671524}" type="presOf" srcId="{F3FC996F-BDBF-544C-BCCE-BDA460A967A0}" destId="{113B5DB8-6ED4-6647-8BC9-88BB05966695}" srcOrd="1" destOrd="0" presId="urn:microsoft.com/office/officeart/2005/8/layout/list1"/>
    <dgm:cxn modelId="{BD796C8E-673B-BF40-9F5E-57CB0A37684A}" type="presOf" srcId="{FA3C35DC-C238-42CF-B9DD-35156056F94E}" destId="{830BFC42-CF45-8945-87A9-26BC4614F2C4}" srcOrd="1" destOrd="0" presId="urn:microsoft.com/office/officeart/2005/8/layout/list1"/>
    <dgm:cxn modelId="{06FEFFA1-1078-4613-8CD4-258D87F484A8}" srcId="{2DC2D199-BA34-4C8A-B635-BDBDC4F7CED8}" destId="{1211CE43-95AF-40CA-A4D0-5767141B7A42}" srcOrd="2" destOrd="0" parTransId="{02EB27CB-063C-49D4-B046-9A56F287FBA6}" sibTransId="{1BB4053A-4ED6-4D37-A2EF-66FEE0C1D8C3}"/>
    <dgm:cxn modelId="{0A9268C1-7B35-1C46-A824-76FF18223509}" type="presOf" srcId="{D239A085-AC0F-4F62-BE5B-CA7FF67E0695}" destId="{59879305-1458-094F-BEFB-CDB97A8602F2}" srcOrd="0" destOrd="0" presId="urn:microsoft.com/office/officeart/2005/8/layout/list1"/>
    <dgm:cxn modelId="{A521A6C7-4783-4433-9C95-70CAF96DA91B}" srcId="{2DC2D199-BA34-4C8A-B635-BDBDC4F7CED8}" destId="{329710E8-BEFC-4223-8938-348D9D24DC74}" srcOrd="1" destOrd="0" parTransId="{70EC8147-C57D-4DC5-BC46-1309DD81E42B}" sibTransId="{2FBCA909-B53A-4E67-B0F5-91CFD6CEDF58}"/>
    <dgm:cxn modelId="{C20A06CE-CC4A-C04F-9E75-B7121E1FC518}" type="presOf" srcId="{1211CE43-95AF-40CA-A4D0-5767141B7A42}" destId="{0831BC76-3365-8A4D-8C3E-4DD4038029D8}" srcOrd="0" destOrd="2" presId="urn:microsoft.com/office/officeart/2005/8/layout/list1"/>
    <dgm:cxn modelId="{00698BD7-5617-DA46-A4E8-0DF600D38F5A}" type="presOf" srcId="{E95DE7E4-B772-4482-AA3E-E4625AC9A06B}" destId="{0831BC76-3365-8A4D-8C3E-4DD4038029D8}" srcOrd="0" destOrd="3" presId="urn:microsoft.com/office/officeart/2005/8/layout/list1"/>
    <dgm:cxn modelId="{3E9C4FDD-C27E-DB4D-A790-029BB8437103}" type="presOf" srcId="{329710E8-BEFC-4223-8938-348D9D24DC74}" destId="{0831BC76-3365-8A4D-8C3E-4DD4038029D8}" srcOrd="0" destOrd="1" presId="urn:microsoft.com/office/officeart/2005/8/layout/list1"/>
    <dgm:cxn modelId="{F27D07DE-5C5B-7542-83FB-592935271E35}" type="presOf" srcId="{2DC2D199-BA34-4C8A-B635-BDBDC4F7CED8}" destId="{14323E2E-484A-CC44-BB61-8185F6C30F57}" srcOrd="0" destOrd="0" presId="urn:microsoft.com/office/officeart/2005/8/layout/list1"/>
    <dgm:cxn modelId="{24EF18EF-5B34-E249-B041-23481C722469}" type="presOf" srcId="{FA3C35DC-C238-42CF-B9DD-35156056F94E}" destId="{ED2405A6-0B5B-4F43-89B2-31822AC9F484}" srcOrd="0" destOrd="0" presId="urn:microsoft.com/office/officeart/2005/8/layout/list1"/>
    <dgm:cxn modelId="{DC78CBB0-6354-D242-B194-854EEA3F41A5}" type="presParOf" srcId="{59879305-1458-094F-BEFB-CDB97A8602F2}" destId="{B8A9DAD1-2A84-3947-9AED-8211F043FCBB}" srcOrd="0" destOrd="0" presId="urn:microsoft.com/office/officeart/2005/8/layout/list1"/>
    <dgm:cxn modelId="{07D1FE0C-0279-2C40-9FF3-3642B9BDDD93}" type="presParOf" srcId="{B8A9DAD1-2A84-3947-9AED-8211F043FCBB}" destId="{ED2405A6-0B5B-4F43-89B2-31822AC9F484}" srcOrd="0" destOrd="0" presId="urn:microsoft.com/office/officeart/2005/8/layout/list1"/>
    <dgm:cxn modelId="{C7654591-01D9-7C4B-89CA-538C97EFDFF5}" type="presParOf" srcId="{B8A9DAD1-2A84-3947-9AED-8211F043FCBB}" destId="{830BFC42-CF45-8945-87A9-26BC4614F2C4}" srcOrd="1" destOrd="0" presId="urn:microsoft.com/office/officeart/2005/8/layout/list1"/>
    <dgm:cxn modelId="{929D99DE-A764-8A41-A943-E0951290F4F6}" type="presParOf" srcId="{59879305-1458-094F-BEFB-CDB97A8602F2}" destId="{2A4DE139-BB1A-4F44-B0DD-F15BFF96AF6D}" srcOrd="1" destOrd="0" presId="urn:microsoft.com/office/officeart/2005/8/layout/list1"/>
    <dgm:cxn modelId="{F9C6FA64-57CD-DE42-9678-B792437E81A8}" type="presParOf" srcId="{59879305-1458-094F-BEFB-CDB97A8602F2}" destId="{BF48CA84-44E6-714C-9924-195281F857C5}" srcOrd="2" destOrd="0" presId="urn:microsoft.com/office/officeart/2005/8/layout/list1"/>
    <dgm:cxn modelId="{98E79288-85D8-FC4D-8CEC-2AA04E301D00}" type="presParOf" srcId="{59879305-1458-094F-BEFB-CDB97A8602F2}" destId="{DE1691B1-7291-8948-ACA1-5E02217E0371}" srcOrd="3" destOrd="0" presId="urn:microsoft.com/office/officeart/2005/8/layout/list1"/>
    <dgm:cxn modelId="{88F29180-4B20-FB45-A265-7F5B88D0F440}" type="presParOf" srcId="{59879305-1458-094F-BEFB-CDB97A8602F2}" destId="{7F9E6C67-8989-AF48-B3B9-AE5F1805B09A}" srcOrd="4" destOrd="0" presId="urn:microsoft.com/office/officeart/2005/8/layout/list1"/>
    <dgm:cxn modelId="{09A61820-3563-3D43-B465-4A39AF9C5E7B}" type="presParOf" srcId="{7F9E6C67-8989-AF48-B3B9-AE5F1805B09A}" destId="{14323E2E-484A-CC44-BB61-8185F6C30F57}" srcOrd="0" destOrd="0" presId="urn:microsoft.com/office/officeart/2005/8/layout/list1"/>
    <dgm:cxn modelId="{C5E5D08E-9D3C-A948-8289-1981B7CB7F38}" type="presParOf" srcId="{7F9E6C67-8989-AF48-B3B9-AE5F1805B09A}" destId="{1B045F8F-3610-8449-A76A-48A4BFBEF333}" srcOrd="1" destOrd="0" presId="urn:microsoft.com/office/officeart/2005/8/layout/list1"/>
    <dgm:cxn modelId="{EC55E403-E672-D245-B899-3FD5303AA7F5}" type="presParOf" srcId="{59879305-1458-094F-BEFB-CDB97A8602F2}" destId="{C485F97C-DCC2-534F-B298-15E831034E20}" srcOrd="5" destOrd="0" presId="urn:microsoft.com/office/officeart/2005/8/layout/list1"/>
    <dgm:cxn modelId="{7A510F7D-B186-4C4F-9AEB-7096B9A52798}" type="presParOf" srcId="{59879305-1458-094F-BEFB-CDB97A8602F2}" destId="{0831BC76-3365-8A4D-8C3E-4DD4038029D8}" srcOrd="6" destOrd="0" presId="urn:microsoft.com/office/officeart/2005/8/layout/list1"/>
    <dgm:cxn modelId="{662A1CBC-1B76-2948-9864-7560B7E18CDF}" type="presParOf" srcId="{59879305-1458-094F-BEFB-CDB97A8602F2}" destId="{95491939-E9B6-1F4F-9E6B-A6597C3493CE}" srcOrd="7" destOrd="0" presId="urn:microsoft.com/office/officeart/2005/8/layout/list1"/>
    <dgm:cxn modelId="{F0BD3F8E-42A4-0540-A567-8ED1876A9665}" type="presParOf" srcId="{59879305-1458-094F-BEFB-CDB97A8602F2}" destId="{4E15F2D6-224F-8A48-A264-332F0658E04D}" srcOrd="8" destOrd="0" presId="urn:microsoft.com/office/officeart/2005/8/layout/list1"/>
    <dgm:cxn modelId="{E9DD531E-55ED-C945-9BF8-F213FB44ECD6}" type="presParOf" srcId="{4E15F2D6-224F-8A48-A264-332F0658E04D}" destId="{CCE95D09-F88C-FA43-98F2-5ACA9945E575}" srcOrd="0" destOrd="0" presId="urn:microsoft.com/office/officeart/2005/8/layout/list1"/>
    <dgm:cxn modelId="{6E230D06-9BEE-654C-9114-C96563CC1839}" type="presParOf" srcId="{4E15F2D6-224F-8A48-A264-332F0658E04D}" destId="{113B5DB8-6ED4-6647-8BC9-88BB05966695}" srcOrd="1" destOrd="0" presId="urn:microsoft.com/office/officeart/2005/8/layout/list1"/>
    <dgm:cxn modelId="{2057FEDA-B848-AA4B-9D31-5BDEB1529460}" type="presParOf" srcId="{59879305-1458-094F-BEFB-CDB97A8602F2}" destId="{5F455C60-CFCA-014C-B2DC-96343BFC7C6D}" srcOrd="9" destOrd="0" presId="urn:microsoft.com/office/officeart/2005/8/layout/list1"/>
    <dgm:cxn modelId="{8083A5EA-5105-5349-8828-C97459B6B881}" type="presParOf" srcId="{59879305-1458-094F-BEFB-CDB97A8602F2}" destId="{FAB381AC-C529-6C4D-8C37-917F5E4B49E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3984B2-3990-4FC6-8B5E-C532850A9C8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AD5235D-2CB0-4823-BDCB-328CF65F96EE}">
      <dgm:prSet/>
      <dgm:spPr/>
      <dgm:t>
        <a:bodyPr/>
        <a:lstStyle/>
        <a:p>
          <a:r>
            <a:rPr lang="en-MY"/>
            <a:t>Fear of change or job displacement</a:t>
          </a:r>
          <a:endParaRPr lang="en-US"/>
        </a:p>
      </dgm:t>
    </dgm:pt>
    <dgm:pt modelId="{BAB16D11-87CE-4911-BF81-8FBA3AE7A8C2}" type="parTrans" cxnId="{5C99137A-1B31-487C-88A2-A15CCA5B43BF}">
      <dgm:prSet/>
      <dgm:spPr/>
      <dgm:t>
        <a:bodyPr/>
        <a:lstStyle/>
        <a:p>
          <a:endParaRPr lang="en-US"/>
        </a:p>
      </dgm:t>
    </dgm:pt>
    <dgm:pt modelId="{FE3FBD9F-74C5-455A-BEC8-DFAEFD3F04A2}" type="sibTrans" cxnId="{5C99137A-1B31-487C-88A2-A15CCA5B43BF}">
      <dgm:prSet/>
      <dgm:spPr/>
      <dgm:t>
        <a:bodyPr/>
        <a:lstStyle/>
        <a:p>
          <a:endParaRPr lang="en-US"/>
        </a:p>
      </dgm:t>
    </dgm:pt>
    <dgm:pt modelId="{7C00C9F3-3D11-4729-8AD3-38B8CE7D4411}">
      <dgm:prSet/>
      <dgm:spPr/>
      <dgm:t>
        <a:bodyPr/>
        <a:lstStyle/>
        <a:p>
          <a:r>
            <a:rPr lang="en-MY"/>
            <a:t>Privacy/security concerns</a:t>
          </a:r>
          <a:endParaRPr lang="en-US"/>
        </a:p>
      </dgm:t>
    </dgm:pt>
    <dgm:pt modelId="{AF50C89D-7E28-401F-8581-70B2F8E3BB2A}" type="parTrans" cxnId="{7042F27A-787E-48C8-9424-84C4B6FDFEC5}">
      <dgm:prSet/>
      <dgm:spPr/>
      <dgm:t>
        <a:bodyPr/>
        <a:lstStyle/>
        <a:p>
          <a:endParaRPr lang="en-US"/>
        </a:p>
      </dgm:t>
    </dgm:pt>
    <dgm:pt modelId="{F7D1AA81-0252-4757-9650-BE8855E18F28}" type="sibTrans" cxnId="{7042F27A-787E-48C8-9424-84C4B6FDFEC5}">
      <dgm:prSet/>
      <dgm:spPr/>
      <dgm:t>
        <a:bodyPr/>
        <a:lstStyle/>
        <a:p>
          <a:endParaRPr lang="en-US"/>
        </a:p>
      </dgm:t>
    </dgm:pt>
    <dgm:pt modelId="{74B0FF4E-E255-4772-9BD7-29A0E3290DB0}">
      <dgm:prSet/>
      <dgm:spPr/>
      <dgm:t>
        <a:bodyPr/>
        <a:lstStyle/>
        <a:p>
          <a:r>
            <a:rPr lang="en-MY"/>
            <a:t>Lack of perceived benefit</a:t>
          </a:r>
          <a:endParaRPr lang="en-US"/>
        </a:p>
      </dgm:t>
    </dgm:pt>
    <dgm:pt modelId="{18D3532F-993D-4F97-95BA-68A52751AA1F}" type="parTrans" cxnId="{5FEA94FA-0A52-485C-A77A-0D6BC7D1A988}">
      <dgm:prSet/>
      <dgm:spPr/>
      <dgm:t>
        <a:bodyPr/>
        <a:lstStyle/>
        <a:p>
          <a:endParaRPr lang="en-US"/>
        </a:p>
      </dgm:t>
    </dgm:pt>
    <dgm:pt modelId="{A0CA4801-32F8-40D5-8627-DC02555C5CBA}" type="sibTrans" cxnId="{5FEA94FA-0A52-485C-A77A-0D6BC7D1A988}">
      <dgm:prSet/>
      <dgm:spPr/>
      <dgm:t>
        <a:bodyPr/>
        <a:lstStyle/>
        <a:p>
          <a:endParaRPr lang="en-US"/>
        </a:p>
      </dgm:t>
    </dgm:pt>
    <dgm:pt modelId="{26C9988B-FDEB-43F5-8784-99C7CC8A4F15}">
      <dgm:prSet/>
      <dgm:spPr/>
      <dgm:t>
        <a:bodyPr/>
        <a:lstStyle/>
        <a:p>
          <a:r>
            <a:rPr lang="en-MY"/>
            <a:t>Generational resistance (e.g., older adults)</a:t>
          </a:r>
          <a:endParaRPr lang="en-US"/>
        </a:p>
      </dgm:t>
    </dgm:pt>
    <dgm:pt modelId="{2EC9F3B9-CAC9-4DFE-A93A-6A9E9EC977D6}" type="parTrans" cxnId="{FF7685B7-738B-4A85-920D-EC4AD6EC11A4}">
      <dgm:prSet/>
      <dgm:spPr/>
      <dgm:t>
        <a:bodyPr/>
        <a:lstStyle/>
        <a:p>
          <a:endParaRPr lang="en-US"/>
        </a:p>
      </dgm:t>
    </dgm:pt>
    <dgm:pt modelId="{C19CC52D-C0F4-4941-96DF-5939149685DC}" type="sibTrans" cxnId="{FF7685B7-738B-4A85-920D-EC4AD6EC11A4}">
      <dgm:prSet/>
      <dgm:spPr/>
      <dgm:t>
        <a:bodyPr/>
        <a:lstStyle/>
        <a:p>
          <a:endParaRPr lang="en-US"/>
        </a:p>
      </dgm:t>
    </dgm:pt>
    <dgm:pt modelId="{7877270A-F232-B443-B8F6-76D48E94EC12}" type="pres">
      <dgm:prSet presAssocID="{8B3984B2-3990-4FC6-8B5E-C532850A9C86}" presName="linear" presStyleCnt="0">
        <dgm:presLayoutVars>
          <dgm:animLvl val="lvl"/>
          <dgm:resizeHandles val="exact"/>
        </dgm:presLayoutVars>
      </dgm:prSet>
      <dgm:spPr/>
    </dgm:pt>
    <dgm:pt modelId="{55D00293-D23B-414E-A5CA-74D2A83E0C6B}" type="pres">
      <dgm:prSet presAssocID="{BAD5235D-2CB0-4823-BDCB-328CF65F96E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D361A33-F5BA-2B43-8022-D341869714E1}" type="pres">
      <dgm:prSet presAssocID="{FE3FBD9F-74C5-455A-BEC8-DFAEFD3F04A2}" presName="spacer" presStyleCnt="0"/>
      <dgm:spPr/>
    </dgm:pt>
    <dgm:pt modelId="{2C216485-19B6-8340-AF23-4A159BA72B3E}" type="pres">
      <dgm:prSet presAssocID="{7C00C9F3-3D11-4729-8AD3-38B8CE7D441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184A961-C6B6-9448-99A0-468E5636F8DD}" type="pres">
      <dgm:prSet presAssocID="{F7D1AA81-0252-4757-9650-BE8855E18F28}" presName="spacer" presStyleCnt="0"/>
      <dgm:spPr/>
    </dgm:pt>
    <dgm:pt modelId="{896CF6B2-02F8-0546-8F02-82C07406EE2F}" type="pres">
      <dgm:prSet presAssocID="{74B0FF4E-E255-4772-9BD7-29A0E3290DB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692563E-173F-E84C-BD45-0E4DE375F2A1}" type="pres">
      <dgm:prSet presAssocID="{A0CA4801-32F8-40D5-8627-DC02555C5CBA}" presName="spacer" presStyleCnt="0"/>
      <dgm:spPr/>
    </dgm:pt>
    <dgm:pt modelId="{7619083C-1B11-3E48-BF79-A60F88C6F6D6}" type="pres">
      <dgm:prSet presAssocID="{26C9988B-FDEB-43F5-8784-99C7CC8A4F1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FB5E91E-3616-4D4B-827F-1D4AEF173CF4}" type="presOf" srcId="{26C9988B-FDEB-43F5-8784-99C7CC8A4F15}" destId="{7619083C-1B11-3E48-BF79-A60F88C6F6D6}" srcOrd="0" destOrd="0" presId="urn:microsoft.com/office/officeart/2005/8/layout/vList2"/>
    <dgm:cxn modelId="{D604A85F-5186-064A-BC8B-63AA337B0259}" type="presOf" srcId="{8B3984B2-3990-4FC6-8B5E-C532850A9C86}" destId="{7877270A-F232-B443-B8F6-76D48E94EC12}" srcOrd="0" destOrd="0" presId="urn:microsoft.com/office/officeart/2005/8/layout/vList2"/>
    <dgm:cxn modelId="{5C99137A-1B31-487C-88A2-A15CCA5B43BF}" srcId="{8B3984B2-3990-4FC6-8B5E-C532850A9C86}" destId="{BAD5235D-2CB0-4823-BDCB-328CF65F96EE}" srcOrd="0" destOrd="0" parTransId="{BAB16D11-87CE-4911-BF81-8FBA3AE7A8C2}" sibTransId="{FE3FBD9F-74C5-455A-BEC8-DFAEFD3F04A2}"/>
    <dgm:cxn modelId="{7042F27A-787E-48C8-9424-84C4B6FDFEC5}" srcId="{8B3984B2-3990-4FC6-8B5E-C532850A9C86}" destId="{7C00C9F3-3D11-4729-8AD3-38B8CE7D4411}" srcOrd="1" destOrd="0" parTransId="{AF50C89D-7E28-401F-8581-70B2F8E3BB2A}" sibTransId="{F7D1AA81-0252-4757-9650-BE8855E18F28}"/>
    <dgm:cxn modelId="{2A7B58A6-3DE0-D14C-9DB0-50BD4D3E4A38}" type="presOf" srcId="{74B0FF4E-E255-4772-9BD7-29A0E3290DB0}" destId="{896CF6B2-02F8-0546-8F02-82C07406EE2F}" srcOrd="0" destOrd="0" presId="urn:microsoft.com/office/officeart/2005/8/layout/vList2"/>
    <dgm:cxn modelId="{FF7685B7-738B-4A85-920D-EC4AD6EC11A4}" srcId="{8B3984B2-3990-4FC6-8B5E-C532850A9C86}" destId="{26C9988B-FDEB-43F5-8784-99C7CC8A4F15}" srcOrd="3" destOrd="0" parTransId="{2EC9F3B9-CAC9-4DFE-A93A-6A9E9EC977D6}" sibTransId="{C19CC52D-C0F4-4941-96DF-5939149685DC}"/>
    <dgm:cxn modelId="{739680D2-4025-D04F-8FE8-EAA6DDFF26EA}" type="presOf" srcId="{7C00C9F3-3D11-4729-8AD3-38B8CE7D4411}" destId="{2C216485-19B6-8340-AF23-4A159BA72B3E}" srcOrd="0" destOrd="0" presId="urn:microsoft.com/office/officeart/2005/8/layout/vList2"/>
    <dgm:cxn modelId="{26ED5BF9-BABD-624E-86DF-3BE1912606FC}" type="presOf" srcId="{BAD5235D-2CB0-4823-BDCB-328CF65F96EE}" destId="{55D00293-D23B-414E-A5CA-74D2A83E0C6B}" srcOrd="0" destOrd="0" presId="urn:microsoft.com/office/officeart/2005/8/layout/vList2"/>
    <dgm:cxn modelId="{5FEA94FA-0A52-485C-A77A-0D6BC7D1A988}" srcId="{8B3984B2-3990-4FC6-8B5E-C532850A9C86}" destId="{74B0FF4E-E255-4772-9BD7-29A0E3290DB0}" srcOrd="2" destOrd="0" parTransId="{18D3532F-993D-4F97-95BA-68A52751AA1F}" sibTransId="{A0CA4801-32F8-40D5-8627-DC02555C5CBA}"/>
    <dgm:cxn modelId="{55A90D63-B4E8-594E-9B99-07C555FD7CD2}" type="presParOf" srcId="{7877270A-F232-B443-B8F6-76D48E94EC12}" destId="{55D00293-D23B-414E-A5CA-74D2A83E0C6B}" srcOrd="0" destOrd="0" presId="urn:microsoft.com/office/officeart/2005/8/layout/vList2"/>
    <dgm:cxn modelId="{1FB8E76F-938C-8F4A-BFB8-12E5BEDDDDE7}" type="presParOf" srcId="{7877270A-F232-B443-B8F6-76D48E94EC12}" destId="{BD361A33-F5BA-2B43-8022-D341869714E1}" srcOrd="1" destOrd="0" presId="urn:microsoft.com/office/officeart/2005/8/layout/vList2"/>
    <dgm:cxn modelId="{DAC5FB75-BF32-A446-B057-D0B79DFE6900}" type="presParOf" srcId="{7877270A-F232-B443-B8F6-76D48E94EC12}" destId="{2C216485-19B6-8340-AF23-4A159BA72B3E}" srcOrd="2" destOrd="0" presId="urn:microsoft.com/office/officeart/2005/8/layout/vList2"/>
    <dgm:cxn modelId="{F67E6E55-2773-E843-BB7D-8C18D5F0F2A4}" type="presParOf" srcId="{7877270A-F232-B443-B8F6-76D48E94EC12}" destId="{A184A961-C6B6-9448-99A0-468E5636F8DD}" srcOrd="3" destOrd="0" presId="urn:microsoft.com/office/officeart/2005/8/layout/vList2"/>
    <dgm:cxn modelId="{01950DD1-2F66-2E4E-BC70-B2A563BA6095}" type="presParOf" srcId="{7877270A-F232-B443-B8F6-76D48E94EC12}" destId="{896CF6B2-02F8-0546-8F02-82C07406EE2F}" srcOrd="4" destOrd="0" presId="urn:microsoft.com/office/officeart/2005/8/layout/vList2"/>
    <dgm:cxn modelId="{F52CFBF6-2DA0-B34C-851A-7522A1EB4C81}" type="presParOf" srcId="{7877270A-F232-B443-B8F6-76D48E94EC12}" destId="{D692563E-173F-E84C-BD45-0E4DE375F2A1}" srcOrd="5" destOrd="0" presId="urn:microsoft.com/office/officeart/2005/8/layout/vList2"/>
    <dgm:cxn modelId="{9B55A9A8-9B99-9F4E-8FE2-060B5354DD26}" type="presParOf" srcId="{7877270A-F232-B443-B8F6-76D48E94EC12}" destId="{7619083C-1B11-3E48-BF79-A60F88C6F6D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6FAAE84-D57B-4AA4-8FB2-0CE287B1E31E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EFBB540-D536-4816-AAFB-5647F041CF52}">
      <dgm:prSet/>
      <dgm:spPr/>
      <dgm:t>
        <a:bodyPr/>
        <a:lstStyle/>
        <a:p>
          <a:r>
            <a:rPr lang="en-MY"/>
            <a:t>Awareness campaigns</a:t>
          </a:r>
          <a:endParaRPr lang="en-US"/>
        </a:p>
      </dgm:t>
    </dgm:pt>
    <dgm:pt modelId="{72B8A389-38C9-4C37-8EC3-228F257AEFB8}" type="parTrans" cxnId="{0E25B817-8400-4E8F-94C9-C58B6933DF43}">
      <dgm:prSet/>
      <dgm:spPr/>
      <dgm:t>
        <a:bodyPr/>
        <a:lstStyle/>
        <a:p>
          <a:endParaRPr lang="en-US"/>
        </a:p>
      </dgm:t>
    </dgm:pt>
    <dgm:pt modelId="{4CE1AAEC-A0D2-451A-9F95-8394614D9237}" type="sibTrans" cxnId="{0E25B817-8400-4E8F-94C9-C58B6933DF43}">
      <dgm:prSet/>
      <dgm:spPr/>
      <dgm:t>
        <a:bodyPr/>
        <a:lstStyle/>
        <a:p>
          <a:endParaRPr lang="en-US"/>
        </a:p>
      </dgm:t>
    </dgm:pt>
    <dgm:pt modelId="{40417AB9-059A-49A7-BFE9-7D48265FB16E}">
      <dgm:prSet/>
      <dgm:spPr/>
      <dgm:t>
        <a:bodyPr/>
        <a:lstStyle/>
        <a:p>
          <a:r>
            <a:rPr lang="en-MY"/>
            <a:t>User-friendly design</a:t>
          </a:r>
          <a:endParaRPr lang="en-US"/>
        </a:p>
      </dgm:t>
    </dgm:pt>
    <dgm:pt modelId="{DFE615E3-433E-4795-B5A7-B4382B99AD85}" type="parTrans" cxnId="{2AEFDEDB-931F-48A5-9DCC-5271065D2069}">
      <dgm:prSet/>
      <dgm:spPr/>
      <dgm:t>
        <a:bodyPr/>
        <a:lstStyle/>
        <a:p>
          <a:endParaRPr lang="en-US"/>
        </a:p>
      </dgm:t>
    </dgm:pt>
    <dgm:pt modelId="{842D4804-EB60-4316-916B-B2C5456AC122}" type="sibTrans" cxnId="{2AEFDEDB-931F-48A5-9DCC-5271065D2069}">
      <dgm:prSet/>
      <dgm:spPr/>
      <dgm:t>
        <a:bodyPr/>
        <a:lstStyle/>
        <a:p>
          <a:endParaRPr lang="en-US"/>
        </a:p>
      </dgm:t>
    </dgm:pt>
    <dgm:pt modelId="{81546346-B7F5-46DB-B692-5F6B97061202}">
      <dgm:prSet/>
      <dgm:spPr/>
      <dgm:t>
        <a:bodyPr/>
        <a:lstStyle/>
        <a:p>
          <a:r>
            <a:rPr lang="en-MY" dirty="0"/>
            <a:t>Inclusive onboarding processes/programs</a:t>
          </a:r>
          <a:endParaRPr lang="en-US" dirty="0"/>
        </a:p>
      </dgm:t>
    </dgm:pt>
    <dgm:pt modelId="{FD7424D8-F62D-4C00-AB39-EBFD4C64C825}" type="parTrans" cxnId="{28D202D9-82F5-46BE-8DEC-AF5993744C11}">
      <dgm:prSet/>
      <dgm:spPr/>
      <dgm:t>
        <a:bodyPr/>
        <a:lstStyle/>
        <a:p>
          <a:endParaRPr lang="en-US"/>
        </a:p>
      </dgm:t>
    </dgm:pt>
    <dgm:pt modelId="{E6B4E093-44AF-43A7-82A0-587E6C887421}" type="sibTrans" cxnId="{28D202D9-82F5-46BE-8DEC-AF5993744C11}">
      <dgm:prSet/>
      <dgm:spPr/>
      <dgm:t>
        <a:bodyPr/>
        <a:lstStyle/>
        <a:p>
          <a:endParaRPr lang="en-US"/>
        </a:p>
      </dgm:t>
    </dgm:pt>
    <dgm:pt modelId="{FDD1DEF0-0FF3-4B2F-A1C8-21B962885517}">
      <dgm:prSet/>
      <dgm:spPr/>
      <dgm:t>
        <a:bodyPr/>
        <a:lstStyle/>
        <a:p>
          <a:r>
            <a:rPr lang="en-MY" dirty="0"/>
            <a:t>Demonstrating real-life/tangible benefits</a:t>
          </a:r>
          <a:endParaRPr lang="en-US" dirty="0"/>
        </a:p>
      </dgm:t>
    </dgm:pt>
    <dgm:pt modelId="{49F92EC2-C72E-4F4B-8DDB-B50FDA546764}" type="parTrans" cxnId="{E8F9CEB9-9BEC-4FBC-868D-9151B6DA7C55}">
      <dgm:prSet/>
      <dgm:spPr/>
      <dgm:t>
        <a:bodyPr/>
        <a:lstStyle/>
        <a:p>
          <a:endParaRPr lang="en-US"/>
        </a:p>
      </dgm:t>
    </dgm:pt>
    <dgm:pt modelId="{9FF01135-B8DA-4641-9B81-7483868D4776}" type="sibTrans" cxnId="{E8F9CEB9-9BEC-4FBC-868D-9151B6DA7C55}">
      <dgm:prSet/>
      <dgm:spPr/>
      <dgm:t>
        <a:bodyPr/>
        <a:lstStyle/>
        <a:p>
          <a:endParaRPr lang="en-US"/>
        </a:p>
      </dgm:t>
    </dgm:pt>
    <dgm:pt modelId="{C42765C8-3771-2241-971B-0C45D3F88515}" type="pres">
      <dgm:prSet presAssocID="{D6FAAE84-D57B-4AA4-8FB2-0CE287B1E31E}" presName="matrix" presStyleCnt="0">
        <dgm:presLayoutVars>
          <dgm:chMax val="1"/>
          <dgm:dir/>
          <dgm:resizeHandles val="exact"/>
        </dgm:presLayoutVars>
      </dgm:prSet>
      <dgm:spPr/>
    </dgm:pt>
    <dgm:pt modelId="{C893AB9E-0C6C-0E43-BB15-02810759A611}" type="pres">
      <dgm:prSet presAssocID="{D6FAAE84-D57B-4AA4-8FB2-0CE287B1E31E}" presName="diamond" presStyleLbl="bgShp" presStyleIdx="0" presStyleCnt="1"/>
      <dgm:spPr/>
    </dgm:pt>
    <dgm:pt modelId="{10B30936-D764-E049-A23E-90585C064B13}" type="pres">
      <dgm:prSet presAssocID="{D6FAAE84-D57B-4AA4-8FB2-0CE287B1E31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2E808AF-124D-714C-9FD5-FDAC3EF5B133}" type="pres">
      <dgm:prSet presAssocID="{D6FAAE84-D57B-4AA4-8FB2-0CE287B1E31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274C3F8-FD4C-B347-BBF3-F4E70C469D83}" type="pres">
      <dgm:prSet presAssocID="{D6FAAE84-D57B-4AA4-8FB2-0CE287B1E31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0188E7A-845F-CB45-9BF4-0F2B6B52C050}" type="pres">
      <dgm:prSet presAssocID="{D6FAAE84-D57B-4AA4-8FB2-0CE287B1E31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E25B817-8400-4E8F-94C9-C58B6933DF43}" srcId="{D6FAAE84-D57B-4AA4-8FB2-0CE287B1E31E}" destId="{FEFBB540-D536-4816-AAFB-5647F041CF52}" srcOrd="0" destOrd="0" parTransId="{72B8A389-38C9-4C37-8EC3-228F257AEFB8}" sibTransId="{4CE1AAEC-A0D2-451A-9F95-8394614D9237}"/>
    <dgm:cxn modelId="{C69AB863-7B77-B145-B5C8-3DD6EBADEAB4}" type="presOf" srcId="{FEFBB540-D536-4816-AAFB-5647F041CF52}" destId="{10B30936-D764-E049-A23E-90585C064B13}" srcOrd="0" destOrd="0" presId="urn:microsoft.com/office/officeart/2005/8/layout/matrix3"/>
    <dgm:cxn modelId="{3FDC706B-91D7-7A4F-9955-4867B0BCBF3E}" type="presOf" srcId="{FDD1DEF0-0FF3-4B2F-A1C8-21B962885517}" destId="{40188E7A-845F-CB45-9BF4-0F2B6B52C050}" srcOrd="0" destOrd="0" presId="urn:microsoft.com/office/officeart/2005/8/layout/matrix3"/>
    <dgm:cxn modelId="{F315FE7C-B197-314C-896F-6513DDDBC9F2}" type="presOf" srcId="{40417AB9-059A-49A7-BFE9-7D48265FB16E}" destId="{B2E808AF-124D-714C-9FD5-FDAC3EF5B133}" srcOrd="0" destOrd="0" presId="urn:microsoft.com/office/officeart/2005/8/layout/matrix3"/>
    <dgm:cxn modelId="{A5FE2C7E-DD6F-CD4C-ACD1-E719B56710CF}" type="presOf" srcId="{81546346-B7F5-46DB-B692-5F6B97061202}" destId="{B274C3F8-FD4C-B347-BBF3-F4E70C469D83}" srcOrd="0" destOrd="0" presId="urn:microsoft.com/office/officeart/2005/8/layout/matrix3"/>
    <dgm:cxn modelId="{6FE4248E-117D-E749-A39D-BF5CD076956B}" type="presOf" srcId="{D6FAAE84-D57B-4AA4-8FB2-0CE287B1E31E}" destId="{C42765C8-3771-2241-971B-0C45D3F88515}" srcOrd="0" destOrd="0" presId="urn:microsoft.com/office/officeart/2005/8/layout/matrix3"/>
    <dgm:cxn modelId="{E8F9CEB9-9BEC-4FBC-868D-9151B6DA7C55}" srcId="{D6FAAE84-D57B-4AA4-8FB2-0CE287B1E31E}" destId="{FDD1DEF0-0FF3-4B2F-A1C8-21B962885517}" srcOrd="3" destOrd="0" parTransId="{49F92EC2-C72E-4F4B-8DDB-B50FDA546764}" sibTransId="{9FF01135-B8DA-4641-9B81-7483868D4776}"/>
    <dgm:cxn modelId="{28D202D9-82F5-46BE-8DEC-AF5993744C11}" srcId="{D6FAAE84-D57B-4AA4-8FB2-0CE287B1E31E}" destId="{81546346-B7F5-46DB-B692-5F6B97061202}" srcOrd="2" destOrd="0" parTransId="{FD7424D8-F62D-4C00-AB39-EBFD4C64C825}" sibTransId="{E6B4E093-44AF-43A7-82A0-587E6C887421}"/>
    <dgm:cxn modelId="{2AEFDEDB-931F-48A5-9DCC-5271065D2069}" srcId="{D6FAAE84-D57B-4AA4-8FB2-0CE287B1E31E}" destId="{40417AB9-059A-49A7-BFE9-7D48265FB16E}" srcOrd="1" destOrd="0" parTransId="{DFE615E3-433E-4795-B5A7-B4382B99AD85}" sibTransId="{842D4804-EB60-4316-916B-B2C5456AC122}"/>
    <dgm:cxn modelId="{3759E173-A737-0A4F-BB77-91830A0B62E2}" type="presParOf" srcId="{C42765C8-3771-2241-971B-0C45D3F88515}" destId="{C893AB9E-0C6C-0E43-BB15-02810759A611}" srcOrd="0" destOrd="0" presId="urn:microsoft.com/office/officeart/2005/8/layout/matrix3"/>
    <dgm:cxn modelId="{46212A94-FA52-3244-A96B-7F234C573992}" type="presParOf" srcId="{C42765C8-3771-2241-971B-0C45D3F88515}" destId="{10B30936-D764-E049-A23E-90585C064B13}" srcOrd="1" destOrd="0" presId="urn:microsoft.com/office/officeart/2005/8/layout/matrix3"/>
    <dgm:cxn modelId="{1BA1C1F1-EA74-C348-8B53-4E5592D4462E}" type="presParOf" srcId="{C42765C8-3771-2241-971B-0C45D3F88515}" destId="{B2E808AF-124D-714C-9FD5-FDAC3EF5B133}" srcOrd="2" destOrd="0" presId="urn:microsoft.com/office/officeart/2005/8/layout/matrix3"/>
    <dgm:cxn modelId="{6B6C1CA6-72D0-1645-BE68-D09A8FD0ABFB}" type="presParOf" srcId="{C42765C8-3771-2241-971B-0C45D3F88515}" destId="{B274C3F8-FD4C-B347-BBF3-F4E70C469D83}" srcOrd="3" destOrd="0" presId="urn:microsoft.com/office/officeart/2005/8/layout/matrix3"/>
    <dgm:cxn modelId="{F5DD3993-925B-3643-BC1A-405162478BD1}" type="presParOf" srcId="{C42765C8-3771-2241-971B-0C45D3F88515}" destId="{40188E7A-845F-CB45-9BF4-0F2B6B52C05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ED2F64-F451-4C31-B651-62FA95553B61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3FCCAEC-28AD-4373-A07F-A0E86432C2C6}">
      <dgm:prSet/>
      <dgm:spPr/>
      <dgm:t>
        <a:bodyPr/>
        <a:lstStyle/>
        <a:p>
          <a:r>
            <a:rPr lang="en-MY" b="1" dirty="0">
              <a:solidFill>
                <a:srgbClr val="C00000"/>
              </a:solidFill>
            </a:rPr>
            <a:t>Accessibility</a:t>
          </a:r>
          <a:r>
            <a:rPr lang="en-MY" dirty="0"/>
            <a:t> enables access.</a:t>
          </a:r>
          <a:endParaRPr lang="en-US" dirty="0"/>
        </a:p>
      </dgm:t>
    </dgm:pt>
    <dgm:pt modelId="{2BBD39CD-0972-4148-891B-90BAC4B7C842}" type="parTrans" cxnId="{4B6E7F11-E6BF-4EFC-8B15-D70CA3DF4EDF}">
      <dgm:prSet/>
      <dgm:spPr/>
      <dgm:t>
        <a:bodyPr/>
        <a:lstStyle/>
        <a:p>
          <a:endParaRPr lang="en-US"/>
        </a:p>
      </dgm:t>
    </dgm:pt>
    <dgm:pt modelId="{49FBB17D-38FE-4D25-96A4-4DBFF453FE00}" type="sibTrans" cxnId="{4B6E7F11-E6BF-4EFC-8B15-D70CA3DF4EDF}">
      <dgm:prSet/>
      <dgm:spPr/>
      <dgm:t>
        <a:bodyPr/>
        <a:lstStyle/>
        <a:p>
          <a:endParaRPr lang="en-US"/>
        </a:p>
      </dgm:t>
    </dgm:pt>
    <dgm:pt modelId="{51DD4719-CD1B-4AB8-8547-8D6C06EC79EF}">
      <dgm:prSet/>
      <dgm:spPr/>
      <dgm:t>
        <a:bodyPr/>
        <a:lstStyle/>
        <a:p>
          <a:r>
            <a:rPr lang="en-MY" b="1" dirty="0">
              <a:solidFill>
                <a:srgbClr val="C00000"/>
              </a:solidFill>
            </a:rPr>
            <a:t>Literacy</a:t>
          </a:r>
          <a:r>
            <a:rPr lang="en-MY" dirty="0"/>
            <a:t> empowers usage.</a:t>
          </a:r>
          <a:endParaRPr lang="en-US" dirty="0"/>
        </a:p>
      </dgm:t>
    </dgm:pt>
    <dgm:pt modelId="{13E4A52C-0679-4CE8-8A7C-8504DDA101A7}" type="parTrans" cxnId="{6D66C4E4-E259-4943-8B0C-D909D4134E1D}">
      <dgm:prSet/>
      <dgm:spPr/>
      <dgm:t>
        <a:bodyPr/>
        <a:lstStyle/>
        <a:p>
          <a:endParaRPr lang="en-US"/>
        </a:p>
      </dgm:t>
    </dgm:pt>
    <dgm:pt modelId="{B7ECC5CD-AA54-4CF1-8AA3-069AA0FB1A72}" type="sibTrans" cxnId="{6D66C4E4-E259-4943-8B0C-D909D4134E1D}">
      <dgm:prSet/>
      <dgm:spPr/>
      <dgm:t>
        <a:bodyPr/>
        <a:lstStyle/>
        <a:p>
          <a:endParaRPr lang="en-US"/>
        </a:p>
      </dgm:t>
    </dgm:pt>
    <dgm:pt modelId="{2F640B9A-C5BB-4006-A2D7-ABF7C7C7FF93}">
      <dgm:prSet/>
      <dgm:spPr/>
      <dgm:t>
        <a:bodyPr/>
        <a:lstStyle/>
        <a:p>
          <a:r>
            <a:rPr lang="en-MY" b="1" dirty="0">
              <a:solidFill>
                <a:srgbClr val="C00000"/>
              </a:solidFill>
            </a:rPr>
            <a:t>Acceptance</a:t>
          </a:r>
          <a:r>
            <a:rPr lang="en-MY" dirty="0"/>
            <a:t> ensures engagement.</a:t>
          </a:r>
          <a:endParaRPr lang="en-US" dirty="0"/>
        </a:p>
      </dgm:t>
    </dgm:pt>
    <dgm:pt modelId="{49F61C2A-F759-4300-B4E5-CD1ABED3DF06}" type="parTrans" cxnId="{EF7F112B-D543-4A86-A84B-025630B1042A}">
      <dgm:prSet/>
      <dgm:spPr/>
      <dgm:t>
        <a:bodyPr/>
        <a:lstStyle/>
        <a:p>
          <a:endParaRPr lang="en-US"/>
        </a:p>
      </dgm:t>
    </dgm:pt>
    <dgm:pt modelId="{CC17736B-7AA5-450A-8E77-65941C683BF8}" type="sibTrans" cxnId="{EF7F112B-D543-4A86-A84B-025630B1042A}">
      <dgm:prSet/>
      <dgm:spPr/>
      <dgm:t>
        <a:bodyPr/>
        <a:lstStyle/>
        <a:p>
          <a:endParaRPr lang="en-US"/>
        </a:p>
      </dgm:t>
    </dgm:pt>
    <dgm:pt modelId="{D964A963-294E-2A4D-8F6F-8EE92962B4CC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All THREE must work together for inclusion</a:t>
          </a:r>
        </a:p>
      </dgm:t>
    </dgm:pt>
    <dgm:pt modelId="{7801639B-1A24-F24F-8A48-AFAED57A427A}" type="parTrans" cxnId="{C15EC50B-56A0-434E-891E-65DC81FA1AE1}">
      <dgm:prSet/>
      <dgm:spPr/>
      <dgm:t>
        <a:bodyPr/>
        <a:lstStyle/>
        <a:p>
          <a:endParaRPr lang="en-GB"/>
        </a:p>
      </dgm:t>
    </dgm:pt>
    <dgm:pt modelId="{7AED5B59-5B6F-7143-9F41-1D3D97D12837}" type="sibTrans" cxnId="{C15EC50B-56A0-434E-891E-65DC81FA1AE1}">
      <dgm:prSet/>
      <dgm:spPr/>
      <dgm:t>
        <a:bodyPr/>
        <a:lstStyle/>
        <a:p>
          <a:endParaRPr lang="en-GB"/>
        </a:p>
      </dgm:t>
    </dgm:pt>
    <dgm:pt modelId="{D77FE9F0-B3A4-A843-A523-CE1C5C972C36}" type="pres">
      <dgm:prSet presAssocID="{2AED2F64-F451-4C31-B651-62FA95553B61}" presName="vert0" presStyleCnt="0">
        <dgm:presLayoutVars>
          <dgm:dir/>
          <dgm:animOne val="branch"/>
          <dgm:animLvl val="lvl"/>
        </dgm:presLayoutVars>
      </dgm:prSet>
      <dgm:spPr/>
    </dgm:pt>
    <dgm:pt modelId="{2D38BC25-9835-AA43-A0E8-218998EC5860}" type="pres">
      <dgm:prSet presAssocID="{D964A963-294E-2A4D-8F6F-8EE92962B4CC}" presName="thickLine" presStyleLbl="alignNode1" presStyleIdx="0" presStyleCnt="4"/>
      <dgm:spPr/>
    </dgm:pt>
    <dgm:pt modelId="{14C3FDC3-43CD-8C43-9CB4-E2CA2639759E}" type="pres">
      <dgm:prSet presAssocID="{D964A963-294E-2A4D-8F6F-8EE92962B4CC}" presName="horz1" presStyleCnt="0"/>
      <dgm:spPr/>
    </dgm:pt>
    <dgm:pt modelId="{52E6E661-94DD-9648-A3A6-277BF15CE53F}" type="pres">
      <dgm:prSet presAssocID="{D964A963-294E-2A4D-8F6F-8EE92962B4CC}" presName="tx1" presStyleLbl="revTx" presStyleIdx="0" presStyleCnt="4"/>
      <dgm:spPr/>
    </dgm:pt>
    <dgm:pt modelId="{9D085140-BD6F-7B43-BBC5-43CC58C24BD9}" type="pres">
      <dgm:prSet presAssocID="{D964A963-294E-2A4D-8F6F-8EE92962B4CC}" presName="vert1" presStyleCnt="0"/>
      <dgm:spPr/>
    </dgm:pt>
    <dgm:pt modelId="{8D876516-1855-AE4A-8849-E1DB84EB1553}" type="pres">
      <dgm:prSet presAssocID="{03FCCAEC-28AD-4373-A07F-A0E86432C2C6}" presName="thickLine" presStyleLbl="alignNode1" presStyleIdx="1" presStyleCnt="4"/>
      <dgm:spPr/>
    </dgm:pt>
    <dgm:pt modelId="{DC33114B-EEC7-9245-A914-E38C36BB1817}" type="pres">
      <dgm:prSet presAssocID="{03FCCAEC-28AD-4373-A07F-A0E86432C2C6}" presName="horz1" presStyleCnt="0"/>
      <dgm:spPr/>
    </dgm:pt>
    <dgm:pt modelId="{54F158C8-BAE7-DE42-9D45-79947D5ED571}" type="pres">
      <dgm:prSet presAssocID="{03FCCAEC-28AD-4373-A07F-A0E86432C2C6}" presName="tx1" presStyleLbl="revTx" presStyleIdx="1" presStyleCnt="4" custScaleY="59369"/>
      <dgm:spPr/>
    </dgm:pt>
    <dgm:pt modelId="{94B4A26E-7425-2B49-B4D9-D0FE04E640D1}" type="pres">
      <dgm:prSet presAssocID="{03FCCAEC-28AD-4373-A07F-A0E86432C2C6}" presName="vert1" presStyleCnt="0"/>
      <dgm:spPr/>
    </dgm:pt>
    <dgm:pt modelId="{8666242F-41F9-2241-8510-00036DABB52B}" type="pres">
      <dgm:prSet presAssocID="{51DD4719-CD1B-4AB8-8547-8D6C06EC79EF}" presName="thickLine" presStyleLbl="alignNode1" presStyleIdx="2" presStyleCnt="4"/>
      <dgm:spPr/>
    </dgm:pt>
    <dgm:pt modelId="{8FC3D99A-A2EE-DD4C-B455-42A62BAEC256}" type="pres">
      <dgm:prSet presAssocID="{51DD4719-CD1B-4AB8-8547-8D6C06EC79EF}" presName="horz1" presStyleCnt="0"/>
      <dgm:spPr/>
    </dgm:pt>
    <dgm:pt modelId="{847FF9D0-5ECE-064E-8E0B-9DE04F69AA75}" type="pres">
      <dgm:prSet presAssocID="{51DD4719-CD1B-4AB8-8547-8D6C06EC79EF}" presName="tx1" presStyleLbl="revTx" presStyleIdx="2" presStyleCnt="4"/>
      <dgm:spPr/>
    </dgm:pt>
    <dgm:pt modelId="{D4E853B9-4185-6747-9656-73E664D1973D}" type="pres">
      <dgm:prSet presAssocID="{51DD4719-CD1B-4AB8-8547-8D6C06EC79EF}" presName="vert1" presStyleCnt="0"/>
      <dgm:spPr/>
    </dgm:pt>
    <dgm:pt modelId="{A95E3D9D-418E-8743-8E70-5E9A24DFDD58}" type="pres">
      <dgm:prSet presAssocID="{2F640B9A-C5BB-4006-A2D7-ABF7C7C7FF93}" presName="thickLine" presStyleLbl="alignNode1" presStyleIdx="3" presStyleCnt="4" custLinFactNeighborX="505" custLinFactNeighborY="-71048"/>
      <dgm:spPr/>
    </dgm:pt>
    <dgm:pt modelId="{6B26000D-CD93-7B44-8A0B-979C389F5D40}" type="pres">
      <dgm:prSet presAssocID="{2F640B9A-C5BB-4006-A2D7-ABF7C7C7FF93}" presName="horz1" presStyleCnt="0"/>
      <dgm:spPr/>
    </dgm:pt>
    <dgm:pt modelId="{D5D60EF3-2192-E34E-BA02-EB12C1866936}" type="pres">
      <dgm:prSet presAssocID="{2F640B9A-C5BB-4006-A2D7-ABF7C7C7FF93}" presName="tx1" presStyleLbl="revTx" presStyleIdx="3" presStyleCnt="4" custScaleY="64076" custLinFactNeighborY="-35390"/>
      <dgm:spPr/>
    </dgm:pt>
    <dgm:pt modelId="{916AED84-15B8-0D46-B9AE-75B9D6186BF0}" type="pres">
      <dgm:prSet presAssocID="{2F640B9A-C5BB-4006-A2D7-ABF7C7C7FF93}" presName="vert1" presStyleCnt="0"/>
      <dgm:spPr/>
    </dgm:pt>
  </dgm:ptLst>
  <dgm:cxnLst>
    <dgm:cxn modelId="{C15EC50B-56A0-434E-891E-65DC81FA1AE1}" srcId="{2AED2F64-F451-4C31-B651-62FA95553B61}" destId="{D964A963-294E-2A4D-8F6F-8EE92962B4CC}" srcOrd="0" destOrd="0" parTransId="{7801639B-1A24-F24F-8A48-AFAED57A427A}" sibTransId="{7AED5B59-5B6F-7143-9F41-1D3D97D12837}"/>
    <dgm:cxn modelId="{26DBC30E-2D28-D440-B391-14EAEF96BD8B}" type="presOf" srcId="{03FCCAEC-28AD-4373-A07F-A0E86432C2C6}" destId="{54F158C8-BAE7-DE42-9D45-79947D5ED571}" srcOrd="0" destOrd="0" presId="urn:microsoft.com/office/officeart/2008/layout/LinedList"/>
    <dgm:cxn modelId="{FA2A1D10-F0D6-1545-984C-0177B00A4D80}" type="presOf" srcId="{D964A963-294E-2A4D-8F6F-8EE92962B4CC}" destId="{52E6E661-94DD-9648-A3A6-277BF15CE53F}" srcOrd="0" destOrd="0" presId="urn:microsoft.com/office/officeart/2008/layout/LinedList"/>
    <dgm:cxn modelId="{4B6E7F11-E6BF-4EFC-8B15-D70CA3DF4EDF}" srcId="{2AED2F64-F451-4C31-B651-62FA95553B61}" destId="{03FCCAEC-28AD-4373-A07F-A0E86432C2C6}" srcOrd="1" destOrd="0" parTransId="{2BBD39CD-0972-4148-891B-90BAC4B7C842}" sibTransId="{49FBB17D-38FE-4D25-96A4-4DBFF453FE00}"/>
    <dgm:cxn modelId="{EF7F112B-D543-4A86-A84B-025630B1042A}" srcId="{2AED2F64-F451-4C31-B651-62FA95553B61}" destId="{2F640B9A-C5BB-4006-A2D7-ABF7C7C7FF93}" srcOrd="3" destOrd="0" parTransId="{49F61C2A-F759-4300-B4E5-CD1ABED3DF06}" sibTransId="{CC17736B-7AA5-450A-8E77-65941C683BF8}"/>
    <dgm:cxn modelId="{8961E394-7B7B-1149-855D-FEE31C11024F}" type="presOf" srcId="{51DD4719-CD1B-4AB8-8547-8D6C06EC79EF}" destId="{847FF9D0-5ECE-064E-8E0B-9DE04F69AA75}" srcOrd="0" destOrd="0" presId="urn:microsoft.com/office/officeart/2008/layout/LinedList"/>
    <dgm:cxn modelId="{A1E247D7-2157-7E4F-ADD2-92478872E676}" type="presOf" srcId="{2F640B9A-C5BB-4006-A2D7-ABF7C7C7FF93}" destId="{D5D60EF3-2192-E34E-BA02-EB12C1866936}" srcOrd="0" destOrd="0" presId="urn:microsoft.com/office/officeart/2008/layout/LinedList"/>
    <dgm:cxn modelId="{6D66C4E4-E259-4943-8B0C-D909D4134E1D}" srcId="{2AED2F64-F451-4C31-B651-62FA95553B61}" destId="{51DD4719-CD1B-4AB8-8547-8D6C06EC79EF}" srcOrd="2" destOrd="0" parTransId="{13E4A52C-0679-4CE8-8A7C-8504DDA101A7}" sibTransId="{B7ECC5CD-AA54-4CF1-8AA3-069AA0FB1A72}"/>
    <dgm:cxn modelId="{3955A1F2-BABC-6140-97C2-161B5E453C06}" type="presOf" srcId="{2AED2F64-F451-4C31-B651-62FA95553B61}" destId="{D77FE9F0-B3A4-A843-A523-CE1C5C972C36}" srcOrd="0" destOrd="0" presId="urn:microsoft.com/office/officeart/2008/layout/LinedList"/>
    <dgm:cxn modelId="{D40C7C02-F397-C84C-A98B-2E47B205B034}" type="presParOf" srcId="{D77FE9F0-B3A4-A843-A523-CE1C5C972C36}" destId="{2D38BC25-9835-AA43-A0E8-218998EC5860}" srcOrd="0" destOrd="0" presId="urn:microsoft.com/office/officeart/2008/layout/LinedList"/>
    <dgm:cxn modelId="{DEE92A16-235C-5E44-AC29-20123BB51108}" type="presParOf" srcId="{D77FE9F0-B3A4-A843-A523-CE1C5C972C36}" destId="{14C3FDC3-43CD-8C43-9CB4-E2CA2639759E}" srcOrd="1" destOrd="0" presId="urn:microsoft.com/office/officeart/2008/layout/LinedList"/>
    <dgm:cxn modelId="{E0CE79A8-FF3A-7347-808E-03CC4480DB20}" type="presParOf" srcId="{14C3FDC3-43CD-8C43-9CB4-E2CA2639759E}" destId="{52E6E661-94DD-9648-A3A6-277BF15CE53F}" srcOrd="0" destOrd="0" presId="urn:microsoft.com/office/officeart/2008/layout/LinedList"/>
    <dgm:cxn modelId="{291C4A36-CF5C-F14A-8963-A0E3D24BC0F3}" type="presParOf" srcId="{14C3FDC3-43CD-8C43-9CB4-E2CA2639759E}" destId="{9D085140-BD6F-7B43-BBC5-43CC58C24BD9}" srcOrd="1" destOrd="0" presId="urn:microsoft.com/office/officeart/2008/layout/LinedList"/>
    <dgm:cxn modelId="{EBCD0432-485F-344C-A9C7-C6E477AE5E10}" type="presParOf" srcId="{D77FE9F0-B3A4-A843-A523-CE1C5C972C36}" destId="{8D876516-1855-AE4A-8849-E1DB84EB1553}" srcOrd="2" destOrd="0" presId="urn:microsoft.com/office/officeart/2008/layout/LinedList"/>
    <dgm:cxn modelId="{8162A729-D6B1-0540-A177-5703FA2DF359}" type="presParOf" srcId="{D77FE9F0-B3A4-A843-A523-CE1C5C972C36}" destId="{DC33114B-EEC7-9245-A914-E38C36BB1817}" srcOrd="3" destOrd="0" presId="urn:microsoft.com/office/officeart/2008/layout/LinedList"/>
    <dgm:cxn modelId="{AF26B3EB-F7CB-3142-9539-6AB5D52C787F}" type="presParOf" srcId="{DC33114B-EEC7-9245-A914-E38C36BB1817}" destId="{54F158C8-BAE7-DE42-9D45-79947D5ED571}" srcOrd="0" destOrd="0" presId="urn:microsoft.com/office/officeart/2008/layout/LinedList"/>
    <dgm:cxn modelId="{CF0668F5-0912-D240-894E-CC78BC5F1D09}" type="presParOf" srcId="{DC33114B-EEC7-9245-A914-E38C36BB1817}" destId="{94B4A26E-7425-2B49-B4D9-D0FE04E640D1}" srcOrd="1" destOrd="0" presId="urn:microsoft.com/office/officeart/2008/layout/LinedList"/>
    <dgm:cxn modelId="{C16315F2-6822-3048-A394-2433443BCA94}" type="presParOf" srcId="{D77FE9F0-B3A4-A843-A523-CE1C5C972C36}" destId="{8666242F-41F9-2241-8510-00036DABB52B}" srcOrd="4" destOrd="0" presId="urn:microsoft.com/office/officeart/2008/layout/LinedList"/>
    <dgm:cxn modelId="{B82AB641-885B-8546-B9B8-D59C44D5C7C7}" type="presParOf" srcId="{D77FE9F0-B3A4-A843-A523-CE1C5C972C36}" destId="{8FC3D99A-A2EE-DD4C-B455-42A62BAEC256}" srcOrd="5" destOrd="0" presId="urn:microsoft.com/office/officeart/2008/layout/LinedList"/>
    <dgm:cxn modelId="{D351EC71-431E-2F42-87C9-19FACB04597A}" type="presParOf" srcId="{8FC3D99A-A2EE-DD4C-B455-42A62BAEC256}" destId="{847FF9D0-5ECE-064E-8E0B-9DE04F69AA75}" srcOrd="0" destOrd="0" presId="urn:microsoft.com/office/officeart/2008/layout/LinedList"/>
    <dgm:cxn modelId="{1E3E6F21-9E27-574F-8DA3-F81927245DC0}" type="presParOf" srcId="{8FC3D99A-A2EE-DD4C-B455-42A62BAEC256}" destId="{D4E853B9-4185-6747-9656-73E664D1973D}" srcOrd="1" destOrd="0" presId="urn:microsoft.com/office/officeart/2008/layout/LinedList"/>
    <dgm:cxn modelId="{4D3B61D6-CCA0-8441-95EB-47E12EC620F0}" type="presParOf" srcId="{D77FE9F0-B3A4-A843-A523-CE1C5C972C36}" destId="{A95E3D9D-418E-8743-8E70-5E9A24DFDD58}" srcOrd="6" destOrd="0" presId="urn:microsoft.com/office/officeart/2008/layout/LinedList"/>
    <dgm:cxn modelId="{15910A2B-A8EA-8449-9033-EFA1685940B6}" type="presParOf" srcId="{D77FE9F0-B3A4-A843-A523-CE1C5C972C36}" destId="{6B26000D-CD93-7B44-8A0B-979C389F5D40}" srcOrd="7" destOrd="0" presId="urn:microsoft.com/office/officeart/2008/layout/LinedList"/>
    <dgm:cxn modelId="{63EC6322-0308-494A-B9A0-F96AAC514932}" type="presParOf" srcId="{6B26000D-CD93-7B44-8A0B-979C389F5D40}" destId="{D5D60EF3-2192-E34E-BA02-EB12C1866936}" srcOrd="0" destOrd="0" presId="urn:microsoft.com/office/officeart/2008/layout/LinedList"/>
    <dgm:cxn modelId="{BDF01B90-57CC-A64C-8F3B-EDFD045E58DD}" type="presParOf" srcId="{6B26000D-CD93-7B44-8A0B-979C389F5D40}" destId="{916AED84-15B8-0D46-B9AE-75B9D6186BF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FDD9C27-6A98-4CA7-A287-68A4B9AD407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D5488F2-043F-4D12-85FA-A36058696F0E}">
      <dgm:prSet/>
      <dgm:spPr/>
      <dgm:t>
        <a:bodyPr/>
        <a:lstStyle/>
        <a:p>
          <a:r>
            <a:rPr lang="en-MY"/>
            <a:t>Choose a real-world initiative (e.g., Malaysia’s MyDigital initiative or Estonia’s e-Government model)</a:t>
          </a:r>
          <a:endParaRPr lang="en-US"/>
        </a:p>
      </dgm:t>
    </dgm:pt>
    <dgm:pt modelId="{169A15A6-8A30-481A-A019-E11418BEF8AE}" type="parTrans" cxnId="{9B2810C2-96A5-4308-BA09-F25F78CB35DA}">
      <dgm:prSet/>
      <dgm:spPr/>
      <dgm:t>
        <a:bodyPr/>
        <a:lstStyle/>
        <a:p>
          <a:endParaRPr lang="en-US"/>
        </a:p>
      </dgm:t>
    </dgm:pt>
    <dgm:pt modelId="{EB5E2056-AFF2-4070-B43D-3AEFC81E26BA}" type="sibTrans" cxnId="{9B2810C2-96A5-4308-BA09-F25F78CB35DA}">
      <dgm:prSet/>
      <dgm:spPr/>
      <dgm:t>
        <a:bodyPr/>
        <a:lstStyle/>
        <a:p>
          <a:endParaRPr lang="en-US"/>
        </a:p>
      </dgm:t>
    </dgm:pt>
    <dgm:pt modelId="{4144A70E-11B1-4861-8EF6-9E28622DA649}">
      <dgm:prSet/>
      <dgm:spPr/>
      <dgm:t>
        <a:bodyPr/>
        <a:lstStyle/>
        <a:p>
          <a:r>
            <a:rPr lang="en-MY"/>
            <a:t>Explain how it addresses accessibility, literacy, and acceptance.</a:t>
          </a:r>
          <a:endParaRPr lang="en-US"/>
        </a:p>
      </dgm:t>
    </dgm:pt>
    <dgm:pt modelId="{DB8AA37A-186A-4F62-9175-C9DF8840FA19}" type="parTrans" cxnId="{9C27A942-2582-4ADD-A6C2-2A72E24CF6BD}">
      <dgm:prSet/>
      <dgm:spPr/>
      <dgm:t>
        <a:bodyPr/>
        <a:lstStyle/>
        <a:p>
          <a:endParaRPr lang="en-US"/>
        </a:p>
      </dgm:t>
    </dgm:pt>
    <dgm:pt modelId="{677E071E-E8B7-4B57-B8CA-65244FE87BAA}" type="sibTrans" cxnId="{9C27A942-2582-4ADD-A6C2-2A72E24CF6BD}">
      <dgm:prSet/>
      <dgm:spPr/>
      <dgm:t>
        <a:bodyPr/>
        <a:lstStyle/>
        <a:p>
          <a:endParaRPr lang="en-US"/>
        </a:p>
      </dgm:t>
    </dgm:pt>
    <dgm:pt modelId="{9F8CD358-6083-BD49-92F8-33C4CA2BDC73}" type="pres">
      <dgm:prSet presAssocID="{FFDD9C27-6A98-4CA7-A287-68A4B9AD4071}" presName="linear" presStyleCnt="0">
        <dgm:presLayoutVars>
          <dgm:animLvl val="lvl"/>
          <dgm:resizeHandles val="exact"/>
        </dgm:presLayoutVars>
      </dgm:prSet>
      <dgm:spPr/>
    </dgm:pt>
    <dgm:pt modelId="{51083632-307A-864F-B27F-74170F2174F0}" type="pres">
      <dgm:prSet presAssocID="{4D5488F2-043F-4D12-85FA-A36058696F0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15EB6B1-0E6B-EE4D-8A6F-9B8F554F46AC}" type="pres">
      <dgm:prSet presAssocID="{EB5E2056-AFF2-4070-B43D-3AEFC81E26BA}" presName="spacer" presStyleCnt="0"/>
      <dgm:spPr/>
    </dgm:pt>
    <dgm:pt modelId="{D9D7435D-4924-B441-B729-C1CF3CA23BC5}" type="pres">
      <dgm:prSet presAssocID="{4144A70E-11B1-4861-8EF6-9E28622DA64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A0DD60C-8FF4-BB45-A049-C5D41DB120A9}" type="presOf" srcId="{4D5488F2-043F-4D12-85FA-A36058696F0E}" destId="{51083632-307A-864F-B27F-74170F2174F0}" srcOrd="0" destOrd="0" presId="urn:microsoft.com/office/officeart/2005/8/layout/vList2"/>
    <dgm:cxn modelId="{9C27A942-2582-4ADD-A6C2-2A72E24CF6BD}" srcId="{FFDD9C27-6A98-4CA7-A287-68A4B9AD4071}" destId="{4144A70E-11B1-4861-8EF6-9E28622DA649}" srcOrd="1" destOrd="0" parTransId="{DB8AA37A-186A-4F62-9175-C9DF8840FA19}" sibTransId="{677E071E-E8B7-4B57-B8CA-65244FE87BAA}"/>
    <dgm:cxn modelId="{9B2810C2-96A5-4308-BA09-F25F78CB35DA}" srcId="{FFDD9C27-6A98-4CA7-A287-68A4B9AD4071}" destId="{4D5488F2-043F-4D12-85FA-A36058696F0E}" srcOrd="0" destOrd="0" parTransId="{169A15A6-8A30-481A-A019-E11418BEF8AE}" sibTransId="{EB5E2056-AFF2-4070-B43D-3AEFC81E26BA}"/>
    <dgm:cxn modelId="{1125FFED-2294-8A48-8D84-AD59A6AE42AF}" type="presOf" srcId="{4144A70E-11B1-4861-8EF6-9E28622DA649}" destId="{D9D7435D-4924-B441-B729-C1CF3CA23BC5}" srcOrd="0" destOrd="0" presId="urn:microsoft.com/office/officeart/2005/8/layout/vList2"/>
    <dgm:cxn modelId="{6C4F26EF-4156-EC4A-A02E-C3B51FCCBC41}" type="presOf" srcId="{FFDD9C27-6A98-4CA7-A287-68A4B9AD4071}" destId="{9F8CD358-6083-BD49-92F8-33C4CA2BDC73}" srcOrd="0" destOrd="0" presId="urn:microsoft.com/office/officeart/2005/8/layout/vList2"/>
    <dgm:cxn modelId="{EB01943E-8737-4D40-A0CC-5D38C8B7A6D5}" type="presParOf" srcId="{9F8CD358-6083-BD49-92F8-33C4CA2BDC73}" destId="{51083632-307A-864F-B27F-74170F2174F0}" srcOrd="0" destOrd="0" presId="urn:microsoft.com/office/officeart/2005/8/layout/vList2"/>
    <dgm:cxn modelId="{6E430D18-F4DD-AA40-9F27-68F714AD5E4C}" type="presParOf" srcId="{9F8CD358-6083-BD49-92F8-33C4CA2BDC73}" destId="{715EB6B1-0E6B-EE4D-8A6F-9B8F554F46AC}" srcOrd="1" destOrd="0" presId="urn:microsoft.com/office/officeart/2005/8/layout/vList2"/>
    <dgm:cxn modelId="{60E529C8-9EAD-BC46-9E1D-BB5C1FA21960}" type="presParOf" srcId="{9F8CD358-6083-BD49-92F8-33C4CA2BDC73}" destId="{D9D7435D-4924-B441-B729-C1CF3CA23BC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9F31C2-F939-4A07-90D3-FBBE930181C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B7729C2-3591-402E-9D3D-E840FB52DF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MY" dirty="0"/>
            <a:t>ACTIONS</a:t>
          </a:r>
          <a:endParaRPr lang="en-US" dirty="0"/>
        </a:p>
      </dgm:t>
    </dgm:pt>
    <dgm:pt modelId="{2D148A0A-C3BA-487C-9F6C-AD7BA163F268}" type="parTrans" cxnId="{310AF8B7-595C-4167-A457-C86656A17FC9}">
      <dgm:prSet/>
      <dgm:spPr/>
      <dgm:t>
        <a:bodyPr/>
        <a:lstStyle/>
        <a:p>
          <a:endParaRPr lang="en-US"/>
        </a:p>
      </dgm:t>
    </dgm:pt>
    <dgm:pt modelId="{C10FAB9E-50F2-46EF-8107-D53835E862A0}" type="sibTrans" cxnId="{310AF8B7-595C-4167-A457-C86656A17FC9}">
      <dgm:prSet/>
      <dgm:spPr/>
      <dgm:t>
        <a:bodyPr/>
        <a:lstStyle/>
        <a:p>
          <a:endParaRPr lang="en-US"/>
        </a:p>
      </dgm:t>
    </dgm:pt>
    <dgm:pt modelId="{5877191A-02DC-4143-B98C-1A5DCD2107A3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/>
            <a:t>Audit digital tools for accessibility</a:t>
          </a:r>
          <a:endParaRPr lang="en-US" dirty="0"/>
        </a:p>
      </dgm:t>
    </dgm:pt>
    <dgm:pt modelId="{B35D6A4F-3FC0-403F-B845-4AD00AF40B08}" type="parTrans" cxnId="{8D68F1F5-E988-4841-8DA2-5DD9614CA860}">
      <dgm:prSet/>
      <dgm:spPr/>
      <dgm:t>
        <a:bodyPr/>
        <a:lstStyle/>
        <a:p>
          <a:endParaRPr lang="en-US"/>
        </a:p>
      </dgm:t>
    </dgm:pt>
    <dgm:pt modelId="{5B9C5EAC-9530-425A-8CFC-3870DDA94DBD}" type="sibTrans" cxnId="{8D68F1F5-E988-4841-8DA2-5DD9614CA860}">
      <dgm:prSet/>
      <dgm:spPr/>
      <dgm:t>
        <a:bodyPr/>
        <a:lstStyle/>
        <a:p>
          <a:endParaRPr lang="en-US"/>
        </a:p>
      </dgm:t>
    </dgm:pt>
    <dgm:pt modelId="{086B6C04-8BE9-42B9-A31B-AC67102A1EFF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/>
            <a:t>Organize digital literacy workshops</a:t>
          </a:r>
          <a:endParaRPr lang="en-US" dirty="0"/>
        </a:p>
      </dgm:t>
    </dgm:pt>
    <dgm:pt modelId="{26FB2450-8E65-4EAD-BFC6-80D85F3DEC33}" type="parTrans" cxnId="{2EBDD19C-A7F7-458A-A1F2-836F4B0E0EA9}">
      <dgm:prSet/>
      <dgm:spPr/>
      <dgm:t>
        <a:bodyPr/>
        <a:lstStyle/>
        <a:p>
          <a:endParaRPr lang="en-US"/>
        </a:p>
      </dgm:t>
    </dgm:pt>
    <dgm:pt modelId="{1A4154E4-8DB4-46A6-BDEF-DA4FC50F866D}" type="sibTrans" cxnId="{2EBDD19C-A7F7-458A-A1F2-836F4B0E0EA9}">
      <dgm:prSet/>
      <dgm:spPr/>
      <dgm:t>
        <a:bodyPr/>
        <a:lstStyle/>
        <a:p>
          <a:endParaRPr lang="en-US"/>
        </a:p>
      </dgm:t>
    </dgm:pt>
    <dgm:pt modelId="{E7B852C2-2DF6-4830-8862-22E9B651F765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/>
            <a:t>Support inclusive tech policies</a:t>
          </a:r>
          <a:endParaRPr lang="en-US" dirty="0"/>
        </a:p>
      </dgm:t>
    </dgm:pt>
    <dgm:pt modelId="{32A66738-F834-4FF6-A135-87B1A5F355A9}" type="parTrans" cxnId="{8EC6F438-6DC5-44A2-AB0E-215B821AE2FA}">
      <dgm:prSet/>
      <dgm:spPr/>
      <dgm:t>
        <a:bodyPr/>
        <a:lstStyle/>
        <a:p>
          <a:endParaRPr lang="en-US"/>
        </a:p>
      </dgm:t>
    </dgm:pt>
    <dgm:pt modelId="{155A3F96-2C32-4AC6-91EC-465F78CA24CC}" type="sibTrans" cxnId="{8EC6F438-6DC5-44A2-AB0E-215B821AE2FA}">
      <dgm:prSet/>
      <dgm:spPr/>
      <dgm:t>
        <a:bodyPr/>
        <a:lstStyle/>
        <a:p>
          <a:endParaRPr lang="en-US"/>
        </a:p>
      </dgm:t>
    </dgm:pt>
    <dgm:pt modelId="{2B62D0DC-3D61-CD4A-8E42-C1F3E27011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AWARENESS</a:t>
          </a:r>
        </a:p>
      </dgm:t>
    </dgm:pt>
    <dgm:pt modelId="{78CA003E-79E6-B342-A5F6-C1CB61E62F59}" type="parTrans" cxnId="{C8AD5E8D-5D6E-7843-A86F-7D3288AD6163}">
      <dgm:prSet/>
      <dgm:spPr/>
      <dgm:t>
        <a:bodyPr/>
        <a:lstStyle/>
        <a:p>
          <a:endParaRPr lang="en-GB"/>
        </a:p>
      </dgm:t>
    </dgm:pt>
    <dgm:pt modelId="{8E23D453-5363-CA44-9718-E928204DA5ED}" type="sibTrans" cxnId="{C8AD5E8D-5D6E-7843-A86F-7D3288AD6163}">
      <dgm:prSet/>
      <dgm:spPr/>
      <dgm:t>
        <a:bodyPr/>
        <a:lstStyle/>
        <a:p>
          <a:endParaRPr lang="en-GB"/>
        </a:p>
      </dgm:t>
    </dgm:pt>
    <dgm:pt modelId="{AB17AECC-099D-7941-BAE7-51944942493B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/>
            <a:t>Awareness and Encouragement towards digital inclusion.</a:t>
          </a:r>
          <a:endParaRPr lang="en-US" dirty="0"/>
        </a:p>
      </dgm:t>
    </dgm:pt>
    <dgm:pt modelId="{1C75EB24-39D4-4641-8436-EBF9CD27E800}" type="parTrans" cxnId="{15FFC02A-F3D0-AE47-A94B-DAFE56E1AF1B}">
      <dgm:prSet/>
      <dgm:spPr/>
      <dgm:t>
        <a:bodyPr/>
        <a:lstStyle/>
        <a:p>
          <a:endParaRPr lang="en-GB"/>
        </a:p>
      </dgm:t>
    </dgm:pt>
    <dgm:pt modelId="{01A72828-3468-E043-9B9E-2C7531B16C26}" type="sibTrans" cxnId="{15FFC02A-F3D0-AE47-A94B-DAFE56E1AF1B}">
      <dgm:prSet/>
      <dgm:spPr/>
      <dgm:t>
        <a:bodyPr/>
        <a:lstStyle/>
        <a:p>
          <a:endParaRPr lang="en-GB"/>
        </a:p>
      </dgm:t>
    </dgm:pt>
    <dgm:pt modelId="{ADB585CE-E6D7-E14C-B2AB-09CC862F85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dirty="0"/>
            <a:t>ACKNOWLEDGE</a:t>
          </a:r>
        </a:p>
      </dgm:t>
    </dgm:pt>
    <dgm:pt modelId="{9F8C10AB-357D-064A-A364-B5AAD58B5D98}" type="parTrans" cxnId="{9656904C-C318-C04F-986E-0FB8F9A1F741}">
      <dgm:prSet/>
      <dgm:spPr/>
      <dgm:t>
        <a:bodyPr/>
        <a:lstStyle/>
        <a:p>
          <a:endParaRPr lang="en-GB"/>
        </a:p>
      </dgm:t>
    </dgm:pt>
    <dgm:pt modelId="{6E69D848-61E2-A944-82C7-8F784ABE68CE}" type="sibTrans" cxnId="{9656904C-C318-C04F-986E-0FB8F9A1F741}">
      <dgm:prSet/>
      <dgm:spPr/>
      <dgm:t>
        <a:bodyPr/>
        <a:lstStyle/>
        <a:p>
          <a:endParaRPr lang="en-GB"/>
        </a:p>
      </dgm:t>
    </dgm:pt>
    <dgm:pt modelId="{E0E02C40-8B79-FE46-B004-00F9F5B75259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/>
            <a:t>Accessibility, Literacy, Acceptance</a:t>
          </a:r>
          <a:r>
            <a:rPr lang="en-GB" dirty="0"/>
            <a:t> </a:t>
          </a:r>
        </a:p>
      </dgm:t>
    </dgm:pt>
    <dgm:pt modelId="{D15C66D1-8224-7341-A6BA-8F965875DA91}" type="parTrans" cxnId="{FB48112F-F780-A04D-BD42-77A5925C330E}">
      <dgm:prSet/>
      <dgm:spPr/>
      <dgm:t>
        <a:bodyPr/>
        <a:lstStyle/>
        <a:p>
          <a:endParaRPr lang="en-GB"/>
        </a:p>
      </dgm:t>
    </dgm:pt>
    <dgm:pt modelId="{374D907D-A476-C34C-AFC1-CE8F00F2382E}" type="sibTrans" cxnId="{FB48112F-F780-A04D-BD42-77A5925C330E}">
      <dgm:prSet/>
      <dgm:spPr/>
      <dgm:t>
        <a:bodyPr/>
        <a:lstStyle/>
        <a:p>
          <a:endParaRPr lang="en-GB"/>
        </a:p>
      </dgm:t>
    </dgm:pt>
    <dgm:pt modelId="{EBD26532-1BEC-4480-9DCF-03C10C9B9FB6}" type="pres">
      <dgm:prSet presAssocID="{1E9F31C2-F939-4A07-90D3-FBBE930181C3}" presName="root" presStyleCnt="0">
        <dgm:presLayoutVars>
          <dgm:dir/>
          <dgm:resizeHandles val="exact"/>
        </dgm:presLayoutVars>
      </dgm:prSet>
      <dgm:spPr/>
    </dgm:pt>
    <dgm:pt modelId="{BD7ECCFA-AC84-7940-A970-DF7892D96797}" type="pres">
      <dgm:prSet presAssocID="{ADB585CE-E6D7-E14C-B2AB-09CC862F8521}" presName="compNode" presStyleCnt="0"/>
      <dgm:spPr/>
    </dgm:pt>
    <dgm:pt modelId="{C74631F6-68F9-BD4F-85E4-7E4F006FC65A}" type="pres">
      <dgm:prSet presAssocID="{ADB585CE-E6D7-E14C-B2AB-09CC862F8521}" presName="iconRect" presStyleLbl="node1" presStyleIdx="0" presStyleCnt="3"/>
      <dgm:spPr/>
    </dgm:pt>
    <dgm:pt modelId="{CA041DCD-8838-D448-B32A-273107BF4EAA}" type="pres">
      <dgm:prSet presAssocID="{ADB585CE-E6D7-E14C-B2AB-09CC862F8521}" presName="iconSpace" presStyleCnt="0"/>
      <dgm:spPr/>
    </dgm:pt>
    <dgm:pt modelId="{5F953C81-3B6D-0E4D-BF1B-8715D041D1AC}" type="pres">
      <dgm:prSet presAssocID="{ADB585CE-E6D7-E14C-B2AB-09CC862F8521}" presName="parTx" presStyleLbl="revTx" presStyleIdx="0" presStyleCnt="6">
        <dgm:presLayoutVars>
          <dgm:chMax val="0"/>
          <dgm:chPref val="0"/>
        </dgm:presLayoutVars>
      </dgm:prSet>
      <dgm:spPr/>
    </dgm:pt>
    <dgm:pt modelId="{9071551E-3259-A245-908B-D433D6BB13AF}" type="pres">
      <dgm:prSet presAssocID="{ADB585CE-E6D7-E14C-B2AB-09CC862F8521}" presName="txSpace" presStyleCnt="0"/>
      <dgm:spPr/>
    </dgm:pt>
    <dgm:pt modelId="{EE71D597-E428-A241-93CB-11095D943DC9}" type="pres">
      <dgm:prSet presAssocID="{ADB585CE-E6D7-E14C-B2AB-09CC862F8521}" presName="desTx" presStyleLbl="revTx" presStyleIdx="1" presStyleCnt="6">
        <dgm:presLayoutVars/>
      </dgm:prSet>
      <dgm:spPr/>
    </dgm:pt>
    <dgm:pt modelId="{3D8D25E6-BA3C-FF46-9C8E-B586D2331257}" type="pres">
      <dgm:prSet presAssocID="{6E69D848-61E2-A944-82C7-8F784ABE68CE}" presName="sibTrans" presStyleCnt="0"/>
      <dgm:spPr/>
    </dgm:pt>
    <dgm:pt modelId="{30175698-8909-C749-90CB-1FD1AC15F41B}" type="pres">
      <dgm:prSet presAssocID="{2B62D0DC-3D61-CD4A-8E42-C1F3E2701142}" presName="compNode" presStyleCnt="0"/>
      <dgm:spPr/>
    </dgm:pt>
    <dgm:pt modelId="{9CD08533-9E96-9D4A-A4C1-06EDD0CA9079}" type="pres">
      <dgm:prSet presAssocID="{2B62D0DC-3D61-CD4A-8E42-C1F3E2701142}" presName="iconRect" presStyleLbl="node1" presStyleIdx="1" presStyleCnt="3"/>
      <dgm:spPr/>
    </dgm:pt>
    <dgm:pt modelId="{04C9A7A4-D014-F640-893E-20D0D2456682}" type="pres">
      <dgm:prSet presAssocID="{2B62D0DC-3D61-CD4A-8E42-C1F3E2701142}" presName="iconSpace" presStyleCnt="0"/>
      <dgm:spPr/>
    </dgm:pt>
    <dgm:pt modelId="{810CF2D0-5564-6248-88DF-49F06CDA87BB}" type="pres">
      <dgm:prSet presAssocID="{2B62D0DC-3D61-CD4A-8E42-C1F3E2701142}" presName="parTx" presStyleLbl="revTx" presStyleIdx="2" presStyleCnt="6">
        <dgm:presLayoutVars>
          <dgm:chMax val="0"/>
          <dgm:chPref val="0"/>
        </dgm:presLayoutVars>
      </dgm:prSet>
      <dgm:spPr/>
    </dgm:pt>
    <dgm:pt modelId="{A1F746E8-DB89-A44A-9417-B32A1CC90855}" type="pres">
      <dgm:prSet presAssocID="{2B62D0DC-3D61-CD4A-8E42-C1F3E2701142}" presName="txSpace" presStyleCnt="0"/>
      <dgm:spPr/>
    </dgm:pt>
    <dgm:pt modelId="{CF2A1CB8-5189-1E44-888D-9C610D85460B}" type="pres">
      <dgm:prSet presAssocID="{2B62D0DC-3D61-CD4A-8E42-C1F3E2701142}" presName="desTx" presStyleLbl="revTx" presStyleIdx="3" presStyleCnt="6">
        <dgm:presLayoutVars/>
      </dgm:prSet>
      <dgm:spPr/>
    </dgm:pt>
    <dgm:pt modelId="{9140DF76-F192-B249-B6D2-3AE7198EF0CC}" type="pres">
      <dgm:prSet presAssocID="{8E23D453-5363-CA44-9718-E928204DA5ED}" presName="sibTrans" presStyleCnt="0"/>
      <dgm:spPr/>
    </dgm:pt>
    <dgm:pt modelId="{F6320430-6D4A-46B6-BE7A-62985E05DE19}" type="pres">
      <dgm:prSet presAssocID="{0B7729C2-3591-402E-9D3D-E840FB52DFDD}" presName="compNode" presStyleCnt="0"/>
      <dgm:spPr/>
    </dgm:pt>
    <dgm:pt modelId="{D99184E4-7C0B-4F2F-897A-97C9508CFF18}" type="pres">
      <dgm:prSet presAssocID="{0B7729C2-3591-402E-9D3D-E840FB52DFDD}" presName="iconRect" presStyleLbl="node1" presStyleIdx="2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08A5D2B2-F153-44EA-BB90-900BA0224CA4}" type="pres">
      <dgm:prSet presAssocID="{0B7729C2-3591-402E-9D3D-E840FB52DFDD}" presName="iconSpace" presStyleCnt="0"/>
      <dgm:spPr/>
    </dgm:pt>
    <dgm:pt modelId="{3A058EF4-B967-4E64-978E-F9D59312EC79}" type="pres">
      <dgm:prSet presAssocID="{0B7729C2-3591-402E-9D3D-E840FB52DFDD}" presName="parTx" presStyleLbl="revTx" presStyleIdx="4" presStyleCnt="6">
        <dgm:presLayoutVars>
          <dgm:chMax val="0"/>
          <dgm:chPref val="0"/>
        </dgm:presLayoutVars>
      </dgm:prSet>
      <dgm:spPr/>
    </dgm:pt>
    <dgm:pt modelId="{2CC32EA3-C9D8-4397-8671-E75F99A8C5C7}" type="pres">
      <dgm:prSet presAssocID="{0B7729C2-3591-402E-9D3D-E840FB52DFDD}" presName="txSpace" presStyleCnt="0"/>
      <dgm:spPr/>
    </dgm:pt>
    <dgm:pt modelId="{D6B00E08-5219-4947-A6E4-7E1A78C503DC}" type="pres">
      <dgm:prSet presAssocID="{0B7729C2-3591-402E-9D3D-E840FB52DFDD}" presName="desTx" presStyleLbl="revTx" presStyleIdx="5" presStyleCnt="6">
        <dgm:presLayoutVars/>
      </dgm:prSet>
      <dgm:spPr/>
    </dgm:pt>
  </dgm:ptLst>
  <dgm:cxnLst>
    <dgm:cxn modelId="{6518F418-D236-DE40-B0B9-BD48D41D5A8F}" type="presOf" srcId="{ADB585CE-E6D7-E14C-B2AB-09CC862F8521}" destId="{5F953C81-3B6D-0E4D-BF1B-8715D041D1AC}" srcOrd="0" destOrd="0" presId="urn:microsoft.com/office/officeart/2018/5/layout/CenteredIconLabelDescriptionList"/>
    <dgm:cxn modelId="{7F32B01F-5BFF-F04D-804C-B1603622CC36}" type="presOf" srcId="{2B62D0DC-3D61-CD4A-8E42-C1F3E2701142}" destId="{810CF2D0-5564-6248-88DF-49F06CDA87BB}" srcOrd="0" destOrd="0" presId="urn:microsoft.com/office/officeart/2018/5/layout/CenteredIconLabelDescriptionList"/>
    <dgm:cxn modelId="{15FFC02A-F3D0-AE47-A94B-DAFE56E1AF1B}" srcId="{2B62D0DC-3D61-CD4A-8E42-C1F3E2701142}" destId="{AB17AECC-099D-7941-BAE7-51944942493B}" srcOrd="0" destOrd="0" parTransId="{1C75EB24-39D4-4641-8436-EBF9CD27E800}" sibTransId="{01A72828-3468-E043-9B9E-2C7531B16C26}"/>
    <dgm:cxn modelId="{FB48112F-F780-A04D-BD42-77A5925C330E}" srcId="{ADB585CE-E6D7-E14C-B2AB-09CC862F8521}" destId="{E0E02C40-8B79-FE46-B004-00F9F5B75259}" srcOrd="0" destOrd="0" parTransId="{D15C66D1-8224-7341-A6BA-8F965875DA91}" sibTransId="{374D907D-A476-C34C-AFC1-CE8F00F2382E}"/>
    <dgm:cxn modelId="{B076C235-2902-6343-A895-DD936FA4062D}" type="presOf" srcId="{5877191A-02DC-4143-B98C-1A5DCD2107A3}" destId="{D6B00E08-5219-4947-A6E4-7E1A78C503DC}" srcOrd="0" destOrd="0" presId="urn:microsoft.com/office/officeart/2018/5/layout/CenteredIconLabelDescriptionList"/>
    <dgm:cxn modelId="{8EC6F438-6DC5-44A2-AB0E-215B821AE2FA}" srcId="{0B7729C2-3591-402E-9D3D-E840FB52DFDD}" destId="{E7B852C2-2DF6-4830-8862-22E9B651F765}" srcOrd="2" destOrd="0" parTransId="{32A66738-F834-4FF6-A135-87B1A5F355A9}" sibTransId="{155A3F96-2C32-4AC6-91EC-465F78CA24CC}"/>
    <dgm:cxn modelId="{9656904C-C318-C04F-986E-0FB8F9A1F741}" srcId="{1E9F31C2-F939-4A07-90D3-FBBE930181C3}" destId="{ADB585CE-E6D7-E14C-B2AB-09CC862F8521}" srcOrd="0" destOrd="0" parTransId="{9F8C10AB-357D-064A-A364-B5AAD58B5D98}" sibTransId="{6E69D848-61E2-A944-82C7-8F784ABE68CE}"/>
    <dgm:cxn modelId="{C8AD5E8D-5D6E-7843-A86F-7D3288AD6163}" srcId="{1E9F31C2-F939-4A07-90D3-FBBE930181C3}" destId="{2B62D0DC-3D61-CD4A-8E42-C1F3E2701142}" srcOrd="1" destOrd="0" parTransId="{78CA003E-79E6-B342-A5F6-C1CB61E62F59}" sibTransId="{8E23D453-5363-CA44-9718-E928204DA5ED}"/>
    <dgm:cxn modelId="{2EBDD19C-A7F7-458A-A1F2-836F4B0E0EA9}" srcId="{0B7729C2-3591-402E-9D3D-E840FB52DFDD}" destId="{086B6C04-8BE9-42B9-A31B-AC67102A1EFF}" srcOrd="1" destOrd="0" parTransId="{26FB2450-8E65-4EAD-BFC6-80D85F3DEC33}" sibTransId="{1A4154E4-8DB4-46A6-BDEF-DA4FC50F866D}"/>
    <dgm:cxn modelId="{FF591A9F-0FB0-E34A-BAC7-132A053A8C2E}" type="presOf" srcId="{E0E02C40-8B79-FE46-B004-00F9F5B75259}" destId="{EE71D597-E428-A241-93CB-11095D943DC9}" srcOrd="0" destOrd="0" presId="urn:microsoft.com/office/officeart/2018/5/layout/CenteredIconLabelDescriptionList"/>
    <dgm:cxn modelId="{D6F8B09F-60EC-FC45-AF43-E85BCA323CF2}" type="presOf" srcId="{0B7729C2-3591-402E-9D3D-E840FB52DFDD}" destId="{3A058EF4-B967-4E64-978E-F9D59312EC79}" srcOrd="0" destOrd="0" presId="urn:microsoft.com/office/officeart/2018/5/layout/CenteredIconLabelDescriptionList"/>
    <dgm:cxn modelId="{5F2C5FA1-3BB1-44E8-87FB-5B6ED96FA09B}" type="presOf" srcId="{1E9F31C2-F939-4A07-90D3-FBBE930181C3}" destId="{EBD26532-1BEC-4480-9DCF-03C10C9B9FB6}" srcOrd="0" destOrd="0" presId="urn:microsoft.com/office/officeart/2018/5/layout/CenteredIconLabelDescriptionList"/>
    <dgm:cxn modelId="{F0CB7DB4-E1EF-594B-8087-1FDDBDBE6C4B}" type="presOf" srcId="{E7B852C2-2DF6-4830-8862-22E9B651F765}" destId="{D6B00E08-5219-4947-A6E4-7E1A78C503DC}" srcOrd="0" destOrd="2" presId="urn:microsoft.com/office/officeart/2018/5/layout/CenteredIconLabelDescriptionList"/>
    <dgm:cxn modelId="{310AF8B7-595C-4167-A457-C86656A17FC9}" srcId="{1E9F31C2-F939-4A07-90D3-FBBE930181C3}" destId="{0B7729C2-3591-402E-9D3D-E840FB52DFDD}" srcOrd="2" destOrd="0" parTransId="{2D148A0A-C3BA-487C-9F6C-AD7BA163F268}" sibTransId="{C10FAB9E-50F2-46EF-8107-D53835E862A0}"/>
    <dgm:cxn modelId="{DA5479E1-29CD-1F46-A200-34E071CAEE17}" type="presOf" srcId="{086B6C04-8BE9-42B9-A31B-AC67102A1EFF}" destId="{D6B00E08-5219-4947-A6E4-7E1A78C503DC}" srcOrd="0" destOrd="1" presId="urn:microsoft.com/office/officeart/2018/5/layout/CenteredIconLabelDescriptionList"/>
    <dgm:cxn modelId="{8D68F1F5-E988-4841-8DA2-5DD9614CA860}" srcId="{0B7729C2-3591-402E-9D3D-E840FB52DFDD}" destId="{5877191A-02DC-4143-B98C-1A5DCD2107A3}" srcOrd="0" destOrd="0" parTransId="{B35D6A4F-3FC0-403F-B845-4AD00AF40B08}" sibTransId="{5B9C5EAC-9530-425A-8CFC-3870DDA94DBD}"/>
    <dgm:cxn modelId="{A0D3D5FF-329F-D543-90E4-8AE280E8E0EE}" type="presOf" srcId="{AB17AECC-099D-7941-BAE7-51944942493B}" destId="{CF2A1CB8-5189-1E44-888D-9C610D85460B}" srcOrd="0" destOrd="0" presId="urn:microsoft.com/office/officeart/2018/5/layout/CenteredIconLabelDescriptionList"/>
    <dgm:cxn modelId="{43596DF9-DCBC-1147-9D97-D2E6ED093EF9}" type="presParOf" srcId="{EBD26532-1BEC-4480-9DCF-03C10C9B9FB6}" destId="{BD7ECCFA-AC84-7940-A970-DF7892D96797}" srcOrd="0" destOrd="0" presId="urn:microsoft.com/office/officeart/2018/5/layout/CenteredIconLabelDescriptionList"/>
    <dgm:cxn modelId="{9F863C54-5AB1-F84C-89E2-905A486FCF14}" type="presParOf" srcId="{BD7ECCFA-AC84-7940-A970-DF7892D96797}" destId="{C74631F6-68F9-BD4F-85E4-7E4F006FC65A}" srcOrd="0" destOrd="0" presId="urn:microsoft.com/office/officeart/2018/5/layout/CenteredIconLabelDescriptionList"/>
    <dgm:cxn modelId="{EE8EAA6B-AF97-004C-AC91-BE7DCA3FA81D}" type="presParOf" srcId="{BD7ECCFA-AC84-7940-A970-DF7892D96797}" destId="{CA041DCD-8838-D448-B32A-273107BF4EAA}" srcOrd="1" destOrd="0" presId="urn:microsoft.com/office/officeart/2018/5/layout/CenteredIconLabelDescriptionList"/>
    <dgm:cxn modelId="{77D532C8-6835-A541-B065-D55264FB985F}" type="presParOf" srcId="{BD7ECCFA-AC84-7940-A970-DF7892D96797}" destId="{5F953C81-3B6D-0E4D-BF1B-8715D041D1AC}" srcOrd="2" destOrd="0" presId="urn:microsoft.com/office/officeart/2018/5/layout/CenteredIconLabelDescriptionList"/>
    <dgm:cxn modelId="{E5532E99-E78E-3744-88A9-D332CA061E88}" type="presParOf" srcId="{BD7ECCFA-AC84-7940-A970-DF7892D96797}" destId="{9071551E-3259-A245-908B-D433D6BB13AF}" srcOrd="3" destOrd="0" presId="urn:microsoft.com/office/officeart/2018/5/layout/CenteredIconLabelDescriptionList"/>
    <dgm:cxn modelId="{41297A5D-E270-4C44-9A32-E62C81554F90}" type="presParOf" srcId="{BD7ECCFA-AC84-7940-A970-DF7892D96797}" destId="{EE71D597-E428-A241-93CB-11095D943DC9}" srcOrd="4" destOrd="0" presId="urn:microsoft.com/office/officeart/2018/5/layout/CenteredIconLabelDescriptionList"/>
    <dgm:cxn modelId="{FD8D1B65-06AC-5740-92AB-00ED451D322D}" type="presParOf" srcId="{EBD26532-1BEC-4480-9DCF-03C10C9B9FB6}" destId="{3D8D25E6-BA3C-FF46-9C8E-B586D2331257}" srcOrd="1" destOrd="0" presId="urn:microsoft.com/office/officeart/2018/5/layout/CenteredIconLabelDescriptionList"/>
    <dgm:cxn modelId="{04B80BBF-FF8D-3049-91D8-639D25A033B4}" type="presParOf" srcId="{EBD26532-1BEC-4480-9DCF-03C10C9B9FB6}" destId="{30175698-8909-C749-90CB-1FD1AC15F41B}" srcOrd="2" destOrd="0" presId="urn:microsoft.com/office/officeart/2018/5/layout/CenteredIconLabelDescriptionList"/>
    <dgm:cxn modelId="{AC2FE1C2-B036-5044-9242-989D6F43FD72}" type="presParOf" srcId="{30175698-8909-C749-90CB-1FD1AC15F41B}" destId="{9CD08533-9E96-9D4A-A4C1-06EDD0CA9079}" srcOrd="0" destOrd="0" presId="urn:microsoft.com/office/officeart/2018/5/layout/CenteredIconLabelDescriptionList"/>
    <dgm:cxn modelId="{C67C82DC-FC43-A946-8758-DD08DB6767E1}" type="presParOf" srcId="{30175698-8909-C749-90CB-1FD1AC15F41B}" destId="{04C9A7A4-D014-F640-893E-20D0D2456682}" srcOrd="1" destOrd="0" presId="urn:microsoft.com/office/officeart/2018/5/layout/CenteredIconLabelDescriptionList"/>
    <dgm:cxn modelId="{ECD21DBB-24C9-5B4A-959B-584CAC571405}" type="presParOf" srcId="{30175698-8909-C749-90CB-1FD1AC15F41B}" destId="{810CF2D0-5564-6248-88DF-49F06CDA87BB}" srcOrd="2" destOrd="0" presId="urn:microsoft.com/office/officeart/2018/5/layout/CenteredIconLabelDescriptionList"/>
    <dgm:cxn modelId="{CD6BDA0B-CE59-EB4C-84A0-F92823A387A8}" type="presParOf" srcId="{30175698-8909-C749-90CB-1FD1AC15F41B}" destId="{A1F746E8-DB89-A44A-9417-B32A1CC90855}" srcOrd="3" destOrd="0" presId="urn:microsoft.com/office/officeart/2018/5/layout/CenteredIconLabelDescriptionList"/>
    <dgm:cxn modelId="{305B538C-80EB-314E-AE58-7134521F622A}" type="presParOf" srcId="{30175698-8909-C749-90CB-1FD1AC15F41B}" destId="{CF2A1CB8-5189-1E44-888D-9C610D85460B}" srcOrd="4" destOrd="0" presId="urn:microsoft.com/office/officeart/2018/5/layout/CenteredIconLabelDescriptionList"/>
    <dgm:cxn modelId="{86F97F08-84D7-BF4D-879E-53F70B4F6B9E}" type="presParOf" srcId="{EBD26532-1BEC-4480-9DCF-03C10C9B9FB6}" destId="{9140DF76-F192-B249-B6D2-3AE7198EF0CC}" srcOrd="3" destOrd="0" presId="urn:microsoft.com/office/officeart/2018/5/layout/CenteredIconLabelDescriptionList"/>
    <dgm:cxn modelId="{D6666DA0-D91C-2E43-AD33-3AB892C912BD}" type="presParOf" srcId="{EBD26532-1BEC-4480-9DCF-03C10C9B9FB6}" destId="{F6320430-6D4A-46B6-BE7A-62985E05DE19}" srcOrd="4" destOrd="0" presId="urn:microsoft.com/office/officeart/2018/5/layout/CenteredIconLabelDescriptionList"/>
    <dgm:cxn modelId="{0D6E5B0E-A5EE-AC45-90E2-819228C16D5E}" type="presParOf" srcId="{F6320430-6D4A-46B6-BE7A-62985E05DE19}" destId="{D99184E4-7C0B-4F2F-897A-97C9508CFF18}" srcOrd="0" destOrd="0" presId="urn:microsoft.com/office/officeart/2018/5/layout/CenteredIconLabelDescriptionList"/>
    <dgm:cxn modelId="{7978142A-1E3F-D746-B040-4FFEF9DA83F4}" type="presParOf" srcId="{F6320430-6D4A-46B6-BE7A-62985E05DE19}" destId="{08A5D2B2-F153-44EA-BB90-900BA0224CA4}" srcOrd="1" destOrd="0" presId="urn:microsoft.com/office/officeart/2018/5/layout/CenteredIconLabelDescriptionList"/>
    <dgm:cxn modelId="{C9C67B80-06CC-1A46-B641-8002508F2F2A}" type="presParOf" srcId="{F6320430-6D4A-46B6-BE7A-62985E05DE19}" destId="{3A058EF4-B967-4E64-978E-F9D59312EC79}" srcOrd="2" destOrd="0" presId="urn:microsoft.com/office/officeart/2018/5/layout/CenteredIconLabelDescriptionList"/>
    <dgm:cxn modelId="{F620A1A5-1340-D64E-889D-8B27D60C8AA7}" type="presParOf" srcId="{F6320430-6D4A-46B6-BE7A-62985E05DE19}" destId="{2CC32EA3-C9D8-4397-8671-E75F99A8C5C7}" srcOrd="3" destOrd="0" presId="urn:microsoft.com/office/officeart/2018/5/layout/CenteredIconLabelDescriptionList"/>
    <dgm:cxn modelId="{B04AFDC9-6B9C-B549-ADA2-EAFB587CEFCA}" type="presParOf" srcId="{F6320430-6D4A-46B6-BE7A-62985E05DE19}" destId="{D6B00E08-5219-4947-A6E4-7E1A78C503D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E2900-F47D-8040-B528-185403EB3029}">
      <dsp:nvSpPr>
        <dsp:cNvPr id="0" name=""/>
        <dsp:cNvSpPr/>
      </dsp:nvSpPr>
      <dsp:spPr>
        <a:xfrm>
          <a:off x="0" y="813"/>
          <a:ext cx="6798539" cy="87837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Legal compliance:</a:t>
          </a:r>
          <a:r>
            <a:rPr lang="en-MY" sz="2200" kern="1200"/>
            <a:t> e.g., ADA, EU Accessibility Act.</a:t>
          </a:r>
          <a:endParaRPr lang="en-US" sz="2200" kern="1200"/>
        </a:p>
      </dsp:txBody>
      <dsp:txXfrm>
        <a:off x="42879" y="43692"/>
        <a:ext cx="6712781" cy="792619"/>
      </dsp:txXfrm>
    </dsp:sp>
    <dsp:sp modelId="{5C339A3E-D9DE-C343-AB83-814DF1F3B329}">
      <dsp:nvSpPr>
        <dsp:cNvPr id="0" name=""/>
        <dsp:cNvSpPr/>
      </dsp:nvSpPr>
      <dsp:spPr>
        <a:xfrm>
          <a:off x="0" y="942550"/>
          <a:ext cx="6798539" cy="878377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Inclusion of Persons with Disabilities (PwD)</a:t>
          </a:r>
          <a:endParaRPr lang="en-US" sz="2200" kern="1200"/>
        </a:p>
      </dsp:txBody>
      <dsp:txXfrm>
        <a:off x="42879" y="985429"/>
        <a:ext cx="6712781" cy="792619"/>
      </dsp:txXfrm>
    </dsp:sp>
    <dsp:sp modelId="{1EDD0AC7-F303-6D4F-A65E-A7986000FD3F}">
      <dsp:nvSpPr>
        <dsp:cNvPr id="0" name=""/>
        <dsp:cNvSpPr/>
      </dsp:nvSpPr>
      <dsp:spPr>
        <a:xfrm>
          <a:off x="0" y="1884288"/>
          <a:ext cx="6798539" cy="878377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Improves UX for all</a:t>
          </a:r>
          <a:r>
            <a:rPr lang="en-MY" sz="2200" kern="1200"/>
            <a:t> (e.g., captions help in noisy places)</a:t>
          </a:r>
          <a:endParaRPr lang="en-US" sz="2200" kern="1200"/>
        </a:p>
      </dsp:txBody>
      <dsp:txXfrm>
        <a:off x="42879" y="1927167"/>
        <a:ext cx="6712781" cy="792619"/>
      </dsp:txXfrm>
    </dsp:sp>
    <dsp:sp modelId="{4C86E2D0-D55E-B648-844B-7410C2928F83}">
      <dsp:nvSpPr>
        <dsp:cNvPr id="0" name=""/>
        <dsp:cNvSpPr/>
      </dsp:nvSpPr>
      <dsp:spPr>
        <a:xfrm>
          <a:off x="0" y="2826026"/>
          <a:ext cx="6798539" cy="878377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b="1" kern="1200"/>
            <a:t>Expands audience and market reach</a:t>
          </a:r>
          <a:endParaRPr lang="en-US" sz="2200" kern="1200"/>
        </a:p>
      </dsp:txBody>
      <dsp:txXfrm>
        <a:off x="42879" y="2868905"/>
        <a:ext cx="6712781" cy="7926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FFAC5-0B61-2548-BCC7-A0D071FA2F34}">
      <dsp:nvSpPr>
        <dsp:cNvPr id="0" name=""/>
        <dsp:cNvSpPr/>
      </dsp:nvSpPr>
      <dsp:spPr>
        <a:xfrm>
          <a:off x="0" y="141888"/>
          <a:ext cx="6798539" cy="786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200" kern="1200"/>
            <a:t>Lack of access to devices or internet</a:t>
          </a:r>
          <a:endParaRPr lang="en-US" sz="3200" kern="1200"/>
        </a:p>
      </dsp:txBody>
      <dsp:txXfrm>
        <a:off x="38381" y="180269"/>
        <a:ext cx="6721777" cy="709478"/>
      </dsp:txXfrm>
    </dsp:sp>
    <dsp:sp modelId="{619657EB-1A06-D14B-A06F-DDFE9803D93F}">
      <dsp:nvSpPr>
        <dsp:cNvPr id="0" name=""/>
        <dsp:cNvSpPr/>
      </dsp:nvSpPr>
      <dsp:spPr>
        <a:xfrm>
          <a:off x="0" y="1020288"/>
          <a:ext cx="6798539" cy="786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200" kern="1200"/>
            <a:t>Low education levels</a:t>
          </a:r>
          <a:endParaRPr lang="en-US" sz="3200" kern="1200"/>
        </a:p>
      </dsp:txBody>
      <dsp:txXfrm>
        <a:off x="38381" y="1058669"/>
        <a:ext cx="6721777" cy="709478"/>
      </dsp:txXfrm>
    </dsp:sp>
    <dsp:sp modelId="{9DD4C82E-4AD3-4C45-91EC-3A954E033046}">
      <dsp:nvSpPr>
        <dsp:cNvPr id="0" name=""/>
        <dsp:cNvSpPr/>
      </dsp:nvSpPr>
      <dsp:spPr>
        <a:xfrm>
          <a:off x="0" y="1898688"/>
          <a:ext cx="6798539" cy="786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200" kern="1200"/>
            <a:t>Age-related challenges</a:t>
          </a:r>
          <a:endParaRPr lang="en-US" sz="3200" kern="1200"/>
        </a:p>
      </dsp:txBody>
      <dsp:txXfrm>
        <a:off x="38381" y="1937069"/>
        <a:ext cx="6721777" cy="709478"/>
      </dsp:txXfrm>
    </dsp:sp>
    <dsp:sp modelId="{CBCEAE87-83F2-8F41-8DE8-6D0C4542C7A4}">
      <dsp:nvSpPr>
        <dsp:cNvPr id="0" name=""/>
        <dsp:cNvSpPr/>
      </dsp:nvSpPr>
      <dsp:spPr>
        <a:xfrm>
          <a:off x="0" y="2777088"/>
          <a:ext cx="6798539" cy="7862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200" kern="1200"/>
            <a:t>Language and cultural limitations</a:t>
          </a:r>
          <a:endParaRPr lang="en-US" sz="3200" kern="1200"/>
        </a:p>
      </dsp:txBody>
      <dsp:txXfrm>
        <a:off x="38381" y="2815469"/>
        <a:ext cx="6721777" cy="709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D96B7-4CAB-ED40-82A1-2AE5E524CC06}">
      <dsp:nvSpPr>
        <dsp:cNvPr id="0" name=""/>
        <dsp:cNvSpPr/>
      </dsp:nvSpPr>
      <dsp:spPr>
        <a:xfrm>
          <a:off x="1205639" y="0"/>
          <a:ext cx="4303465" cy="4303465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05EE99D-52C4-7F41-A697-A9DD04298ECE}">
      <dsp:nvSpPr>
        <dsp:cNvPr id="0" name=""/>
        <dsp:cNvSpPr/>
      </dsp:nvSpPr>
      <dsp:spPr>
        <a:xfrm>
          <a:off x="1485364" y="279725"/>
          <a:ext cx="1721386" cy="17213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/>
            <a:t>Community training programs</a:t>
          </a:r>
          <a:endParaRPr lang="en-US" sz="1800" kern="1200"/>
        </a:p>
      </dsp:txBody>
      <dsp:txXfrm>
        <a:off x="1569395" y="363756"/>
        <a:ext cx="1553324" cy="1553324"/>
      </dsp:txXfrm>
    </dsp:sp>
    <dsp:sp modelId="{DC89E514-995F-6745-AA7E-611A3722B4B9}">
      <dsp:nvSpPr>
        <dsp:cNvPr id="0" name=""/>
        <dsp:cNvSpPr/>
      </dsp:nvSpPr>
      <dsp:spPr>
        <a:xfrm>
          <a:off x="3507993" y="279725"/>
          <a:ext cx="1721386" cy="1721386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School and university curriculum or programs</a:t>
          </a:r>
          <a:endParaRPr lang="en-US" sz="1800" kern="1200" dirty="0"/>
        </a:p>
      </dsp:txBody>
      <dsp:txXfrm>
        <a:off x="3592024" y="363756"/>
        <a:ext cx="1553324" cy="1553324"/>
      </dsp:txXfrm>
    </dsp:sp>
    <dsp:sp modelId="{7C5C71D9-C17D-1841-A073-BBDB74A71DBE}">
      <dsp:nvSpPr>
        <dsp:cNvPr id="0" name=""/>
        <dsp:cNvSpPr/>
      </dsp:nvSpPr>
      <dsp:spPr>
        <a:xfrm>
          <a:off x="1485364" y="2302353"/>
          <a:ext cx="1721386" cy="1721386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 dirty="0"/>
            <a:t>Free online courses (e.g., Google Digital Garage, Coursera)</a:t>
          </a:r>
          <a:endParaRPr lang="en-US" sz="1800" kern="1200" dirty="0"/>
        </a:p>
      </dsp:txBody>
      <dsp:txXfrm>
        <a:off x="1569395" y="2386384"/>
        <a:ext cx="1553324" cy="1553324"/>
      </dsp:txXfrm>
    </dsp:sp>
    <dsp:sp modelId="{905573F7-E219-C54C-A2FA-C6C276FF69D8}">
      <dsp:nvSpPr>
        <dsp:cNvPr id="0" name=""/>
        <dsp:cNvSpPr/>
      </dsp:nvSpPr>
      <dsp:spPr>
        <a:xfrm>
          <a:off x="3507993" y="2302353"/>
          <a:ext cx="1721386" cy="172138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kern="1200"/>
            <a:t>Government and NGO support</a:t>
          </a:r>
          <a:endParaRPr lang="en-US" sz="1800" kern="1200"/>
        </a:p>
      </dsp:txBody>
      <dsp:txXfrm>
        <a:off x="3592024" y="2386384"/>
        <a:ext cx="1553324" cy="15533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8CA84-44E6-714C-9924-195281F857C5}">
      <dsp:nvSpPr>
        <dsp:cNvPr id="0" name=""/>
        <dsp:cNvSpPr/>
      </dsp:nvSpPr>
      <dsp:spPr>
        <a:xfrm>
          <a:off x="0" y="813252"/>
          <a:ext cx="6714744" cy="40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0BFC42-CF45-8945-87A9-26BC4614F2C4}">
      <dsp:nvSpPr>
        <dsp:cNvPr id="0" name=""/>
        <dsp:cNvSpPr/>
      </dsp:nvSpPr>
      <dsp:spPr>
        <a:xfrm>
          <a:off x="335737" y="577092"/>
          <a:ext cx="470032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661" tIns="0" rIns="17766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/>
            <a:t>Willingness to adopt and trust digital technology.</a:t>
          </a:r>
          <a:endParaRPr lang="en-US" sz="1600" kern="1200"/>
        </a:p>
      </dsp:txBody>
      <dsp:txXfrm>
        <a:off x="358794" y="600149"/>
        <a:ext cx="4654206" cy="426206"/>
      </dsp:txXfrm>
    </dsp:sp>
    <dsp:sp modelId="{0831BC76-3365-8A4D-8C3E-4DD4038029D8}">
      <dsp:nvSpPr>
        <dsp:cNvPr id="0" name=""/>
        <dsp:cNvSpPr/>
      </dsp:nvSpPr>
      <dsp:spPr>
        <a:xfrm>
          <a:off x="0" y="1539012"/>
          <a:ext cx="6714744" cy="1461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1139" tIns="333248" rIns="521139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kern="1200"/>
            <a:t>Perceived usefulness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kern="1200"/>
            <a:t>Ease of use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kern="1200"/>
            <a:t>Peer and societal influences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kern="1200" dirty="0"/>
            <a:t>Cultural values</a:t>
          </a:r>
          <a:endParaRPr lang="en-US" sz="1600" kern="1200" dirty="0"/>
        </a:p>
      </dsp:txBody>
      <dsp:txXfrm>
        <a:off x="0" y="1539012"/>
        <a:ext cx="6714744" cy="1461599"/>
      </dsp:txXfrm>
    </dsp:sp>
    <dsp:sp modelId="{1B045F8F-3610-8449-A76A-48A4BFBEF333}">
      <dsp:nvSpPr>
        <dsp:cNvPr id="0" name=""/>
        <dsp:cNvSpPr/>
      </dsp:nvSpPr>
      <dsp:spPr>
        <a:xfrm>
          <a:off x="335737" y="1302852"/>
          <a:ext cx="4700320" cy="4723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661" tIns="0" rIns="17766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/>
            <a:t>Influenced by:</a:t>
          </a:r>
          <a:endParaRPr lang="en-US" sz="1600" kern="1200"/>
        </a:p>
      </dsp:txBody>
      <dsp:txXfrm>
        <a:off x="358794" y="1325909"/>
        <a:ext cx="4654206" cy="426206"/>
      </dsp:txXfrm>
    </dsp:sp>
    <dsp:sp modelId="{FAB381AC-C529-6C4D-8C37-917F5E4B49E1}">
      <dsp:nvSpPr>
        <dsp:cNvPr id="0" name=""/>
        <dsp:cNvSpPr/>
      </dsp:nvSpPr>
      <dsp:spPr>
        <a:xfrm>
          <a:off x="0" y="3323172"/>
          <a:ext cx="6714744" cy="40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3B5DB8-6ED4-6647-8BC9-88BB05966695}">
      <dsp:nvSpPr>
        <dsp:cNvPr id="0" name=""/>
        <dsp:cNvSpPr/>
      </dsp:nvSpPr>
      <dsp:spPr>
        <a:xfrm>
          <a:off x="335737" y="3087012"/>
          <a:ext cx="4700320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661" tIns="0" rIns="17766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Linked to Technology Acceptance Model (TAM)</a:t>
          </a:r>
        </a:p>
      </dsp:txBody>
      <dsp:txXfrm>
        <a:off x="358794" y="3110069"/>
        <a:ext cx="4654206" cy="4262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00293-D23B-414E-A5CA-74D2A83E0C6B}">
      <dsp:nvSpPr>
        <dsp:cNvPr id="0" name=""/>
        <dsp:cNvSpPr/>
      </dsp:nvSpPr>
      <dsp:spPr>
        <a:xfrm>
          <a:off x="0" y="708312"/>
          <a:ext cx="6714744" cy="66338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/>
            <a:t>Fear of change or job displacement</a:t>
          </a:r>
          <a:endParaRPr lang="en-US" sz="2700" kern="1200"/>
        </a:p>
      </dsp:txBody>
      <dsp:txXfrm>
        <a:off x="32384" y="740696"/>
        <a:ext cx="6649976" cy="598621"/>
      </dsp:txXfrm>
    </dsp:sp>
    <dsp:sp modelId="{2C216485-19B6-8340-AF23-4A159BA72B3E}">
      <dsp:nvSpPr>
        <dsp:cNvPr id="0" name=""/>
        <dsp:cNvSpPr/>
      </dsp:nvSpPr>
      <dsp:spPr>
        <a:xfrm>
          <a:off x="0" y="1449462"/>
          <a:ext cx="6714744" cy="663389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/>
            <a:t>Privacy/security concerns</a:t>
          </a:r>
          <a:endParaRPr lang="en-US" sz="2700" kern="1200"/>
        </a:p>
      </dsp:txBody>
      <dsp:txXfrm>
        <a:off x="32384" y="1481846"/>
        <a:ext cx="6649976" cy="598621"/>
      </dsp:txXfrm>
    </dsp:sp>
    <dsp:sp modelId="{896CF6B2-02F8-0546-8F02-82C07406EE2F}">
      <dsp:nvSpPr>
        <dsp:cNvPr id="0" name=""/>
        <dsp:cNvSpPr/>
      </dsp:nvSpPr>
      <dsp:spPr>
        <a:xfrm>
          <a:off x="0" y="2190612"/>
          <a:ext cx="6714744" cy="663389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/>
            <a:t>Lack of perceived benefit</a:t>
          </a:r>
          <a:endParaRPr lang="en-US" sz="2700" kern="1200"/>
        </a:p>
      </dsp:txBody>
      <dsp:txXfrm>
        <a:off x="32384" y="2222996"/>
        <a:ext cx="6649976" cy="598621"/>
      </dsp:txXfrm>
    </dsp:sp>
    <dsp:sp modelId="{7619083C-1B11-3E48-BF79-A60F88C6F6D6}">
      <dsp:nvSpPr>
        <dsp:cNvPr id="0" name=""/>
        <dsp:cNvSpPr/>
      </dsp:nvSpPr>
      <dsp:spPr>
        <a:xfrm>
          <a:off x="0" y="2931762"/>
          <a:ext cx="6714744" cy="66338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/>
            <a:t>Generational resistance (e.g., older adults)</a:t>
          </a:r>
          <a:endParaRPr lang="en-US" sz="2700" kern="1200"/>
        </a:p>
      </dsp:txBody>
      <dsp:txXfrm>
        <a:off x="32384" y="2964146"/>
        <a:ext cx="6649976" cy="5986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3AB9E-0C6C-0E43-BB15-02810759A611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0B30936-D764-E049-A23E-90585C064B13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/>
            <a:t>Awareness campaigns</a:t>
          </a:r>
          <a:endParaRPr lang="en-US" sz="1500" kern="1200"/>
        </a:p>
      </dsp:txBody>
      <dsp:txXfrm>
        <a:off x="1228411" y="621955"/>
        <a:ext cx="1919362" cy="1919362"/>
      </dsp:txXfrm>
    </dsp:sp>
    <dsp:sp modelId="{B2E808AF-124D-714C-9FD5-FDAC3EF5B133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/>
            <a:t>User-friendly design</a:t>
          </a:r>
          <a:endParaRPr lang="en-US" sz="1500" kern="1200"/>
        </a:p>
      </dsp:txBody>
      <dsp:txXfrm>
        <a:off x="3519058" y="621955"/>
        <a:ext cx="1919362" cy="1919362"/>
      </dsp:txXfrm>
    </dsp:sp>
    <dsp:sp modelId="{B274C3F8-FD4C-B347-BBF3-F4E70C469D83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 dirty="0"/>
            <a:t>Inclusive onboarding processes/programs</a:t>
          </a:r>
          <a:endParaRPr lang="en-US" sz="1500" kern="1200" dirty="0"/>
        </a:p>
      </dsp:txBody>
      <dsp:txXfrm>
        <a:off x="1228411" y="2912601"/>
        <a:ext cx="1919362" cy="1919362"/>
      </dsp:txXfrm>
    </dsp:sp>
    <dsp:sp modelId="{40188E7A-845F-CB45-9BF4-0F2B6B52C050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500" kern="1200" dirty="0"/>
            <a:t>Demonstrating real-life/tangible benefits</a:t>
          </a:r>
          <a:endParaRPr lang="en-US" sz="1500" kern="1200" dirty="0"/>
        </a:p>
      </dsp:txBody>
      <dsp:txXfrm>
        <a:off x="3519058" y="2912601"/>
        <a:ext cx="1919362" cy="19193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38BC25-9835-AA43-A0E8-218998EC5860}">
      <dsp:nvSpPr>
        <dsp:cNvPr id="0" name=""/>
        <dsp:cNvSpPr/>
      </dsp:nvSpPr>
      <dsp:spPr>
        <a:xfrm>
          <a:off x="0" y="789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E6E661-94DD-9648-A3A6-277BF15CE53F}">
      <dsp:nvSpPr>
        <dsp:cNvPr id="0" name=""/>
        <dsp:cNvSpPr/>
      </dsp:nvSpPr>
      <dsp:spPr>
        <a:xfrm>
          <a:off x="0" y="789"/>
          <a:ext cx="6666833" cy="168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solidFill>
                <a:srgbClr val="C00000"/>
              </a:solidFill>
            </a:rPr>
            <a:t>All THREE must work together for inclusion</a:t>
          </a:r>
        </a:p>
      </dsp:txBody>
      <dsp:txXfrm>
        <a:off x="0" y="789"/>
        <a:ext cx="6666833" cy="1685708"/>
      </dsp:txXfrm>
    </dsp:sp>
    <dsp:sp modelId="{8D876516-1855-AE4A-8849-E1DB84EB1553}">
      <dsp:nvSpPr>
        <dsp:cNvPr id="0" name=""/>
        <dsp:cNvSpPr/>
      </dsp:nvSpPr>
      <dsp:spPr>
        <a:xfrm>
          <a:off x="0" y="1686498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F158C8-BAE7-DE42-9D45-79947D5ED571}">
      <dsp:nvSpPr>
        <dsp:cNvPr id="0" name=""/>
        <dsp:cNvSpPr/>
      </dsp:nvSpPr>
      <dsp:spPr>
        <a:xfrm>
          <a:off x="0" y="1686498"/>
          <a:ext cx="6666833" cy="1000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b="1" kern="1200" dirty="0">
              <a:solidFill>
                <a:srgbClr val="C00000"/>
              </a:solidFill>
            </a:rPr>
            <a:t>Accessibility</a:t>
          </a:r>
          <a:r>
            <a:rPr lang="en-MY" sz="3300" kern="1200" dirty="0"/>
            <a:t> enables access.</a:t>
          </a:r>
          <a:endParaRPr lang="en-US" sz="3300" kern="1200" dirty="0"/>
        </a:p>
      </dsp:txBody>
      <dsp:txXfrm>
        <a:off x="0" y="1686498"/>
        <a:ext cx="6666833" cy="1000788"/>
      </dsp:txXfrm>
    </dsp:sp>
    <dsp:sp modelId="{8666242F-41F9-2241-8510-00036DABB52B}">
      <dsp:nvSpPr>
        <dsp:cNvPr id="0" name=""/>
        <dsp:cNvSpPr/>
      </dsp:nvSpPr>
      <dsp:spPr>
        <a:xfrm>
          <a:off x="0" y="2687286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7FF9D0-5ECE-064E-8E0B-9DE04F69AA75}">
      <dsp:nvSpPr>
        <dsp:cNvPr id="0" name=""/>
        <dsp:cNvSpPr/>
      </dsp:nvSpPr>
      <dsp:spPr>
        <a:xfrm>
          <a:off x="0" y="2687286"/>
          <a:ext cx="6666833" cy="168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b="1" kern="1200" dirty="0">
              <a:solidFill>
                <a:srgbClr val="C00000"/>
              </a:solidFill>
            </a:rPr>
            <a:t>Literacy</a:t>
          </a:r>
          <a:r>
            <a:rPr lang="en-MY" sz="3300" kern="1200" dirty="0"/>
            <a:t> empowers usage.</a:t>
          </a:r>
          <a:endParaRPr lang="en-US" sz="3300" kern="1200" dirty="0"/>
        </a:p>
      </dsp:txBody>
      <dsp:txXfrm>
        <a:off x="0" y="2687286"/>
        <a:ext cx="6666833" cy="1685708"/>
      </dsp:txXfrm>
    </dsp:sp>
    <dsp:sp modelId="{A95E3D9D-418E-8743-8E70-5E9A24DFDD58}">
      <dsp:nvSpPr>
        <dsp:cNvPr id="0" name=""/>
        <dsp:cNvSpPr/>
      </dsp:nvSpPr>
      <dsp:spPr>
        <a:xfrm>
          <a:off x="0" y="3605581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D60EF3-2192-E34E-BA02-EB12C1866936}">
      <dsp:nvSpPr>
        <dsp:cNvPr id="0" name=""/>
        <dsp:cNvSpPr/>
      </dsp:nvSpPr>
      <dsp:spPr>
        <a:xfrm>
          <a:off x="0" y="3776423"/>
          <a:ext cx="6666833" cy="1080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b="1" kern="1200" dirty="0">
              <a:solidFill>
                <a:srgbClr val="C00000"/>
              </a:solidFill>
            </a:rPr>
            <a:t>Acceptance</a:t>
          </a:r>
          <a:r>
            <a:rPr lang="en-MY" sz="3300" kern="1200" dirty="0"/>
            <a:t> ensures engagement.</a:t>
          </a:r>
          <a:endParaRPr lang="en-US" sz="3300" kern="1200" dirty="0"/>
        </a:p>
      </dsp:txBody>
      <dsp:txXfrm>
        <a:off x="0" y="3776423"/>
        <a:ext cx="6666833" cy="10801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083632-307A-864F-B27F-74170F2174F0}">
      <dsp:nvSpPr>
        <dsp:cNvPr id="0" name=""/>
        <dsp:cNvSpPr/>
      </dsp:nvSpPr>
      <dsp:spPr>
        <a:xfrm>
          <a:off x="0" y="32989"/>
          <a:ext cx="6666833" cy="26406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700" kern="1200"/>
            <a:t>Choose a real-world initiative (e.g., Malaysia’s MyDigital initiative or Estonia’s e-Government model)</a:t>
          </a:r>
          <a:endParaRPr lang="en-US" sz="3700" kern="1200"/>
        </a:p>
      </dsp:txBody>
      <dsp:txXfrm>
        <a:off x="128908" y="161897"/>
        <a:ext cx="6409017" cy="2382874"/>
      </dsp:txXfrm>
    </dsp:sp>
    <dsp:sp modelId="{D9D7435D-4924-B441-B729-C1CF3CA23BC5}">
      <dsp:nvSpPr>
        <dsp:cNvPr id="0" name=""/>
        <dsp:cNvSpPr/>
      </dsp:nvSpPr>
      <dsp:spPr>
        <a:xfrm>
          <a:off x="0" y="2780239"/>
          <a:ext cx="6666833" cy="264069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700" kern="1200"/>
            <a:t>Explain how it addresses accessibility, literacy, and acceptance.</a:t>
          </a:r>
          <a:endParaRPr lang="en-US" sz="3700" kern="1200"/>
        </a:p>
      </dsp:txBody>
      <dsp:txXfrm>
        <a:off x="128908" y="2909147"/>
        <a:ext cx="6409017" cy="23828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4631F6-68F9-BD4F-85E4-7E4F006FC65A}">
      <dsp:nvSpPr>
        <dsp:cNvPr id="0" name=""/>
        <dsp:cNvSpPr/>
      </dsp:nvSpPr>
      <dsp:spPr>
        <a:xfrm>
          <a:off x="1061437" y="696082"/>
          <a:ext cx="1141382" cy="114138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53C81-3B6D-0E4D-BF1B-8715D041D1AC}">
      <dsp:nvSpPr>
        <dsp:cNvPr id="0" name=""/>
        <dsp:cNvSpPr/>
      </dsp:nvSpPr>
      <dsp:spPr>
        <a:xfrm>
          <a:off x="1582" y="1957892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100" kern="1200" dirty="0"/>
            <a:t>ACKNOWLEDGE</a:t>
          </a:r>
        </a:p>
      </dsp:txBody>
      <dsp:txXfrm>
        <a:off x="1582" y="1957892"/>
        <a:ext cx="3261093" cy="489164"/>
      </dsp:txXfrm>
    </dsp:sp>
    <dsp:sp modelId="{EE71D597-E428-A241-93CB-11095D943DC9}">
      <dsp:nvSpPr>
        <dsp:cNvPr id="0" name=""/>
        <dsp:cNvSpPr/>
      </dsp:nvSpPr>
      <dsp:spPr>
        <a:xfrm>
          <a:off x="1582" y="2503069"/>
          <a:ext cx="3261093" cy="993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/>
            <a:t>Accessibility, Literacy, Acceptance</a:t>
          </a:r>
          <a:r>
            <a:rPr lang="en-GB" sz="1700" kern="1200" dirty="0"/>
            <a:t> </a:t>
          </a:r>
        </a:p>
      </dsp:txBody>
      <dsp:txXfrm>
        <a:off x="1582" y="2503069"/>
        <a:ext cx="3261093" cy="993653"/>
      </dsp:txXfrm>
    </dsp:sp>
    <dsp:sp modelId="{9CD08533-9E96-9D4A-A4C1-06EDD0CA9079}">
      <dsp:nvSpPr>
        <dsp:cNvPr id="0" name=""/>
        <dsp:cNvSpPr/>
      </dsp:nvSpPr>
      <dsp:spPr>
        <a:xfrm>
          <a:off x="4893223" y="696082"/>
          <a:ext cx="1141382" cy="114138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0CF2D0-5564-6248-88DF-49F06CDA87BB}">
      <dsp:nvSpPr>
        <dsp:cNvPr id="0" name=""/>
        <dsp:cNvSpPr/>
      </dsp:nvSpPr>
      <dsp:spPr>
        <a:xfrm>
          <a:off x="3833367" y="1957892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 dirty="0"/>
            <a:t>AWARENESS</a:t>
          </a:r>
        </a:p>
      </dsp:txBody>
      <dsp:txXfrm>
        <a:off x="3833367" y="1957892"/>
        <a:ext cx="3261093" cy="489164"/>
      </dsp:txXfrm>
    </dsp:sp>
    <dsp:sp modelId="{CF2A1CB8-5189-1E44-888D-9C610D85460B}">
      <dsp:nvSpPr>
        <dsp:cNvPr id="0" name=""/>
        <dsp:cNvSpPr/>
      </dsp:nvSpPr>
      <dsp:spPr>
        <a:xfrm>
          <a:off x="3833367" y="2503069"/>
          <a:ext cx="3261093" cy="993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/>
            <a:t>Awareness and Encouragement towards digital inclusion.</a:t>
          </a:r>
          <a:endParaRPr lang="en-US" sz="1700" kern="1200" dirty="0"/>
        </a:p>
      </dsp:txBody>
      <dsp:txXfrm>
        <a:off x="3833367" y="2503069"/>
        <a:ext cx="3261093" cy="993653"/>
      </dsp:txXfrm>
    </dsp:sp>
    <dsp:sp modelId="{D99184E4-7C0B-4F2F-897A-97C9508CFF18}">
      <dsp:nvSpPr>
        <dsp:cNvPr id="0" name=""/>
        <dsp:cNvSpPr/>
      </dsp:nvSpPr>
      <dsp:spPr>
        <a:xfrm>
          <a:off x="8725008" y="696082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58EF4-B967-4E64-978E-F9D59312EC79}">
      <dsp:nvSpPr>
        <dsp:cNvPr id="0" name=""/>
        <dsp:cNvSpPr/>
      </dsp:nvSpPr>
      <dsp:spPr>
        <a:xfrm>
          <a:off x="7665152" y="1957892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3100" kern="1200" dirty="0"/>
            <a:t>ACTIONS</a:t>
          </a:r>
          <a:endParaRPr lang="en-US" sz="3100" kern="1200" dirty="0"/>
        </a:p>
      </dsp:txBody>
      <dsp:txXfrm>
        <a:off x="7665152" y="1957892"/>
        <a:ext cx="3261093" cy="489164"/>
      </dsp:txXfrm>
    </dsp:sp>
    <dsp:sp modelId="{D6B00E08-5219-4947-A6E4-7E1A78C503DC}">
      <dsp:nvSpPr>
        <dsp:cNvPr id="0" name=""/>
        <dsp:cNvSpPr/>
      </dsp:nvSpPr>
      <dsp:spPr>
        <a:xfrm>
          <a:off x="7665152" y="2503069"/>
          <a:ext cx="3261093" cy="993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/>
            <a:t>Audit digital tools for accessibility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/>
            <a:t>Organize digital literacy workshops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/>
            <a:t>Support inclusive tech policies</a:t>
          </a:r>
          <a:endParaRPr lang="en-US" sz="1700" kern="1200" dirty="0"/>
        </a:p>
      </dsp:txBody>
      <dsp:txXfrm>
        <a:off x="7665152" y="2503069"/>
        <a:ext cx="3261093" cy="9936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B7937-D2D9-CB4F-8F8C-D5A9DEC1F2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A033D-9612-AB40-8B5E-3F54A4581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556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A033D-9612-AB40-8B5E-3F54A4581C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51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A033D-9612-AB40-8B5E-3F54A4581C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85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MY" b="0" i="0" dirty="0">
              <a:solidFill>
                <a:srgbClr val="424242"/>
              </a:solidFill>
              <a:effectLst/>
              <a:latin typeface="Segoe San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A033D-9612-AB40-8B5E-3F54A4581C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74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A033D-9612-AB40-8B5E-3F54A4581C0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60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A033D-9612-AB40-8B5E-3F54A4581C0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33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A033D-9612-AB40-8B5E-3F54A4581C0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57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A033D-9612-AB40-8B5E-3F54A4581C0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95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6A033D-9612-AB40-8B5E-3F54A4581C0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04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8D88-4CF7-5293-D06B-3205DB564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19531-5E24-AFC2-D7B4-65C848661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D9207-6E52-2D33-676D-2E6975D9E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F5542-CDDF-8440-A025-A8013B630A36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1ED5C-9C0D-3B23-A679-D60E90DC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A6D18-81DC-8AA7-2043-98707372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40D0-2E9C-5943-98DA-13D075492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F4E9-F638-F021-077D-75D8A887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E0783-D8D3-6723-FC9B-8BBC932EB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9BA65-838A-9258-F595-C80640E94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F5542-CDDF-8440-A025-A8013B630A36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BEE7E-0A28-BD50-5CE3-37ACF7AB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B046A-C70D-542C-9C80-8F3AEB761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40D0-2E9C-5943-98DA-13D075492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8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E294A-C9A2-9B69-591B-8E9171311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C48A0-1B93-FBB6-9DBA-62E9B47A3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425EA-DDD6-B66B-5DBC-87B9BFA50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F5542-CDDF-8440-A025-A8013B630A36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D3746-F0C9-A890-348F-798C9DB2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E9159-2268-75FE-24C1-FE24D454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40D0-2E9C-5943-98DA-13D075492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89B7-A6F0-6E2B-EB53-1B7771B5B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CAE4E-9F78-25D9-1C3F-9E58A9D02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21E82-642D-F872-3617-CB08877CE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FE3FA-5BEC-4879-9A2C-7A4606F4F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F5542-CDDF-8440-A025-A8013B630A36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EEDD5-C2F8-AD6D-EE1D-1574330A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4F7F6-39E3-9415-D883-0154653C9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40D0-2E9C-5943-98DA-13D075492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3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AD0D1-083C-C7EF-28C5-C774DF0A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FFB52-2194-56D5-F702-0EFA6A7CF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8E98D-9756-F492-08EA-F90CF2622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8EA9B3-7396-9F9C-30F7-E514CFC8C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60243-956D-98CB-1971-2597F239E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0860F4-828F-E0DF-AC3F-489E0EFC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F5542-CDDF-8440-A025-A8013B630A36}" type="datetimeFigureOut">
              <a:rPr lang="en-US" smtClean="0"/>
              <a:t>5/7/25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C572E4-73DD-56B1-1CAD-C07B02005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8E9E28-C000-7A16-AC43-A33B0F001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40D0-2E9C-5943-98DA-13D075492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85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336C-3743-FFE2-3FA3-505F14ED6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211DC8-11B4-F6CA-C5D1-9ECFE12D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F5542-CDDF-8440-A025-A8013B630A36}" type="datetimeFigureOut">
              <a:rPr lang="en-US" smtClean="0"/>
              <a:t>5/7/25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71B39-4B0D-B2F5-2ADC-93FC55B9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21F642-F9FB-80CA-BF17-A5B22960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40D0-2E9C-5943-98DA-13D075492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19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DD5E9-E59A-37B1-F0F3-2643EFF0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F5542-CDDF-8440-A025-A8013B630A36}" type="datetimeFigureOut">
              <a:rPr lang="en-US" smtClean="0"/>
              <a:t>5/7/25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BA841-B296-063A-2984-7E22A4B62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18874-DAA8-7B13-6A42-A400E06E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40D0-2E9C-5943-98DA-13D075492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28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CAD9-05E0-C6EB-33BD-4CE8C6753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A52C-2D43-4A74-2DB1-2F560C440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867B5-4CB1-EB04-4788-3A1DB6A7F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1AA4E-4CB8-98D8-AB77-06A33CF16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F5542-CDDF-8440-A025-A8013B630A36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CA34C-F6AE-B71C-0E41-F95EE123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75CC5-8F5C-1EEB-EEED-ADFE08FF6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40D0-2E9C-5943-98DA-13D075492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68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ADA58-A54A-6A00-E08B-D4180909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BB12EB-B787-71F0-79C0-D915BBCE3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D65FE-EE8B-E4E0-0872-FCD4EA5F8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50FD1-CAC0-AB52-5E62-0445BF3CA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F5542-CDDF-8440-A025-A8013B630A36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5B750-DF09-4E28-0AE2-CF201CAC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F8DD9-8D93-92C2-2EB9-48296B02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40D0-2E9C-5943-98DA-13D075492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0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5132-1611-2C0C-4A79-DFF3DEFD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18D0A-DE8D-9D88-A3DA-34601DB93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CAA24-BAA7-3846-BC14-DC1C9FFA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F5542-CDDF-8440-A025-A8013B630A36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4ACA8-2930-537C-2841-6FCCE2BCE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5186E-BA5D-CD18-BFBB-B7DB39F7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40D0-2E9C-5943-98DA-13D075492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4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A67A8-5352-FC85-8A8E-EE1A8CEF7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A09E3-8EF1-4D55-468B-5BE356488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F19E5-AD52-F949-8A7A-CED9A012E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F5542-CDDF-8440-A025-A8013B630A36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828F3-B238-7E8A-7C1C-940C4155E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34244-0132-55CE-13B6-F42F377B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40D0-2E9C-5943-98DA-13D075492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0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D32D0-BC5F-FD3D-ACE2-392187296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1A75D-6031-2724-7592-5225E74BE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4FEF8-3041-0ACF-B2FC-338986225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F5542-CDDF-8440-A025-A8013B630A36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488CA-C2F3-58D9-41D9-76563006E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25D18-4E34-751B-DE57-26EB2A67A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640D0-2E9C-5943-98DA-13D075492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8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allpaperflare.com/search?wallpaper=malaysia&amp;page=4" TargetMode="External"/><Relationship Id="rId5" Type="http://schemas.openxmlformats.org/officeDocument/2006/relationships/image" Target="../media/image10.jpg"/><Relationship Id="rId4" Type="http://schemas.openxmlformats.org/officeDocument/2006/relationships/hyperlink" Target="https://www.wallpaperflare.com/city-building-structure-petronas-twin-towers-during-nighttime-wallpaper-pzh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tekJjEx46A" TargetMode="External"/><Relationship Id="rId2" Type="http://schemas.openxmlformats.org/officeDocument/2006/relationships/hyperlink" Target="https://www.youtube.com/watch?v=fgw70GOx3C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QDJVqiiSgmM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B3FB6-77EB-C099-8EBB-9210703B5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2816" y="1811651"/>
            <a:ext cx="5204489" cy="3240521"/>
          </a:xfrm>
        </p:spPr>
        <p:txBody>
          <a:bodyPr>
            <a:normAutofit/>
          </a:bodyPr>
          <a:lstStyle/>
          <a:p>
            <a:r>
              <a:rPr lang="en-MY" sz="5400" dirty="0">
                <a:solidFill>
                  <a:schemeClr val="bg1"/>
                </a:solidFill>
              </a:rPr>
              <a:t>Digital Inclusive</a:t>
            </a:r>
            <a:br>
              <a:rPr lang="en-MY" sz="5400" dirty="0">
                <a:solidFill>
                  <a:schemeClr val="bg1"/>
                </a:solidFill>
              </a:rPr>
            </a:br>
            <a:r>
              <a:rPr lang="en-MY" sz="2800" dirty="0">
                <a:solidFill>
                  <a:srgbClr val="FFFF00"/>
                </a:solidFill>
                <a:highlight>
                  <a:srgbClr val="000000"/>
                </a:highlight>
              </a:rPr>
              <a:t>Digital Accessibility</a:t>
            </a:r>
            <a:br>
              <a:rPr lang="en-MY" sz="2800" dirty="0">
                <a:solidFill>
                  <a:srgbClr val="FFFF00"/>
                </a:solidFill>
                <a:highlight>
                  <a:srgbClr val="000000"/>
                </a:highlight>
              </a:rPr>
            </a:br>
            <a:r>
              <a:rPr lang="en-MY" sz="2800" dirty="0">
                <a:solidFill>
                  <a:srgbClr val="FFFF00"/>
                </a:solidFill>
                <a:highlight>
                  <a:srgbClr val="000000"/>
                </a:highlight>
              </a:rPr>
              <a:t>Digital Literacy</a:t>
            </a:r>
            <a:br>
              <a:rPr lang="en-MY" sz="2800" dirty="0">
                <a:solidFill>
                  <a:srgbClr val="FFFF00"/>
                </a:solidFill>
                <a:highlight>
                  <a:srgbClr val="000000"/>
                </a:highlight>
              </a:rPr>
            </a:br>
            <a:r>
              <a:rPr lang="en-MY" sz="2800" dirty="0">
                <a:solidFill>
                  <a:srgbClr val="FFFF00"/>
                </a:solidFill>
                <a:highlight>
                  <a:srgbClr val="000000"/>
                </a:highlight>
              </a:rPr>
              <a:t>Digital Acceptance</a:t>
            </a:r>
            <a:br>
              <a:rPr lang="en-MY" sz="2800" dirty="0">
                <a:highlight>
                  <a:srgbClr val="FFFF00"/>
                </a:highlight>
              </a:rPr>
            </a:br>
            <a:endParaRPr lang="en-US" sz="5400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85C92-3A3E-3E6D-97D6-0AF312B4F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9534" y="6164332"/>
            <a:ext cx="4508641" cy="111641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TS. DR. ROZI NOR HAIZAN NOR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01944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D3F45-A06E-D925-8943-C7A2FCC68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MY" sz="4000"/>
              <a:t>Introduction to Digital Inclusion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DE4CC-97B9-34F9-9EB6-CB6957275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MY" sz="2000"/>
              <a:t>Definition: Ensuring everyone has equal access and ability to use digital technologies.</a:t>
            </a:r>
          </a:p>
          <a:p>
            <a:r>
              <a:rPr lang="en-MY" sz="2000"/>
              <a:t>Importance: Bridges gaps in education, economy, and social engagement.</a:t>
            </a:r>
          </a:p>
          <a:p>
            <a:r>
              <a:rPr lang="en-MY" sz="2000"/>
              <a:t>Key Pillars: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sz="2000"/>
              <a:t>Digital Accessibility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sz="2000"/>
              <a:t>Digital Literacy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sz="2000"/>
              <a:t>Digital Acceptance</a:t>
            </a:r>
          </a:p>
          <a:p>
            <a:endParaRPr lang="en-US" sz="2000"/>
          </a:p>
        </p:txBody>
      </p:sp>
      <p:pic>
        <p:nvPicPr>
          <p:cNvPr id="5" name="Picture 4" descr="Network Technology Background">
            <a:extLst>
              <a:ext uri="{FF2B5EF4-FFF2-40B4-BE49-F238E27FC236}">
                <a16:creationId xmlns:a16="http://schemas.microsoft.com/office/drawing/2014/main" id="{F6D2E6A6-A333-0EDA-B91D-4ED6D7D43E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242" r="6921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671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00017-E332-8C49-BDF4-F3684E691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MY" sz="4000"/>
              <a:t>What is Digital Accessibility?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BC4D5-57B1-3E72-522E-9986F388A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4912"/>
            <a:ext cx="4646905" cy="4031437"/>
          </a:xfrm>
        </p:spPr>
        <p:txBody>
          <a:bodyPr anchor="ctr"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MY" sz="2000" dirty="0"/>
              <a:t>Refers to designing digital products/services usable by people of all 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sz="2000" dirty="0"/>
              <a:t>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2000" dirty="0"/>
              <a:t>Visual (e.g., screen readers, contrast)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2000" dirty="0"/>
              <a:t>Auditory (e.g., captions, transcripts)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2000" dirty="0"/>
              <a:t>Motor (e.g., keyboard navigation)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sz="2000" dirty="0"/>
              <a:t>Cognitive (e.g., simple layouts, easy navigation)</a:t>
            </a:r>
          </a:p>
          <a:p>
            <a:pPr marL="285750" indent="-285750"/>
            <a:r>
              <a:rPr lang="en-MY" sz="2400" dirty="0"/>
              <a:t>Based on Web Content Accessibility Guideline (WCAG)</a:t>
            </a:r>
          </a:p>
          <a:p>
            <a:endParaRPr lang="en-US" sz="2000" dirty="0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4B095014-6394-40A9-C760-10B5DE5D67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90" r="11668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10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1BCDCE-F76C-5933-03AF-226ADDBEE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MY" sz="4000"/>
              <a:t>Why Digital Accessibility Matters</a:t>
            </a:r>
            <a:endParaRPr lang="en-U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65ADA1-154F-5D6C-E856-1A9048922F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81" r="48273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761E6C-CE1C-C8B8-F3EA-38F82C77D3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012985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07092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F4824-4CB7-9380-64A7-9205C9C7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MY" sz="4000"/>
              <a:t>Digital Literacy – A Core Skill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98409-4539-4138-F4B6-D3A0643D1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MY" sz="2000" dirty="0"/>
              <a:t>Definition: Ability to find, evaluate, use, share, and create content using digital tools.</a:t>
            </a:r>
          </a:p>
          <a:p>
            <a:r>
              <a:rPr lang="en-MY" sz="2000" dirty="0"/>
              <a:t>Components:</a:t>
            </a:r>
          </a:p>
          <a:p>
            <a:pPr lvl="1"/>
            <a:r>
              <a:rPr lang="en-MY" sz="2000" dirty="0"/>
              <a:t>Information Literacy (ICT)</a:t>
            </a:r>
          </a:p>
          <a:p>
            <a:pPr lvl="2"/>
            <a:r>
              <a:rPr lang="en-MY" sz="1600" dirty="0"/>
              <a:t>Basic ICT Skills (e.g., email, Word, Google tools)</a:t>
            </a:r>
          </a:p>
          <a:p>
            <a:pPr lvl="1"/>
            <a:r>
              <a:rPr lang="en-MY" sz="2000" dirty="0"/>
              <a:t>Media Literacy (Media)</a:t>
            </a:r>
          </a:p>
          <a:p>
            <a:pPr lvl="1"/>
            <a:r>
              <a:rPr lang="en-MY" sz="2000" dirty="0"/>
              <a:t>Online Safety  Skills</a:t>
            </a:r>
          </a:p>
          <a:p>
            <a:endParaRPr lang="en-US" sz="2000" dirty="0"/>
          </a:p>
        </p:txBody>
      </p:sp>
      <p:pic>
        <p:nvPicPr>
          <p:cNvPr id="14" name="Picture 13" descr="Scribbles on a notebook">
            <a:extLst>
              <a:ext uri="{FF2B5EF4-FFF2-40B4-BE49-F238E27FC236}">
                <a16:creationId xmlns:a16="http://schemas.microsoft.com/office/drawing/2014/main" id="{DC5DC666-4833-02BF-6B87-77F496B74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86" r="31319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9216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560F4-45D1-FC24-F64B-7D2B24F1A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MY" sz="4000"/>
              <a:t>Barriers to Digital Literacy</a:t>
            </a:r>
            <a:endParaRPr lang="en-U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099941-38DF-C8F7-DD53-E83676C908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53" r="24826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5BDD84-D90C-CA08-FA76-6A2E478A1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56275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67436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4935B-1427-EFEF-0CE7-C0FEE07F8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MY" sz="4000"/>
              <a:t>Strategies to Promote Digital Literacy</a:t>
            </a:r>
            <a:endParaRPr lang="en-U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154335-AD24-A5D4-3996-7B9A195036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95" r="27834" b="-1"/>
          <a:stretch/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EBD5E4-E822-3D39-B3C2-36183C5F45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425222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5284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2306D-F74F-C896-CEC5-37BA3F9BE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MY" sz="4000"/>
              <a:t>What is Digital Acceptance?</a:t>
            </a:r>
            <a:endParaRPr lang="en-U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0788D-E6D4-B048-0285-71008C1FF2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707" r="23209" b="-2"/>
          <a:stretch/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985708-07C4-0595-3402-4667D6E0B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088750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58577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104A8D-3B44-9BCE-739A-638689435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MY" sz="4000"/>
              <a:t>Challenges to Digital Acceptance</a:t>
            </a:r>
            <a:endParaRPr lang="en-U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9B75FB-F481-FE20-797A-83BF7B089E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30" r="27070" b="-3"/>
          <a:stretch/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47B4F1-F8D2-5219-4CE7-B2437AB236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404271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29370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C048EA-3E82-FB7D-BC81-62BB8817C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MY" sz="4000">
                <a:solidFill>
                  <a:srgbClr val="FFFFFF"/>
                </a:solidFill>
              </a:rPr>
              <a:t>Encouraging Digital Acceptance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F8C831-87DF-E08D-66DD-2E4A84AE00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88566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43454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3D57B-2841-515F-A8B6-D2144F34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MY" sz="4000">
                <a:solidFill>
                  <a:srgbClr val="FFFFFF"/>
                </a:solidFill>
              </a:rPr>
              <a:t>Interlinking the Three Pillars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315133-8791-1C61-254C-A3B8CEBDD3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91580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36603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9714EB-907A-A240-0832-CD8F8E986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MY" sz="4000">
                <a:solidFill>
                  <a:srgbClr val="FFFFFF"/>
                </a:solidFill>
              </a:rPr>
              <a:t>Case Study: Digital Inclusion in Practice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DC337169-1AB3-67F2-9461-5F4EB6629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037638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7348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3DB0E-C712-7CDD-9A85-25214830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270" y="368625"/>
            <a:ext cx="4974771" cy="1403498"/>
          </a:xfrm>
        </p:spPr>
        <p:txBody>
          <a:bodyPr anchor="b">
            <a:normAutofit/>
          </a:bodyPr>
          <a:lstStyle/>
          <a:p>
            <a:r>
              <a:rPr lang="en-MY" sz="3600">
                <a:solidFill>
                  <a:schemeClr val="bg1"/>
                </a:solidFill>
              </a:rPr>
              <a:t>Case Study: Malaysia’s MyDigital Initiative</a:t>
            </a:r>
            <a:endParaRPr lang="en-US" sz="3600">
              <a:solidFill>
                <a:schemeClr val="bg1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C7DD97-49DC-4BFD-951D-CFF51B976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41571" y="70488"/>
            <a:ext cx="3501861" cy="3501861"/>
            <a:chOff x="4690043" y="291695"/>
            <a:chExt cx="3055711" cy="305571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7DCFDCC-147C-40CA-BFDF-2848A4297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1F8CA31-10D7-4B78-877D-2D21FBE55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76786CF-68E6-476D-909E-8522718B7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5057" y="3240578"/>
            <a:ext cx="3297290" cy="3297290"/>
            <a:chOff x="4690043" y="291695"/>
            <a:chExt cx="3055711" cy="3055711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6D8E882-7D0E-42D7-99C8-D4865D7DA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15F1597-6BCF-45F1-9AC9-B142DD476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EAED1919-54A1-41C9-B30B-A3FF3F58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6220" y="30573"/>
            <a:ext cx="3483100" cy="34831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0828" y="1091857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Fireworks in the sky over Petronas Towers&#10;&#10;Description automatically generated">
            <a:extLst>
              <a:ext uri="{FF2B5EF4-FFF2-40B4-BE49-F238E27FC236}">
                <a16:creationId xmlns:a16="http://schemas.microsoft.com/office/drawing/2014/main" id="{DC585B2E-6F28-2CAC-8DB4-FC8A8F396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465213" y="906457"/>
            <a:ext cx="2584794" cy="1718888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093" y="3195231"/>
            <a:ext cx="3281677" cy="328167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flag with a yellow sun and a blue and white stripe&#10;&#10;Description automatically generated">
            <a:extLst>
              <a:ext uri="{FF2B5EF4-FFF2-40B4-BE49-F238E27FC236}">
                <a16:creationId xmlns:a16="http://schemas.microsoft.com/office/drawing/2014/main" id="{97B7E2A3-FC2B-E41B-BE5A-4293064BD6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40514" y="3982928"/>
            <a:ext cx="2318835" cy="1739126"/>
          </a:xfrm>
          <a:prstGeom prst="rect">
            <a:avLst/>
          </a:prstGeom>
        </p:spPr>
      </p:pic>
      <p:grpSp>
        <p:nvGrpSpPr>
          <p:cNvPr id="49" name="Graphic 4">
            <a:extLst>
              <a:ext uri="{FF2B5EF4-FFF2-40B4-BE49-F238E27FC236}">
                <a16:creationId xmlns:a16="http://schemas.microsoft.com/office/drawing/2014/main" id="{A04977CB-3825-471A-A590-C57F8C350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97585" y="3139252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B4B4814-3BFD-418E-B5B6-9DC3E0023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B775DC1-0C03-424C-81DD-0B6373642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DA07F5D-1F32-483C-8A98-9849D780D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7A913DD-4597-42B1-9728-4127E83A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09FBB02-BC59-4864-8DBC-B2B2BD52B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BD87CAE-98EF-4EA4-B739-3304AB75B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A313AD8-2CA9-4181-84FF-A4EA106FB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0E1FD27-6078-4DDB-85A5-EF3282363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B87154F-1C33-4D96-AD0F-41A911079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9F7C24D-DA96-4B69-9D48-11ED65981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CC3BFF-8D2C-4191-AA89-4B5F07B59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30851AC-DB18-4C88-A8A2-449F772E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A0FBDE6-61C6-4EAD-BEF2-895D802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A861D3C-5355-4A4A-A875-EC40751A7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98E573C-00D7-4371-9CE5-C72044BCA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B74B55B-C24A-4F7B-80B0-59E86E989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61FF18D-542A-4DA3-B579-046996571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5CD3040-DA11-4096-9ECA-0547EB296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DBF68E6-70DC-4C9B-9E36-54DADF5D8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1A82FA5-7042-42C0-82C9-8068C36A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F1F1E10-43A7-49C1-9611-E52FB1BF5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350A35C-3618-4456-8580-7687EDA43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4013BD1-ADEE-4116-8B16-8C5FB3B01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41350A0-245D-42A9-911D-82D77BC3D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8734813-52CA-4809-A0E0-348308DC4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626E127-926A-4623-B87E-6944AA8F4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ADDE53E-0E40-4853-BCF0-9B152D6A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13F1249-54EA-428F-AE2E-A0579B409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52C80D7-048D-4658-A5FE-B698CC4E4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82C20A-8FDC-4735-9608-AD288081F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FB7CA94-32F3-403F-9F2B-1E2F701E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066606C-4588-4163-AD08-3AC14040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B8565D18-023F-46E0-B825-199BFEAD6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F96FBB7-2ED0-47E0-9016-421EC9D3D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CFFB9F2-9F7C-43A4-A9E6-1EE70C00B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0421F39C-6A35-4CF1-8E72-2A897C1F8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DA5561C-BFBA-4EA2-8A59-2910A2CDF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9F79817-A1A8-459C-A1DA-1639CC4EF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0C5931-2980-4D21-A6AF-33BBB2B4A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130F5F5-6F7C-41EE-8CBB-1D0839C6F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671993A-EC69-4341-90B1-F23F6EA5A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56C4EAD-EE30-43C6-99BC-D4CB4EE9E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00981292-8C2D-477F-BFC1-A0C971DE4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EB673EB-AAA5-41CD-BD9E-19C05381C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0F0673-73C3-44AE-9E98-EE65ADB27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908B8D8-11C7-4C6B-9642-2AAD37E24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F2F92D7-98B0-4E76-B8C6-AADDDBFCC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EC8DDD7-9501-4B67-9C31-6D5930A2B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57BD5C40-C542-47FD-9C2B-EE136CB97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D4CE941A-9B71-4C39-B230-20A18D89B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718F172-45D8-46D9-A359-D8A51BE64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51EDA59-37F4-47C4-9579-A4EE16156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CF25555-9B27-45F5-BDE8-EC65FC7B9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18D4CBF-5079-4BCF-996F-48C5BD1DC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99F779A-FDDF-4E15-A19E-D734C95A5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8510558-1546-41C7-819E-0C4056E54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371F762-3D9D-459C-AC86-3183843A4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DECEFE0-53BB-47FB-97D7-AE0B0E319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D7521B5-463A-40A3-BE61-B1CAE3307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A3596C1-0483-4496-8755-DB608479D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89261538-C799-4246-B1B3-B3F5B09A0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FDE36D9-78E7-44D9-BC0F-1BAFDE5B3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B9D93E5-4ECA-4C24-9FF6-AC8133427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4C35E97-1F66-4BFD-AE92-7EBC84F1D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BF299A-A3D1-430D-80FF-B080C6FC6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E7CF736-D3DE-4C5E-AA1F-DC4C8AA3A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396DF6B-432E-4903-B1AA-D3531FF8A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ECDFD65-3965-4589-A4C2-16510946F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A8C54E5-84FF-4F13-AA46-FED8E8DAD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CA2236-A9B4-439E-9BAB-56AE965F6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9441778-3D1A-4F75-A5A1-7214DAFB1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9B9AA094-8F15-4A0C-AA38-346BD5DDC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9958CA-594A-4498-84BE-F61BFC5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DFCE354-2B72-4480-97DE-E882906FD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C973E6C-6BC5-4FF1-8ECA-861597312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64FCB3C-7129-40FC-B584-150E5E62F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E211C60F-B3FE-47DD-BD11-D33173634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D3EA065-68A6-4DD0-99BA-645480D4A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B6AC294-B9BA-4C59-B08A-53548D610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95F31034-2EF3-4F10-85B8-454316F2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A87A0E7-AF0B-4A66-AFF6-689E7D388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D8E5EAF-B0C7-4E80-92EF-0209B4FE7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AA01C3F-AD71-4F07-8664-821309948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A30EC962-F7C8-4F17-A8EB-8EC64ADEF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A0DA527-FFEF-4AB6-B38F-FDF228D5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AB5776C-CF29-46E0-9A73-03A318AE6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45572D84-640D-47CC-A862-6DCF1A73E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0F9CD199-6195-4F64-9E22-94AD9D760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35BC72FF-17EE-425A-B62A-2E024A6D7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6F3AB89-E7FF-4C05-9243-32DF9B4DF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ABD659D-3754-4F63-9C8D-54AB1549E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C9DF2EF3-55C8-4745-9F55-24B60215D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13C67022-CC78-4114-891A-C34637A61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A0F93252-C331-4CBB-B4F8-6B12B3903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F4537F3-EDF5-4626-AFBE-4488E014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3848604B-6F7A-4A76-96F8-6B7BE1FE8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3D47B0C-A018-4B2C-898B-2391FC845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3DD4A89-CBC7-4BEE-AF16-D76807C08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E63C3831-F632-40D9-84E9-FEDA73C6B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D39FEFA-CF2D-47D2-A180-417199AE8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987F2FB4-CAFE-4018-A06E-5BAB572FF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C990CED-1FA9-4850-8469-146002770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95BF6636-258D-497B-ABBF-1813F114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7D9B40C-72EA-4EFC-B711-9F7828061E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54702A9-BABD-4005-8B4D-991D3CFBE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1E860B77-3AB6-46A1-9CE3-37D976AF4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92ABAA7-B221-4C32-8F87-ABBAE21AD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81D416EA-36C9-4DC6-A012-0C0F3FDF7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7F4DF81-59CD-4438-AA36-8F1BCCF97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77C64A27-32D1-40C4-B94F-1093B6DE6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4797AB82-41AF-4856-AFC1-222C6DBC7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0C1D340-365C-4212-A0FE-D7D06095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493915A-115F-4720-86A4-853B73230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B7C4C77-1BED-4D31-8452-96E6F6B2A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98B04703-29C2-4A3B-AF19-7434D788E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6557C845-906D-43D8-92DE-72EF460687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5858061-043C-4334-BFCE-D9F77366A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B825429-701A-43D0-83FA-2AF61D842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633109C-AACA-40CF-B41E-488FD4884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7558F3F-5D90-45F4-AA12-07ED3A519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51DD258-CE67-424A-BF5B-AFFA82B56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400BE62-7130-4D75-B3AB-AA78B0224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2DE0A40-C470-4BF2-86BE-950D01B0C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FD0A8776-E748-4D71-999B-FF5213CB4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9868C751-1379-453B-AC78-C61BCDFD7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B5E0827-B184-45E4-BE8A-A6E9B4456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528E9365-B34E-471B-B5F5-7D7AA0226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E32C453C-483A-468F-8AE5-9653EE06C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206E38D-8DBE-4126-8CAC-F737F5835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ED5D9B69-81D5-4D7D-875B-4E07EC457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E5212BDC-A49B-4150-8C9A-BFD08D9E1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D8A2BE4D-B38F-4C4C-A82F-FABB3DE99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4EFD994-9359-4615-BFA9-DFCC942F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4205EAC6-6E11-4106-A079-7E9F2F62C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DDCF5F4-CA05-4922-AF4B-F9629D6F3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113CF3-AB25-42A2-8DE0-735C1F40C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B5092A3-B3FA-4AC8-82C3-FA386B848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8F8F5D2-8958-4ED5-94E8-B4AB9F442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87D2E7CC-7DFE-42C8-9E78-44777D7B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E57A90F-A41A-4C97-8EA3-ADD911EDD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9C217A0-4087-4422-8635-C74D0B13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C0E89CF-75CB-4D42-9E44-ADF284D84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5564F9F3-0D82-4874-9440-38F3AF917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8E318789-20ED-497A-AFEB-3280B07AB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2256C04-2807-49A4-93C3-95542421D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14FBD6ED-2E68-4F38-BF88-DC75DAECA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AF7BF2B0-9477-4227-9CDB-98E8AF7C1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7B6B9DAA-B992-45AD-A992-9CDFB41B9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8DE418D1-D67F-4FD8-BA49-CC986A712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39AB1E1F-243A-489C-8753-69078993E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F5E4BFF9-A8A8-4B08-AC59-228B81E0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D3D80DFA-96DF-4CD6-B136-557368FF3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1ED3E86E-8BEE-463D-A646-180ABD21F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ADD483A5-049C-4EBA-B2D1-910117903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1116FEF0-D89A-43D8-B160-04E86A39F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517D6EEA-1BB1-4EC1-87B7-2CAFBE348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2EBD1224-D8F1-4976-BE1F-B4ABB071A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DEBB9B87-CACC-4819-BEFA-C8A0C1AF2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5259DF1F-DEAD-492D-AFEE-BA7BB1A7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D3573A36-F1A6-4532-829C-AE49B7CE2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F1A8D26A-350C-45FE-AA87-4AC5C0568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044A982-3E0F-4D17-9104-27E2D2D2F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68EB580A-7544-41A1-AE10-5C52B00FB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65DBF4F2-4158-4DA7-AF14-7F9DDF07B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F43513B1-0D48-4482-AA4E-2046DE585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AC04BF60-8F64-4663-A8B4-D8BC1943B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1B9A4999-4058-4260-B3D7-A8B6C1361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9FCBE72-DC7B-42FD-B59A-E1714802E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FC3A23A-4EDB-4DD4-B293-746E0255A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14695-0F68-672C-D306-31988986C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958550"/>
            <a:ext cx="4974771" cy="3810301"/>
          </a:xfrm>
        </p:spPr>
        <p:txBody>
          <a:bodyPr anchor="t">
            <a:normAutofit/>
          </a:bodyPr>
          <a:lstStyle/>
          <a:p>
            <a:r>
              <a:rPr lang="en-MY" sz="2000">
                <a:solidFill>
                  <a:schemeClr val="bg1"/>
                </a:solidFill>
              </a:rPr>
              <a:t>National initiative to transform Malaysia into a digitally-driven, high income nation.</a:t>
            </a:r>
          </a:p>
          <a:p>
            <a:r>
              <a:rPr lang="en-MY" sz="2000">
                <a:solidFill>
                  <a:schemeClr val="bg1"/>
                </a:solidFill>
              </a:rPr>
              <a:t>Focuses on expanding digital infrastructure and bridging digital divide.</a:t>
            </a:r>
          </a:p>
          <a:p>
            <a:r>
              <a:rPr lang="en-MY" sz="2000">
                <a:solidFill>
                  <a:schemeClr val="bg1"/>
                </a:solidFill>
              </a:rPr>
              <a:t>Includes digital literacy programs for citizens and businesses.</a:t>
            </a:r>
          </a:p>
          <a:p>
            <a:r>
              <a:rPr lang="en-MY" sz="2000">
                <a:solidFill>
                  <a:schemeClr val="bg1"/>
                </a:solidFill>
              </a:rPr>
              <a:t>Emphasizes accessibility in public digital services.</a:t>
            </a:r>
          </a:p>
          <a:p>
            <a:r>
              <a:rPr lang="en-MY" sz="2000">
                <a:solidFill>
                  <a:schemeClr val="bg1"/>
                </a:solidFill>
              </a:rPr>
              <a:t>Aims to build trust and promote digital acceptance through secure platforms.</a:t>
            </a:r>
          </a:p>
          <a:p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961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3D7D6B-DFB8-4688-47F9-71E7E35A9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Related References: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EA19C2-E1FF-0F2F-CA27-AC742276A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MY" sz="2000" b="1" i="0" dirty="0">
                <a:effectLst/>
                <a:latin typeface="Roboto" panose="02000000000000000000" pitchFamily="2" charset="0"/>
              </a:rPr>
              <a:t>Introducing Malaysia Digital, the New National Strategic Initiative </a:t>
            </a:r>
          </a:p>
          <a:p>
            <a:pPr marL="0" indent="0">
              <a:buNone/>
            </a:pPr>
            <a:r>
              <a:rPr lang="en-US" sz="2000" dirty="0">
                <a:hlinkClick r:id="rId2"/>
              </a:rPr>
              <a:t>https://www.youtube.com/watch?v</a:t>
            </a:r>
            <a:r>
              <a:rPr lang="en-US" sz="2000">
                <a:hlinkClick r:id="rId2"/>
              </a:rPr>
              <a:t>=fgw70GOx3CM</a:t>
            </a:r>
            <a:endParaRPr lang="en-US" sz="2000"/>
          </a:p>
          <a:p>
            <a:pPr marL="0" indent="0">
              <a:buNone/>
            </a:pPr>
            <a:endParaRPr lang="en-US" sz="2000" dirty="0"/>
          </a:p>
          <a:p>
            <a:r>
              <a:rPr lang="en-MY" sz="2000" b="1" i="0" dirty="0" err="1">
                <a:effectLst/>
                <a:latin typeface="Roboto" panose="02000000000000000000" pitchFamily="2" charset="0"/>
              </a:rPr>
              <a:t>MyDigitalMaker</a:t>
            </a:r>
            <a:r>
              <a:rPr lang="en-MY" sz="2000" b="1" i="0" dirty="0">
                <a:effectLst/>
                <a:latin typeface="Roboto" panose="02000000000000000000" pitchFamily="2" charset="0"/>
              </a:rPr>
              <a:t> Initiative</a:t>
            </a:r>
          </a:p>
          <a:p>
            <a:pPr marL="0" indent="0">
              <a:buNone/>
            </a:pPr>
            <a:r>
              <a:rPr lang="en-US" sz="2000" dirty="0">
                <a:hlinkClick r:id="rId3"/>
              </a:rPr>
              <a:t>https://www.youtube.com/watch?v=rtekJjEx46A</a:t>
            </a:r>
            <a:endParaRPr lang="en-US" sz="2000" dirty="0"/>
          </a:p>
          <a:p>
            <a:pPr marL="0" indent="0">
              <a:buNone/>
            </a:pPr>
            <a:endParaRPr lang="en-MY" sz="2000" b="1" i="0" dirty="0">
              <a:effectLst/>
              <a:latin typeface="Roboto" panose="02000000000000000000" pitchFamily="2" charset="0"/>
            </a:endParaRPr>
          </a:p>
          <a:p>
            <a:r>
              <a:rPr lang="en-MY" sz="2000" b="1" i="0" dirty="0">
                <a:effectLst/>
                <a:latin typeface="Roboto" panose="02000000000000000000" pitchFamily="2" charset="0"/>
              </a:rPr>
              <a:t>Malaysia's Commitment to Digital Transformation</a:t>
            </a:r>
          </a:p>
          <a:p>
            <a:pPr marL="0" indent="0">
              <a:buNone/>
            </a:pPr>
            <a:r>
              <a:rPr lang="en-US" sz="2000" dirty="0">
                <a:hlinkClick r:id="rId4"/>
              </a:rPr>
              <a:t>https://www.youtube.com/watch?v=QDJVqiiSgmM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MY" sz="2000" b="1" i="0" dirty="0" err="1">
                <a:effectLst/>
                <a:latin typeface="Roboto" panose="02000000000000000000" pitchFamily="2" charset="0"/>
              </a:rPr>
              <a:t>MyDigital</a:t>
            </a:r>
            <a:r>
              <a:rPr lang="en-MY" sz="2000" b="1" i="0" dirty="0">
                <a:effectLst/>
                <a:latin typeface="Roboto" panose="02000000000000000000" pitchFamily="2" charset="0"/>
              </a:rPr>
              <a:t> ID Malaysia</a:t>
            </a:r>
          </a:p>
          <a:p>
            <a:pPr marL="0" indent="0">
              <a:buNone/>
            </a:pPr>
            <a:r>
              <a:rPr lang="en-MY" sz="2000" b="1" i="0" dirty="0">
                <a:effectLst/>
                <a:latin typeface="Roboto" panose="02000000000000000000" pitchFamily="2" charset="0"/>
              </a:rPr>
              <a:t>https://</a:t>
            </a:r>
            <a:r>
              <a:rPr lang="en-MY" sz="2000" b="1" i="0" dirty="0" err="1">
                <a:effectLst/>
                <a:latin typeface="Roboto" panose="02000000000000000000" pitchFamily="2" charset="0"/>
              </a:rPr>
              <a:t>www.youtube.com</a:t>
            </a:r>
            <a:r>
              <a:rPr lang="en-MY" sz="2000" b="1" i="0" dirty="0">
                <a:effectLst/>
                <a:latin typeface="Roboto" panose="02000000000000000000" pitchFamily="2" charset="0"/>
              </a:rPr>
              <a:t>/</a:t>
            </a:r>
            <a:r>
              <a:rPr lang="en-MY" sz="2000" b="1" i="0" dirty="0" err="1">
                <a:effectLst/>
                <a:latin typeface="Roboto" panose="02000000000000000000" pitchFamily="2" charset="0"/>
              </a:rPr>
              <a:t>watch?v</a:t>
            </a:r>
            <a:r>
              <a:rPr lang="en-MY" sz="2000" b="1" i="0" dirty="0">
                <a:effectLst/>
                <a:latin typeface="Roboto" panose="02000000000000000000" pitchFamily="2" charset="0"/>
              </a:rPr>
              <a:t>=9TWa_BaDRR8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80785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C5A82-96F2-73DF-254E-5698BE130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MY" sz="4000">
                <a:solidFill>
                  <a:srgbClr val="FFFFFF"/>
                </a:solidFill>
              </a:rPr>
              <a:t>Conclusion and Call to Action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932A45-DB4C-9B25-8424-519FEA21D4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96610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624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596</Words>
  <Application>Microsoft Macintosh PowerPoint</Application>
  <PresentationFormat>Widescreen</PresentationFormat>
  <Paragraphs>100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Roboto</vt:lpstr>
      <vt:lpstr>Segoe Sans</vt:lpstr>
      <vt:lpstr>Office Theme</vt:lpstr>
      <vt:lpstr>Digital Inclusive Digital Accessibility Digital Literacy Digital Acceptance </vt:lpstr>
      <vt:lpstr>Introduction to Digital Inclusion</vt:lpstr>
      <vt:lpstr>What is Digital Accessibility?</vt:lpstr>
      <vt:lpstr>Why Digital Accessibility Matters</vt:lpstr>
      <vt:lpstr>Digital Literacy – A Core Skill</vt:lpstr>
      <vt:lpstr>Barriers to Digital Literacy</vt:lpstr>
      <vt:lpstr>Strategies to Promote Digital Literacy</vt:lpstr>
      <vt:lpstr>What is Digital Acceptance?</vt:lpstr>
      <vt:lpstr>Challenges to Digital Acceptance</vt:lpstr>
      <vt:lpstr>Encouraging Digital Acceptance</vt:lpstr>
      <vt:lpstr>Interlinking the Three Pillars</vt:lpstr>
      <vt:lpstr>Case Study: Digital Inclusion in Practice</vt:lpstr>
      <vt:lpstr>Case Study: Malaysia’s MyDigital Initiative</vt:lpstr>
      <vt:lpstr>Related References:</vt:lpstr>
      <vt:lpstr>Conclusion and Call to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ROZI NOR HAIZAN BINTI NOR</dc:creator>
  <cp:lastModifiedBy>ROZI NOR HAIZAN BINTI NOR</cp:lastModifiedBy>
  <cp:revision>9</cp:revision>
  <dcterms:created xsi:type="dcterms:W3CDTF">2025-05-06T03:48:22Z</dcterms:created>
  <dcterms:modified xsi:type="dcterms:W3CDTF">2025-05-07T04:55:58Z</dcterms:modified>
</cp:coreProperties>
</file>