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83"/>
  </p:notesMasterIdLst>
  <p:sldIdLst>
    <p:sldId id="339" r:id="rId2"/>
    <p:sldId id="257" r:id="rId3"/>
    <p:sldId id="258" r:id="rId4"/>
    <p:sldId id="259" r:id="rId5"/>
    <p:sldId id="332" r:id="rId6"/>
    <p:sldId id="262" r:id="rId7"/>
    <p:sldId id="263" r:id="rId8"/>
    <p:sldId id="264" r:id="rId9"/>
    <p:sldId id="265" r:id="rId10"/>
    <p:sldId id="266" r:id="rId11"/>
    <p:sldId id="337" r:id="rId12"/>
    <p:sldId id="267" r:id="rId13"/>
    <p:sldId id="336" r:id="rId14"/>
    <p:sldId id="334" r:id="rId15"/>
    <p:sldId id="268" r:id="rId16"/>
    <p:sldId id="335" r:id="rId17"/>
    <p:sldId id="269" r:id="rId18"/>
    <p:sldId id="333"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38"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bg1"/>
        </a:solidFill>
        <a:latin typeface="Times New Roman" charset="0"/>
        <a:ea typeface="MS Gothic" charset="-128"/>
        <a:cs typeface="+mn-cs"/>
      </a:defRPr>
    </a:lvl1pPr>
    <a:lvl2pPr marL="457200" algn="l" rtl="0" eaLnBrk="0" fontAlgn="base" hangingPunct="0">
      <a:spcBef>
        <a:spcPct val="0"/>
      </a:spcBef>
      <a:spcAft>
        <a:spcPct val="0"/>
      </a:spcAft>
      <a:defRPr kern="1200">
        <a:solidFill>
          <a:schemeClr val="bg1"/>
        </a:solidFill>
        <a:latin typeface="Times New Roman" charset="0"/>
        <a:ea typeface="MS Gothic" charset="-128"/>
        <a:cs typeface="+mn-cs"/>
      </a:defRPr>
    </a:lvl2pPr>
    <a:lvl3pPr marL="914400" algn="l" rtl="0" eaLnBrk="0" fontAlgn="base" hangingPunct="0">
      <a:spcBef>
        <a:spcPct val="0"/>
      </a:spcBef>
      <a:spcAft>
        <a:spcPct val="0"/>
      </a:spcAft>
      <a:defRPr kern="1200">
        <a:solidFill>
          <a:schemeClr val="bg1"/>
        </a:solidFill>
        <a:latin typeface="Times New Roman" charset="0"/>
        <a:ea typeface="MS Gothic" charset="-128"/>
        <a:cs typeface="+mn-cs"/>
      </a:defRPr>
    </a:lvl3pPr>
    <a:lvl4pPr marL="1371600" algn="l" rtl="0" eaLnBrk="0" fontAlgn="base" hangingPunct="0">
      <a:spcBef>
        <a:spcPct val="0"/>
      </a:spcBef>
      <a:spcAft>
        <a:spcPct val="0"/>
      </a:spcAft>
      <a:defRPr kern="1200">
        <a:solidFill>
          <a:schemeClr val="bg1"/>
        </a:solidFill>
        <a:latin typeface="Times New Roman" charset="0"/>
        <a:ea typeface="MS Gothic" charset="-128"/>
        <a:cs typeface="+mn-cs"/>
      </a:defRPr>
    </a:lvl4pPr>
    <a:lvl5pPr marL="1828800" algn="l" rtl="0" eaLnBrk="0" fontAlgn="base" hangingPunct="0">
      <a:spcBef>
        <a:spcPct val="0"/>
      </a:spcBef>
      <a:spcAft>
        <a:spcPct val="0"/>
      </a:spcAft>
      <a:defRPr kern="1200">
        <a:solidFill>
          <a:schemeClr val="bg1"/>
        </a:solidFill>
        <a:latin typeface="Times New Roman" charset="0"/>
        <a:ea typeface="MS Gothic" charset="-128"/>
        <a:cs typeface="+mn-cs"/>
      </a:defRPr>
    </a:lvl5pPr>
    <a:lvl6pPr marL="2286000" algn="l" defTabSz="914400" rtl="0" eaLnBrk="1" latinLnBrk="0" hangingPunct="1">
      <a:defRPr kern="1200">
        <a:solidFill>
          <a:schemeClr val="bg1"/>
        </a:solidFill>
        <a:latin typeface="Times New Roman" charset="0"/>
        <a:ea typeface="MS Gothic" charset="-128"/>
        <a:cs typeface="+mn-cs"/>
      </a:defRPr>
    </a:lvl6pPr>
    <a:lvl7pPr marL="2743200" algn="l" defTabSz="914400" rtl="0" eaLnBrk="1" latinLnBrk="0" hangingPunct="1">
      <a:defRPr kern="1200">
        <a:solidFill>
          <a:schemeClr val="bg1"/>
        </a:solidFill>
        <a:latin typeface="Times New Roman" charset="0"/>
        <a:ea typeface="MS Gothic" charset="-128"/>
        <a:cs typeface="+mn-cs"/>
      </a:defRPr>
    </a:lvl7pPr>
    <a:lvl8pPr marL="3200400" algn="l" defTabSz="914400" rtl="0" eaLnBrk="1" latinLnBrk="0" hangingPunct="1">
      <a:defRPr kern="1200">
        <a:solidFill>
          <a:schemeClr val="bg1"/>
        </a:solidFill>
        <a:latin typeface="Times New Roman" charset="0"/>
        <a:ea typeface="MS Gothic" charset="-128"/>
        <a:cs typeface="+mn-cs"/>
      </a:defRPr>
    </a:lvl8pPr>
    <a:lvl9pPr marL="3657600" algn="l" defTabSz="914400" rtl="0" eaLnBrk="1" latinLnBrk="0" hangingPunct="1">
      <a:defRPr kern="1200">
        <a:solidFill>
          <a:schemeClr val="bg1"/>
        </a:solidFill>
        <a:latin typeface="Times New Roman" charset="0"/>
        <a:ea typeface="MS Gothic"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0839"/>
  </p:normalViewPr>
  <p:slideViewPr>
    <p:cSldViewPr>
      <p:cViewPr varScale="1">
        <p:scale>
          <a:sx n="100" d="100"/>
          <a:sy n="100" d="100"/>
        </p:scale>
        <p:origin x="2520" y="17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1872"/>
    </p:cViewPr>
  </p:sorter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0" y="0"/>
            <a:ext cx="6858000" cy="9144000"/>
          </a:xfrm>
          <a:prstGeom prst="roundRect">
            <a:avLst>
              <a:gd name="adj" fmla="val 23"/>
            </a:avLst>
          </a:prstGeom>
          <a:solidFill>
            <a:srgbClr val="FFFFFF"/>
          </a:solidFill>
          <a:ln w="9360">
            <a:noFill/>
            <a:round/>
            <a:headEnd/>
            <a:tailEnd/>
          </a:ln>
        </p:spPr>
        <p:txBody>
          <a:bodyPr wrap="none" anchor="ctr"/>
          <a:lstStyle/>
          <a:p>
            <a:pPr>
              <a:defRPr/>
            </a:pPr>
            <a:endParaRPr lang="en-US">
              <a:latin typeface="Times New Roman" pitchFamily="18" charset="0"/>
              <a:ea typeface="+mn-ea"/>
            </a:endParaRPr>
          </a:p>
        </p:txBody>
      </p:sp>
      <p:sp>
        <p:nvSpPr>
          <p:cNvPr id="3074" name="AutoShape 2"/>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5" name="AutoShape 3"/>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6" name="AutoShape 4"/>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7" name="AutoShape 5"/>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8" name="AutoShape 6"/>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3079" name="AutoShape 7"/>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latin typeface="Times New Roman" pitchFamily="18" charset="0"/>
              <a:ea typeface="+mn-ea"/>
            </a:endParaRPr>
          </a:p>
        </p:txBody>
      </p:sp>
      <p:sp>
        <p:nvSpPr>
          <p:cNvPr id="92169" name="Rectangle 8"/>
          <p:cNvSpPr>
            <a:spLocks noGrp="1" noRot="1" noChangeAspect="1" noChangeArrowheads="1" noTextEdit="1"/>
          </p:cNvSpPr>
          <p:nvPr>
            <p:ph type="sldImg"/>
          </p:nvPr>
        </p:nvSpPr>
        <p:spPr bwMode="auto">
          <a:xfrm>
            <a:off x="0" y="303213"/>
            <a:ext cx="1588" cy="15286037"/>
          </a:xfrm>
          <a:prstGeom prst="rect">
            <a:avLst/>
          </a:prstGeom>
          <a:solidFill>
            <a:srgbClr val="FFFFFF"/>
          </a:solidFill>
          <a:ln w="9525">
            <a:solidFill>
              <a:srgbClr val="000000"/>
            </a:solidFill>
            <a:miter lim="800000"/>
            <a:headEnd/>
            <a:tailEnd/>
          </a:ln>
        </p:spPr>
      </p:sp>
      <p:sp>
        <p:nvSpPr>
          <p:cNvPr id="3081" name="Rectangle 9"/>
          <p:cNvSpPr txBox="1">
            <a:spLocks noGrp="1" noChangeArrowheads="1"/>
          </p:cNvSpPr>
          <p:nvPr>
            <p:ph type="body" idx="1"/>
          </p:nvPr>
        </p:nvSpPr>
        <p:spPr bwMode="auto">
          <a:xfrm>
            <a:off x="503238" y="4316413"/>
            <a:ext cx="5856287" cy="40592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val="1349416473"/>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1025"/>
          <p:cNvSpPr>
            <a:spLocks noGrp="1" noRot="1" noChangeAspect="1" noChangeArrowheads="1" noTextEdit="1"/>
          </p:cNvSpPr>
          <p:nvPr>
            <p:ph type="sldImg"/>
          </p:nvPr>
        </p:nvSpPr>
        <p:spPr>
          <a:xfrm>
            <a:off x="0" y="303213"/>
            <a:ext cx="1588" cy="1587"/>
          </a:xfrm>
          <a:ln/>
        </p:spPr>
      </p:sp>
      <p:sp>
        <p:nvSpPr>
          <p:cNvPr id="93187"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1025"/>
          <p:cNvSpPr>
            <a:spLocks noGrp="1" noRot="1" noChangeAspect="1" noChangeArrowheads="1" noTextEdit="1"/>
          </p:cNvSpPr>
          <p:nvPr>
            <p:ph type="sldImg"/>
          </p:nvPr>
        </p:nvSpPr>
        <p:spPr>
          <a:xfrm>
            <a:off x="0" y="303213"/>
            <a:ext cx="1588" cy="1587"/>
          </a:xfrm>
          <a:ln/>
        </p:spPr>
      </p:sp>
      <p:sp>
        <p:nvSpPr>
          <p:cNvPr id="94211"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1025"/>
          <p:cNvSpPr>
            <a:spLocks noGrp="1" noRot="1" noChangeAspect="1" noChangeArrowheads="1" noTextEdit="1"/>
          </p:cNvSpPr>
          <p:nvPr>
            <p:ph type="sldImg"/>
          </p:nvPr>
        </p:nvSpPr>
        <p:spPr>
          <a:xfrm>
            <a:off x="0" y="303213"/>
            <a:ext cx="1588" cy="1587"/>
          </a:xfrm>
          <a:ln/>
        </p:spPr>
      </p:sp>
      <p:sp>
        <p:nvSpPr>
          <p:cNvPr id="95235"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1025"/>
          <p:cNvSpPr>
            <a:spLocks noGrp="1" noRot="1" noChangeAspect="1" noChangeArrowheads="1" noTextEdit="1"/>
          </p:cNvSpPr>
          <p:nvPr>
            <p:ph type="sldImg"/>
          </p:nvPr>
        </p:nvSpPr>
        <p:spPr>
          <a:xfrm>
            <a:off x="0" y="303213"/>
            <a:ext cx="1588" cy="1587"/>
          </a:xfrm>
          <a:ln/>
        </p:spPr>
      </p:sp>
      <p:sp>
        <p:nvSpPr>
          <p:cNvPr id="96259"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1025"/>
          <p:cNvSpPr>
            <a:spLocks noGrp="1" noRot="1" noChangeAspect="1" noChangeArrowheads="1" noTextEdit="1"/>
          </p:cNvSpPr>
          <p:nvPr>
            <p:ph type="sldImg"/>
          </p:nvPr>
        </p:nvSpPr>
        <p:spPr>
          <a:xfrm>
            <a:off x="0" y="303213"/>
            <a:ext cx="1588" cy="1587"/>
          </a:xfrm>
          <a:ln/>
        </p:spPr>
      </p:sp>
      <p:sp>
        <p:nvSpPr>
          <p:cNvPr id="97283"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1025"/>
          <p:cNvSpPr>
            <a:spLocks noGrp="1" noRot="1" noChangeAspect="1" noChangeArrowheads="1" noTextEdit="1"/>
          </p:cNvSpPr>
          <p:nvPr>
            <p:ph type="sldImg"/>
          </p:nvPr>
        </p:nvSpPr>
        <p:spPr>
          <a:xfrm>
            <a:off x="0" y="303213"/>
            <a:ext cx="1588" cy="1587"/>
          </a:xfrm>
          <a:ln/>
        </p:spPr>
      </p:sp>
      <p:sp>
        <p:nvSpPr>
          <p:cNvPr id="98307"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1"/>
          <p:cNvSpPr>
            <a:spLocks noGrp="1" noRot="1" noChangeAspect="1" noChangeArrowheads="1" noTextEdit="1"/>
          </p:cNvSpPr>
          <p:nvPr>
            <p:ph type="sldImg"/>
          </p:nvPr>
        </p:nvSpPr>
        <p:spPr>
          <a:xfrm>
            <a:off x="0" y="303213"/>
            <a:ext cx="1588" cy="1587"/>
          </a:xfrm>
          <a:ln/>
        </p:spPr>
      </p:sp>
      <p:sp>
        <p:nvSpPr>
          <p:cNvPr id="9933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1"/>
          <p:cNvSpPr>
            <a:spLocks noGrp="1" noRot="1" noChangeAspect="1" noChangeArrowheads="1" noTextEdit="1"/>
          </p:cNvSpPr>
          <p:nvPr>
            <p:ph type="sldImg"/>
          </p:nvPr>
        </p:nvSpPr>
        <p:spPr>
          <a:xfrm>
            <a:off x="0" y="303213"/>
            <a:ext cx="1588" cy="1587"/>
          </a:xfrm>
          <a:ln/>
        </p:spPr>
      </p:sp>
      <p:sp>
        <p:nvSpPr>
          <p:cNvPr id="10035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1"/>
          <p:cNvSpPr>
            <a:spLocks noGrp="1" noRot="1" noChangeAspect="1" noChangeArrowheads="1" noTextEdit="1"/>
          </p:cNvSpPr>
          <p:nvPr>
            <p:ph type="sldImg"/>
          </p:nvPr>
        </p:nvSpPr>
        <p:spPr>
          <a:xfrm>
            <a:off x="0" y="303213"/>
            <a:ext cx="1588" cy="1587"/>
          </a:xfrm>
          <a:ln/>
        </p:spPr>
      </p:sp>
      <p:sp>
        <p:nvSpPr>
          <p:cNvPr id="10137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1"/>
          <p:cNvSpPr>
            <a:spLocks noGrp="1" noRot="1" noChangeAspect="1" noChangeArrowheads="1" noTextEdit="1"/>
          </p:cNvSpPr>
          <p:nvPr>
            <p:ph type="sldImg"/>
          </p:nvPr>
        </p:nvSpPr>
        <p:spPr>
          <a:xfrm>
            <a:off x="0" y="303213"/>
            <a:ext cx="1588" cy="1587"/>
          </a:xfrm>
          <a:ln/>
        </p:spPr>
      </p:sp>
      <p:sp>
        <p:nvSpPr>
          <p:cNvPr id="10240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1"/>
          <p:cNvSpPr>
            <a:spLocks noGrp="1" noRot="1" noChangeAspect="1" noChangeArrowheads="1" noTextEdit="1"/>
          </p:cNvSpPr>
          <p:nvPr>
            <p:ph type="sldImg"/>
          </p:nvPr>
        </p:nvSpPr>
        <p:spPr>
          <a:xfrm>
            <a:off x="0" y="303213"/>
            <a:ext cx="1588" cy="1587"/>
          </a:xfrm>
          <a:ln/>
        </p:spPr>
      </p:sp>
      <p:sp>
        <p:nvSpPr>
          <p:cNvPr id="10342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1"/>
          <p:cNvSpPr>
            <a:spLocks noGrp="1" noRot="1" noChangeAspect="1" noChangeArrowheads="1" noTextEdit="1"/>
          </p:cNvSpPr>
          <p:nvPr>
            <p:ph type="sldImg"/>
          </p:nvPr>
        </p:nvSpPr>
        <p:spPr>
          <a:xfrm>
            <a:off x="0" y="303213"/>
            <a:ext cx="1588" cy="1587"/>
          </a:xfrm>
          <a:ln/>
        </p:spPr>
      </p:sp>
      <p:sp>
        <p:nvSpPr>
          <p:cNvPr id="10445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1"/>
          <p:cNvSpPr>
            <a:spLocks noGrp="1" noRot="1" noChangeAspect="1" noChangeArrowheads="1" noTextEdit="1"/>
          </p:cNvSpPr>
          <p:nvPr>
            <p:ph type="sldImg"/>
          </p:nvPr>
        </p:nvSpPr>
        <p:spPr>
          <a:xfrm>
            <a:off x="0" y="303213"/>
            <a:ext cx="1588" cy="1587"/>
          </a:xfrm>
          <a:ln/>
        </p:spPr>
      </p:sp>
      <p:sp>
        <p:nvSpPr>
          <p:cNvPr id="10547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1"/>
          <p:cNvSpPr>
            <a:spLocks noGrp="1" noRot="1" noChangeAspect="1" noChangeArrowheads="1" noTextEdit="1"/>
          </p:cNvSpPr>
          <p:nvPr>
            <p:ph type="sldImg"/>
          </p:nvPr>
        </p:nvSpPr>
        <p:spPr>
          <a:xfrm>
            <a:off x="0" y="303213"/>
            <a:ext cx="1588" cy="1587"/>
          </a:xfrm>
          <a:ln/>
        </p:spPr>
      </p:sp>
      <p:sp>
        <p:nvSpPr>
          <p:cNvPr id="10649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1"/>
          <p:cNvSpPr>
            <a:spLocks noGrp="1" noRot="1" noChangeAspect="1" noChangeArrowheads="1" noTextEdit="1"/>
          </p:cNvSpPr>
          <p:nvPr>
            <p:ph type="sldImg"/>
          </p:nvPr>
        </p:nvSpPr>
        <p:spPr>
          <a:xfrm>
            <a:off x="0" y="303213"/>
            <a:ext cx="1588" cy="1587"/>
          </a:xfrm>
          <a:ln/>
        </p:spPr>
      </p:sp>
      <p:sp>
        <p:nvSpPr>
          <p:cNvPr id="10752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1"/>
          <p:cNvSpPr>
            <a:spLocks noGrp="1" noRot="1" noChangeAspect="1" noChangeArrowheads="1" noTextEdit="1"/>
          </p:cNvSpPr>
          <p:nvPr>
            <p:ph type="sldImg"/>
          </p:nvPr>
        </p:nvSpPr>
        <p:spPr>
          <a:xfrm>
            <a:off x="-10188575" y="303213"/>
            <a:ext cx="20378738" cy="15286037"/>
          </a:xfrm>
          <a:ln/>
        </p:spPr>
      </p:sp>
      <p:sp>
        <p:nvSpPr>
          <p:cNvPr id="10854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1"/>
          <p:cNvSpPr>
            <a:spLocks noGrp="1" noRot="1" noChangeAspect="1" noChangeArrowheads="1" noTextEdit="1"/>
          </p:cNvSpPr>
          <p:nvPr>
            <p:ph type="sldImg"/>
          </p:nvPr>
        </p:nvSpPr>
        <p:spPr>
          <a:xfrm>
            <a:off x="-10188575" y="303213"/>
            <a:ext cx="20378738" cy="15286037"/>
          </a:xfrm>
          <a:ln/>
        </p:spPr>
      </p:sp>
      <p:sp>
        <p:nvSpPr>
          <p:cNvPr id="10957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1"/>
          <p:cNvSpPr>
            <a:spLocks noGrp="1" noRot="1" noChangeAspect="1" noChangeArrowheads="1" noTextEdit="1"/>
          </p:cNvSpPr>
          <p:nvPr>
            <p:ph type="sldImg"/>
          </p:nvPr>
        </p:nvSpPr>
        <p:spPr>
          <a:xfrm>
            <a:off x="-10188575" y="303213"/>
            <a:ext cx="20378738" cy="15286037"/>
          </a:xfrm>
          <a:ln/>
        </p:spPr>
      </p:sp>
      <p:sp>
        <p:nvSpPr>
          <p:cNvPr id="11059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1"/>
          <p:cNvSpPr>
            <a:spLocks noGrp="1" noRot="1" noChangeAspect="1" noChangeArrowheads="1" noTextEdit="1"/>
          </p:cNvSpPr>
          <p:nvPr>
            <p:ph type="sldImg"/>
          </p:nvPr>
        </p:nvSpPr>
        <p:spPr>
          <a:xfrm>
            <a:off x="-10188575" y="303213"/>
            <a:ext cx="20378738" cy="15286037"/>
          </a:xfrm>
          <a:ln/>
        </p:spPr>
      </p:sp>
      <p:sp>
        <p:nvSpPr>
          <p:cNvPr id="11161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42" name="Rectangle 1"/>
          <p:cNvSpPr>
            <a:spLocks noGrp="1" noRot="1" noChangeAspect="1" noChangeArrowheads="1" noTextEdit="1"/>
          </p:cNvSpPr>
          <p:nvPr>
            <p:ph type="sldImg"/>
          </p:nvPr>
        </p:nvSpPr>
        <p:spPr>
          <a:xfrm>
            <a:off x="-10188575" y="303213"/>
            <a:ext cx="20378738" cy="15286037"/>
          </a:xfrm>
          <a:ln/>
        </p:spPr>
      </p:sp>
      <p:sp>
        <p:nvSpPr>
          <p:cNvPr id="11264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666" name="Rectangle 1"/>
          <p:cNvSpPr>
            <a:spLocks noGrp="1" noRot="1" noChangeAspect="1" noChangeArrowheads="1" noTextEdit="1"/>
          </p:cNvSpPr>
          <p:nvPr>
            <p:ph type="sldImg"/>
          </p:nvPr>
        </p:nvSpPr>
        <p:spPr>
          <a:xfrm>
            <a:off x="-10188575" y="303213"/>
            <a:ext cx="20378738" cy="15286037"/>
          </a:xfrm>
          <a:ln/>
        </p:spPr>
      </p:sp>
      <p:sp>
        <p:nvSpPr>
          <p:cNvPr id="11366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690" name="Rectangle 1"/>
          <p:cNvSpPr>
            <a:spLocks noGrp="1" noRot="1" noChangeAspect="1" noChangeArrowheads="1" noTextEdit="1"/>
          </p:cNvSpPr>
          <p:nvPr>
            <p:ph type="sldImg"/>
          </p:nvPr>
        </p:nvSpPr>
        <p:spPr>
          <a:xfrm>
            <a:off x="-10188575" y="303213"/>
            <a:ext cx="20378738" cy="15286037"/>
          </a:xfrm>
          <a:ln/>
        </p:spPr>
      </p:sp>
      <p:sp>
        <p:nvSpPr>
          <p:cNvPr id="11469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714" name="Rectangle 1"/>
          <p:cNvSpPr>
            <a:spLocks noGrp="1" noRot="1" noChangeAspect="1" noChangeArrowheads="1" noTextEdit="1"/>
          </p:cNvSpPr>
          <p:nvPr>
            <p:ph type="sldImg"/>
          </p:nvPr>
        </p:nvSpPr>
        <p:spPr>
          <a:xfrm>
            <a:off x="-10188575" y="303213"/>
            <a:ext cx="20378738" cy="15286037"/>
          </a:xfrm>
          <a:ln/>
        </p:spPr>
      </p:sp>
      <p:sp>
        <p:nvSpPr>
          <p:cNvPr id="11571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6738" name="Rectangle 1"/>
          <p:cNvSpPr>
            <a:spLocks noGrp="1" noRot="1" noChangeAspect="1" noChangeArrowheads="1" noTextEdit="1"/>
          </p:cNvSpPr>
          <p:nvPr>
            <p:ph type="sldImg"/>
          </p:nvPr>
        </p:nvSpPr>
        <p:spPr>
          <a:xfrm>
            <a:off x="-10188575" y="303213"/>
            <a:ext cx="20378738" cy="15286037"/>
          </a:xfrm>
          <a:ln/>
        </p:spPr>
      </p:sp>
      <p:sp>
        <p:nvSpPr>
          <p:cNvPr id="11673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762" name="Rectangle 1"/>
          <p:cNvSpPr>
            <a:spLocks noGrp="1" noRot="1" noChangeAspect="1" noChangeArrowheads="1" noTextEdit="1"/>
          </p:cNvSpPr>
          <p:nvPr>
            <p:ph type="sldImg"/>
          </p:nvPr>
        </p:nvSpPr>
        <p:spPr>
          <a:xfrm>
            <a:off x="-10188575" y="303213"/>
            <a:ext cx="20378738" cy="15286037"/>
          </a:xfrm>
          <a:ln/>
        </p:spPr>
      </p:sp>
      <p:sp>
        <p:nvSpPr>
          <p:cNvPr id="11776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786" name="Rectangle 1"/>
          <p:cNvSpPr>
            <a:spLocks noGrp="1" noRot="1" noChangeAspect="1" noChangeArrowheads="1" noTextEdit="1"/>
          </p:cNvSpPr>
          <p:nvPr>
            <p:ph type="sldImg"/>
          </p:nvPr>
        </p:nvSpPr>
        <p:spPr>
          <a:xfrm>
            <a:off x="-10188575" y="303213"/>
            <a:ext cx="20378738" cy="15286037"/>
          </a:xfrm>
          <a:ln/>
        </p:spPr>
      </p:sp>
      <p:sp>
        <p:nvSpPr>
          <p:cNvPr id="11878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9810" name="Rectangle 1"/>
          <p:cNvSpPr>
            <a:spLocks noGrp="1" noRot="1" noChangeAspect="1" noChangeArrowheads="1" noTextEdit="1"/>
          </p:cNvSpPr>
          <p:nvPr>
            <p:ph type="sldImg"/>
          </p:nvPr>
        </p:nvSpPr>
        <p:spPr>
          <a:xfrm>
            <a:off x="-10188575" y="303213"/>
            <a:ext cx="20378738" cy="15286037"/>
          </a:xfrm>
          <a:ln/>
        </p:spPr>
      </p:sp>
      <p:sp>
        <p:nvSpPr>
          <p:cNvPr id="11981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0834" name="Rectangle 1"/>
          <p:cNvSpPr>
            <a:spLocks noGrp="1" noRot="1" noChangeAspect="1" noChangeArrowheads="1" noTextEdit="1"/>
          </p:cNvSpPr>
          <p:nvPr>
            <p:ph type="sldImg"/>
          </p:nvPr>
        </p:nvSpPr>
        <p:spPr>
          <a:xfrm>
            <a:off x="-10188575" y="303213"/>
            <a:ext cx="20378738" cy="15286037"/>
          </a:xfrm>
          <a:ln/>
        </p:spPr>
      </p:sp>
      <p:sp>
        <p:nvSpPr>
          <p:cNvPr id="12083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858" name="Rectangle 1"/>
          <p:cNvSpPr>
            <a:spLocks noGrp="1" noRot="1" noChangeAspect="1" noChangeArrowheads="1" noTextEdit="1"/>
          </p:cNvSpPr>
          <p:nvPr>
            <p:ph type="sldImg"/>
          </p:nvPr>
        </p:nvSpPr>
        <p:spPr>
          <a:xfrm>
            <a:off x="-10188575" y="303213"/>
            <a:ext cx="20378738" cy="15286037"/>
          </a:xfrm>
          <a:ln/>
        </p:spPr>
      </p:sp>
      <p:sp>
        <p:nvSpPr>
          <p:cNvPr id="12185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882" name="Rectangle 1"/>
          <p:cNvSpPr>
            <a:spLocks noGrp="1" noRot="1" noChangeAspect="1" noChangeArrowheads="1" noTextEdit="1"/>
          </p:cNvSpPr>
          <p:nvPr>
            <p:ph type="sldImg"/>
          </p:nvPr>
        </p:nvSpPr>
        <p:spPr>
          <a:xfrm>
            <a:off x="-10188575" y="303213"/>
            <a:ext cx="20378738" cy="15286037"/>
          </a:xfrm>
          <a:ln/>
        </p:spPr>
      </p:sp>
      <p:sp>
        <p:nvSpPr>
          <p:cNvPr id="12288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906" name="Rectangle 1"/>
          <p:cNvSpPr>
            <a:spLocks noGrp="1" noRot="1" noChangeAspect="1" noChangeArrowheads="1" noTextEdit="1"/>
          </p:cNvSpPr>
          <p:nvPr>
            <p:ph type="sldImg"/>
          </p:nvPr>
        </p:nvSpPr>
        <p:spPr>
          <a:xfrm>
            <a:off x="-10188575" y="303213"/>
            <a:ext cx="20378738" cy="15286037"/>
          </a:xfrm>
          <a:ln/>
        </p:spPr>
      </p:sp>
      <p:sp>
        <p:nvSpPr>
          <p:cNvPr id="12390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4930" name="Rectangle 1"/>
          <p:cNvSpPr>
            <a:spLocks noGrp="1" noRot="1" noChangeAspect="1" noChangeArrowheads="1" noTextEdit="1"/>
          </p:cNvSpPr>
          <p:nvPr>
            <p:ph type="sldImg"/>
          </p:nvPr>
        </p:nvSpPr>
        <p:spPr>
          <a:xfrm>
            <a:off x="-10188575" y="303213"/>
            <a:ext cx="20378738" cy="15286037"/>
          </a:xfrm>
          <a:ln/>
        </p:spPr>
      </p:sp>
      <p:sp>
        <p:nvSpPr>
          <p:cNvPr id="12493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5954" name="Rectangle 1"/>
          <p:cNvSpPr>
            <a:spLocks noGrp="1" noRot="1" noChangeAspect="1" noChangeArrowheads="1" noTextEdit="1"/>
          </p:cNvSpPr>
          <p:nvPr>
            <p:ph type="sldImg"/>
          </p:nvPr>
        </p:nvSpPr>
        <p:spPr>
          <a:xfrm>
            <a:off x="-10188575" y="303213"/>
            <a:ext cx="20378738" cy="15286037"/>
          </a:xfrm>
          <a:ln/>
        </p:spPr>
      </p:sp>
      <p:sp>
        <p:nvSpPr>
          <p:cNvPr id="12595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978" name="Rectangle 1"/>
          <p:cNvSpPr>
            <a:spLocks noGrp="1" noRot="1" noChangeAspect="1" noChangeArrowheads="1" noTextEdit="1"/>
          </p:cNvSpPr>
          <p:nvPr>
            <p:ph type="sldImg"/>
          </p:nvPr>
        </p:nvSpPr>
        <p:spPr>
          <a:xfrm>
            <a:off x="-10188575" y="303213"/>
            <a:ext cx="20378738" cy="15286037"/>
          </a:xfrm>
          <a:ln/>
        </p:spPr>
      </p:sp>
      <p:sp>
        <p:nvSpPr>
          <p:cNvPr id="12697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002" name="Rectangle 1"/>
          <p:cNvSpPr>
            <a:spLocks noGrp="1" noRot="1" noChangeAspect="1" noChangeArrowheads="1" noTextEdit="1"/>
          </p:cNvSpPr>
          <p:nvPr>
            <p:ph type="sldImg"/>
          </p:nvPr>
        </p:nvSpPr>
        <p:spPr>
          <a:xfrm>
            <a:off x="-10188575" y="303213"/>
            <a:ext cx="20378738" cy="15286037"/>
          </a:xfrm>
          <a:ln/>
        </p:spPr>
      </p:sp>
      <p:sp>
        <p:nvSpPr>
          <p:cNvPr id="12800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9026" name="Rectangle 1"/>
          <p:cNvSpPr>
            <a:spLocks noGrp="1" noRot="1" noChangeAspect="1" noChangeArrowheads="1" noTextEdit="1"/>
          </p:cNvSpPr>
          <p:nvPr>
            <p:ph type="sldImg"/>
          </p:nvPr>
        </p:nvSpPr>
        <p:spPr>
          <a:xfrm>
            <a:off x="-10188575" y="303213"/>
            <a:ext cx="20378738" cy="15286037"/>
          </a:xfrm>
          <a:ln/>
        </p:spPr>
      </p:sp>
      <p:sp>
        <p:nvSpPr>
          <p:cNvPr id="12902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050" name="Rectangle 1"/>
          <p:cNvSpPr>
            <a:spLocks noGrp="1" noRot="1" noChangeAspect="1" noChangeArrowheads="1" noTextEdit="1"/>
          </p:cNvSpPr>
          <p:nvPr>
            <p:ph type="sldImg"/>
          </p:nvPr>
        </p:nvSpPr>
        <p:spPr>
          <a:xfrm>
            <a:off x="-10188575" y="303213"/>
            <a:ext cx="20378738" cy="15286037"/>
          </a:xfrm>
          <a:ln/>
        </p:spPr>
      </p:sp>
      <p:sp>
        <p:nvSpPr>
          <p:cNvPr id="13005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074" name="Rectangle 1"/>
          <p:cNvSpPr>
            <a:spLocks noGrp="1" noRot="1" noChangeAspect="1" noChangeArrowheads="1" noTextEdit="1"/>
          </p:cNvSpPr>
          <p:nvPr>
            <p:ph type="sldImg"/>
          </p:nvPr>
        </p:nvSpPr>
        <p:spPr>
          <a:xfrm>
            <a:off x="-10188575" y="303213"/>
            <a:ext cx="20378738" cy="15286037"/>
          </a:xfrm>
          <a:ln/>
        </p:spPr>
      </p:sp>
      <p:sp>
        <p:nvSpPr>
          <p:cNvPr id="13107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098" name="Rectangle 1"/>
          <p:cNvSpPr>
            <a:spLocks noGrp="1" noRot="1" noChangeAspect="1" noChangeArrowheads="1" noTextEdit="1"/>
          </p:cNvSpPr>
          <p:nvPr>
            <p:ph type="sldImg"/>
          </p:nvPr>
        </p:nvSpPr>
        <p:spPr>
          <a:xfrm>
            <a:off x="-10188575" y="303213"/>
            <a:ext cx="20378738" cy="15286037"/>
          </a:xfrm>
          <a:ln/>
        </p:spPr>
      </p:sp>
      <p:sp>
        <p:nvSpPr>
          <p:cNvPr id="13209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22" name="Rectangle 1"/>
          <p:cNvSpPr>
            <a:spLocks noGrp="1" noRot="1" noChangeAspect="1" noChangeArrowheads="1" noTextEdit="1"/>
          </p:cNvSpPr>
          <p:nvPr>
            <p:ph type="sldImg"/>
          </p:nvPr>
        </p:nvSpPr>
        <p:spPr>
          <a:xfrm>
            <a:off x="-10188575" y="303213"/>
            <a:ext cx="20378738" cy="15286037"/>
          </a:xfrm>
          <a:ln/>
        </p:spPr>
      </p:sp>
      <p:sp>
        <p:nvSpPr>
          <p:cNvPr id="13312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146" name="Rectangle 1"/>
          <p:cNvSpPr>
            <a:spLocks noGrp="1" noRot="1" noChangeAspect="1" noChangeArrowheads="1" noTextEdit="1"/>
          </p:cNvSpPr>
          <p:nvPr>
            <p:ph type="sldImg"/>
          </p:nvPr>
        </p:nvSpPr>
        <p:spPr>
          <a:xfrm>
            <a:off x="-10188575" y="303213"/>
            <a:ext cx="20378738" cy="15286037"/>
          </a:xfrm>
          <a:ln/>
        </p:spPr>
      </p:sp>
      <p:sp>
        <p:nvSpPr>
          <p:cNvPr id="13414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1"/>
          <p:cNvSpPr>
            <a:spLocks noGrp="1" noRot="1" noChangeAspect="1" noChangeArrowheads="1" noTextEdit="1"/>
          </p:cNvSpPr>
          <p:nvPr>
            <p:ph type="sldImg"/>
          </p:nvPr>
        </p:nvSpPr>
        <p:spPr>
          <a:xfrm>
            <a:off x="-10188575" y="303213"/>
            <a:ext cx="20378738" cy="15286037"/>
          </a:xfrm>
          <a:ln/>
        </p:spPr>
      </p:sp>
      <p:sp>
        <p:nvSpPr>
          <p:cNvPr id="13517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194" name="Rectangle 1"/>
          <p:cNvSpPr>
            <a:spLocks noGrp="1" noRot="1" noChangeAspect="1" noChangeArrowheads="1" noTextEdit="1"/>
          </p:cNvSpPr>
          <p:nvPr>
            <p:ph type="sldImg"/>
          </p:nvPr>
        </p:nvSpPr>
        <p:spPr>
          <a:xfrm>
            <a:off x="-10188575" y="303213"/>
            <a:ext cx="20378738" cy="15286037"/>
          </a:xfrm>
          <a:ln/>
        </p:spPr>
      </p:sp>
      <p:sp>
        <p:nvSpPr>
          <p:cNvPr id="13619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1"/>
          <p:cNvSpPr>
            <a:spLocks noGrp="1" noRot="1" noChangeAspect="1" noChangeArrowheads="1" noTextEdit="1"/>
          </p:cNvSpPr>
          <p:nvPr>
            <p:ph type="sldImg"/>
          </p:nvPr>
        </p:nvSpPr>
        <p:spPr>
          <a:xfrm>
            <a:off x="-10188575" y="303213"/>
            <a:ext cx="20378738" cy="15286037"/>
          </a:xfrm>
          <a:ln/>
        </p:spPr>
      </p:sp>
      <p:sp>
        <p:nvSpPr>
          <p:cNvPr id="13721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242" name="Rectangle 1"/>
          <p:cNvSpPr>
            <a:spLocks noGrp="1" noRot="1" noChangeAspect="1" noChangeArrowheads="1" noTextEdit="1"/>
          </p:cNvSpPr>
          <p:nvPr>
            <p:ph type="sldImg"/>
          </p:nvPr>
        </p:nvSpPr>
        <p:spPr>
          <a:xfrm>
            <a:off x="-10188575" y="303213"/>
            <a:ext cx="20378738" cy="15286037"/>
          </a:xfrm>
          <a:ln/>
        </p:spPr>
      </p:sp>
      <p:sp>
        <p:nvSpPr>
          <p:cNvPr id="13824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Rectangle 1"/>
          <p:cNvSpPr>
            <a:spLocks noGrp="1" noRot="1" noChangeAspect="1" noChangeArrowheads="1" noTextEdit="1"/>
          </p:cNvSpPr>
          <p:nvPr>
            <p:ph type="sldImg"/>
          </p:nvPr>
        </p:nvSpPr>
        <p:spPr>
          <a:xfrm>
            <a:off x="-10188575" y="303213"/>
            <a:ext cx="20378738" cy="15286037"/>
          </a:xfrm>
          <a:ln/>
        </p:spPr>
      </p:sp>
      <p:sp>
        <p:nvSpPr>
          <p:cNvPr id="13926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0290" name="Rectangle 1"/>
          <p:cNvSpPr>
            <a:spLocks noGrp="1" noRot="1" noChangeAspect="1" noChangeArrowheads="1" noTextEdit="1"/>
          </p:cNvSpPr>
          <p:nvPr>
            <p:ph type="sldImg"/>
          </p:nvPr>
        </p:nvSpPr>
        <p:spPr>
          <a:xfrm>
            <a:off x="-10188575" y="303213"/>
            <a:ext cx="20378738" cy="15286037"/>
          </a:xfrm>
          <a:ln/>
        </p:spPr>
      </p:sp>
      <p:sp>
        <p:nvSpPr>
          <p:cNvPr id="14029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314" name="Rectangle 1"/>
          <p:cNvSpPr>
            <a:spLocks noGrp="1" noRot="1" noChangeAspect="1" noChangeArrowheads="1" noTextEdit="1"/>
          </p:cNvSpPr>
          <p:nvPr>
            <p:ph type="sldImg"/>
          </p:nvPr>
        </p:nvSpPr>
        <p:spPr>
          <a:xfrm>
            <a:off x="-10188575" y="303213"/>
            <a:ext cx="20378738" cy="15286037"/>
          </a:xfrm>
          <a:ln/>
        </p:spPr>
      </p:sp>
      <p:sp>
        <p:nvSpPr>
          <p:cNvPr id="14131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338" name="Rectangle 1"/>
          <p:cNvSpPr>
            <a:spLocks noGrp="1" noRot="1" noChangeAspect="1" noChangeArrowheads="1" noTextEdit="1"/>
          </p:cNvSpPr>
          <p:nvPr>
            <p:ph type="sldImg"/>
          </p:nvPr>
        </p:nvSpPr>
        <p:spPr>
          <a:xfrm>
            <a:off x="-10188575" y="303213"/>
            <a:ext cx="20378738" cy="15286037"/>
          </a:xfrm>
          <a:ln/>
        </p:spPr>
      </p:sp>
      <p:sp>
        <p:nvSpPr>
          <p:cNvPr id="14233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62" name="Rectangle 1"/>
          <p:cNvSpPr>
            <a:spLocks noGrp="1" noRot="1" noChangeAspect="1" noChangeArrowheads="1" noTextEdit="1"/>
          </p:cNvSpPr>
          <p:nvPr>
            <p:ph type="sldImg"/>
          </p:nvPr>
        </p:nvSpPr>
        <p:spPr>
          <a:xfrm>
            <a:off x="-10188575" y="303213"/>
            <a:ext cx="20378738" cy="15286037"/>
          </a:xfrm>
          <a:ln/>
        </p:spPr>
      </p:sp>
      <p:sp>
        <p:nvSpPr>
          <p:cNvPr id="14336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386" name="Rectangle 1"/>
          <p:cNvSpPr>
            <a:spLocks noGrp="1" noRot="1" noChangeAspect="1" noChangeArrowheads="1" noTextEdit="1"/>
          </p:cNvSpPr>
          <p:nvPr>
            <p:ph type="sldImg"/>
          </p:nvPr>
        </p:nvSpPr>
        <p:spPr>
          <a:xfrm>
            <a:off x="-10188575" y="303213"/>
            <a:ext cx="20378738" cy="15286037"/>
          </a:xfrm>
          <a:ln/>
        </p:spPr>
      </p:sp>
      <p:sp>
        <p:nvSpPr>
          <p:cNvPr id="14438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410" name="Rectangle 1"/>
          <p:cNvSpPr>
            <a:spLocks noGrp="1" noRot="1" noChangeAspect="1" noChangeArrowheads="1" noTextEdit="1"/>
          </p:cNvSpPr>
          <p:nvPr>
            <p:ph type="sldImg"/>
          </p:nvPr>
        </p:nvSpPr>
        <p:spPr>
          <a:xfrm>
            <a:off x="-10188575" y="303213"/>
            <a:ext cx="20378738" cy="15286037"/>
          </a:xfrm>
          <a:ln/>
        </p:spPr>
      </p:sp>
      <p:sp>
        <p:nvSpPr>
          <p:cNvPr id="14541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434" name="Rectangle 1"/>
          <p:cNvSpPr>
            <a:spLocks noGrp="1" noRot="1" noChangeAspect="1" noChangeArrowheads="1" noTextEdit="1"/>
          </p:cNvSpPr>
          <p:nvPr>
            <p:ph type="sldImg"/>
          </p:nvPr>
        </p:nvSpPr>
        <p:spPr>
          <a:xfrm>
            <a:off x="-10188575" y="303213"/>
            <a:ext cx="20378738" cy="15286037"/>
          </a:xfrm>
          <a:ln/>
        </p:spPr>
      </p:sp>
      <p:sp>
        <p:nvSpPr>
          <p:cNvPr id="14643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458" name="Rectangle 1"/>
          <p:cNvSpPr>
            <a:spLocks noGrp="1" noRot="1" noChangeAspect="1" noChangeArrowheads="1" noTextEdit="1"/>
          </p:cNvSpPr>
          <p:nvPr>
            <p:ph type="sldImg"/>
          </p:nvPr>
        </p:nvSpPr>
        <p:spPr>
          <a:xfrm>
            <a:off x="-10188575" y="303213"/>
            <a:ext cx="20378738" cy="15286037"/>
          </a:xfrm>
          <a:ln/>
        </p:spPr>
      </p:sp>
      <p:sp>
        <p:nvSpPr>
          <p:cNvPr id="14745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482" name="Rectangle 1"/>
          <p:cNvSpPr>
            <a:spLocks noGrp="1" noRot="1" noChangeAspect="1" noChangeArrowheads="1" noTextEdit="1"/>
          </p:cNvSpPr>
          <p:nvPr>
            <p:ph type="sldImg"/>
          </p:nvPr>
        </p:nvSpPr>
        <p:spPr>
          <a:xfrm>
            <a:off x="-10188575" y="303213"/>
            <a:ext cx="20378738" cy="15286037"/>
          </a:xfrm>
          <a:ln/>
        </p:spPr>
      </p:sp>
      <p:sp>
        <p:nvSpPr>
          <p:cNvPr id="14848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Rectangle 1"/>
          <p:cNvSpPr>
            <a:spLocks noGrp="1" noRot="1" noChangeAspect="1" noChangeArrowheads="1" noTextEdit="1"/>
          </p:cNvSpPr>
          <p:nvPr>
            <p:ph type="sldImg"/>
          </p:nvPr>
        </p:nvSpPr>
        <p:spPr>
          <a:xfrm>
            <a:off x="-10188575" y="303213"/>
            <a:ext cx="20378738" cy="15286037"/>
          </a:xfrm>
          <a:ln/>
        </p:spPr>
      </p:sp>
      <p:sp>
        <p:nvSpPr>
          <p:cNvPr id="14950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1"/>
          <p:cNvSpPr>
            <a:spLocks noGrp="1" noRot="1" noChangeAspect="1" noChangeArrowheads="1" noTextEdit="1"/>
          </p:cNvSpPr>
          <p:nvPr>
            <p:ph type="sldImg"/>
          </p:nvPr>
        </p:nvSpPr>
        <p:spPr>
          <a:xfrm>
            <a:off x="-10188575" y="303213"/>
            <a:ext cx="20378738" cy="15286037"/>
          </a:xfrm>
          <a:ln/>
        </p:spPr>
      </p:sp>
      <p:sp>
        <p:nvSpPr>
          <p:cNvPr id="15053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554" name="Rectangle 1"/>
          <p:cNvSpPr>
            <a:spLocks noGrp="1" noRot="1" noChangeAspect="1" noChangeArrowheads="1" noTextEdit="1"/>
          </p:cNvSpPr>
          <p:nvPr>
            <p:ph type="sldImg"/>
          </p:nvPr>
        </p:nvSpPr>
        <p:spPr>
          <a:xfrm>
            <a:off x="-10188575" y="303213"/>
            <a:ext cx="20378738" cy="15286037"/>
          </a:xfrm>
          <a:ln/>
        </p:spPr>
      </p:sp>
      <p:sp>
        <p:nvSpPr>
          <p:cNvPr id="15155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578" name="Rectangle 1"/>
          <p:cNvSpPr>
            <a:spLocks noGrp="1" noRot="1" noChangeAspect="1" noChangeArrowheads="1" noTextEdit="1"/>
          </p:cNvSpPr>
          <p:nvPr>
            <p:ph type="sldImg"/>
          </p:nvPr>
        </p:nvSpPr>
        <p:spPr>
          <a:xfrm>
            <a:off x="-10188575" y="303213"/>
            <a:ext cx="20378738" cy="15286037"/>
          </a:xfrm>
          <a:ln/>
        </p:spPr>
      </p:sp>
      <p:sp>
        <p:nvSpPr>
          <p:cNvPr id="15257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02" name="Rectangle 1"/>
          <p:cNvSpPr>
            <a:spLocks noGrp="1" noRot="1" noChangeAspect="1" noChangeArrowheads="1" noTextEdit="1"/>
          </p:cNvSpPr>
          <p:nvPr>
            <p:ph type="sldImg"/>
          </p:nvPr>
        </p:nvSpPr>
        <p:spPr>
          <a:xfrm>
            <a:off x="-10188575" y="303213"/>
            <a:ext cx="20378738" cy="15286037"/>
          </a:xfrm>
          <a:ln/>
        </p:spPr>
      </p:sp>
      <p:sp>
        <p:nvSpPr>
          <p:cNvPr id="15360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626" name="Rectangle 1"/>
          <p:cNvSpPr>
            <a:spLocks noGrp="1" noRot="1" noChangeAspect="1" noChangeArrowheads="1" noTextEdit="1"/>
          </p:cNvSpPr>
          <p:nvPr>
            <p:ph type="sldImg"/>
          </p:nvPr>
        </p:nvSpPr>
        <p:spPr>
          <a:xfrm>
            <a:off x="-10188575" y="303213"/>
            <a:ext cx="20378738" cy="15286037"/>
          </a:xfrm>
          <a:ln/>
        </p:spPr>
      </p:sp>
      <p:sp>
        <p:nvSpPr>
          <p:cNvPr id="15462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650" name="Rectangle 1"/>
          <p:cNvSpPr>
            <a:spLocks noGrp="1" noRot="1" noChangeAspect="1" noChangeArrowheads="1" noTextEdit="1"/>
          </p:cNvSpPr>
          <p:nvPr>
            <p:ph type="sldImg"/>
          </p:nvPr>
        </p:nvSpPr>
        <p:spPr>
          <a:xfrm>
            <a:off x="-10188575" y="303213"/>
            <a:ext cx="20378738" cy="15286037"/>
          </a:xfrm>
          <a:ln/>
        </p:spPr>
      </p:sp>
      <p:sp>
        <p:nvSpPr>
          <p:cNvPr id="15565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674" name="Rectangle 1"/>
          <p:cNvSpPr>
            <a:spLocks noGrp="1" noRot="1" noChangeAspect="1" noChangeArrowheads="1" noTextEdit="1"/>
          </p:cNvSpPr>
          <p:nvPr>
            <p:ph type="sldImg"/>
          </p:nvPr>
        </p:nvSpPr>
        <p:spPr>
          <a:xfrm>
            <a:off x="-10188575" y="303213"/>
            <a:ext cx="20378738" cy="15286037"/>
          </a:xfrm>
          <a:ln/>
        </p:spPr>
      </p:sp>
      <p:sp>
        <p:nvSpPr>
          <p:cNvPr id="15667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xfrm>
            <a:off x="-10188575" y="303213"/>
            <a:ext cx="20378738" cy="15286037"/>
          </a:xfrm>
          <a:ln/>
        </p:spPr>
      </p:sp>
      <p:sp>
        <p:nvSpPr>
          <p:cNvPr id="157699" name="Rectangle 3"/>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xfrm>
            <a:off x="-10188575" y="303213"/>
            <a:ext cx="20378738" cy="15286037"/>
          </a:xfrm>
          <a:ln/>
        </p:spPr>
      </p:sp>
      <p:sp>
        <p:nvSpPr>
          <p:cNvPr id="158723" name="Rectangle 3"/>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10188575" y="303213"/>
            <a:ext cx="20378738" cy="15286037"/>
          </a:xfrm>
          <a:ln/>
        </p:spPr>
      </p:sp>
      <p:sp>
        <p:nvSpPr>
          <p:cNvPr id="159747" name="Rectangle 3"/>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xfrm>
            <a:off x="-10188575" y="303213"/>
            <a:ext cx="20378738" cy="15286037"/>
          </a:xfrm>
          <a:ln/>
        </p:spPr>
      </p:sp>
      <p:sp>
        <p:nvSpPr>
          <p:cNvPr id="160771" name="Rectangle 3"/>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7010400" y="152400"/>
            <a:ext cx="1981200" cy="65563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152400" y="153988"/>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Subtitle 2"/>
          <p:cNvSpPr>
            <a:spLocks noGrp="1"/>
          </p:cNvSpPr>
          <p:nvPr>
            <p:ph type="subTitle" idx="1"/>
          </p:nvPr>
        </p:nvSpPr>
        <p:spPr>
          <a:xfrm>
            <a:off x="7010400" y="2052960"/>
            <a:ext cx="1981200" cy="1828800"/>
          </a:xfrm>
        </p:spPr>
        <p:txBody>
          <a:bodyPr anchor="ct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
        <p:nvSpPr>
          <p:cNvPr id="6" name="Date Placeholder 9"/>
          <p:cNvSpPr>
            <a:spLocks noGrp="1"/>
          </p:cNvSpPr>
          <p:nvPr>
            <p:ph type="dt" sz="half" idx="10"/>
          </p:nvPr>
        </p:nvSpPr>
        <p:spPr/>
        <p:txBody>
          <a:bodyPr/>
          <a:lstStyle>
            <a:lvl1pPr>
              <a:defRPr>
                <a:solidFill>
                  <a:schemeClr val="bg2"/>
                </a:solidFill>
              </a:defRPr>
            </a:lvl1pPr>
          </a:lstStyle>
          <a:p>
            <a:pPr>
              <a:defRPr/>
            </a:pPr>
            <a:endParaRPr lang="en-US"/>
          </a:p>
        </p:txBody>
      </p:sp>
      <p:sp>
        <p:nvSpPr>
          <p:cNvPr id="7" name="Slide Number Placeholder 10"/>
          <p:cNvSpPr>
            <a:spLocks noGrp="1"/>
          </p:cNvSpPr>
          <p:nvPr>
            <p:ph type="sldNum" sz="quarter" idx="11"/>
          </p:nvPr>
        </p:nvSpPr>
        <p:spPr/>
        <p:txBody>
          <a:bodyPr/>
          <a:lstStyle>
            <a:lvl1pPr>
              <a:defRPr smtClean="0">
                <a:solidFill>
                  <a:srgbClr val="FFFFFF"/>
                </a:solidFill>
              </a:defRPr>
            </a:lvl1pPr>
          </a:lstStyle>
          <a:p>
            <a:pPr>
              <a:defRPr/>
            </a:pPr>
            <a:fld id="{CB2F1A57-2E95-48B5-AFAB-D5329776C88B}" type="slidenum">
              <a:rPr lang="en-US"/>
              <a:pPr>
                <a:defRPr/>
              </a:pPr>
              <a:t>‹#›</a:t>
            </a:fld>
            <a:endParaRPr lang="en-US"/>
          </a:p>
        </p:txBody>
      </p:sp>
      <p:sp>
        <p:nvSpPr>
          <p:cNvPr id="8" name="Footer Placeholder 11"/>
          <p:cNvSpPr>
            <a:spLocks noGrp="1"/>
          </p:cNvSpPr>
          <p:nvPr>
            <p:ph type="ftr" sz="quarter" idx="12"/>
          </p:nvPr>
        </p:nvSpPr>
        <p:spPr/>
        <p:txBody>
          <a:bodyPr/>
          <a:lstStyle>
            <a:lvl1pPr>
              <a:defRPr>
                <a:solidFill>
                  <a:schemeClr val="bg2"/>
                </a:solidFill>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ln/>
        </p:spPr>
        <p:txBody>
          <a:bodyPr/>
          <a:lstStyle>
            <a:lvl1pPr>
              <a:defRPr/>
            </a:lvl1pPr>
          </a:lstStyle>
          <a:p>
            <a:pPr>
              <a:defRPr/>
            </a:pPr>
            <a:fld id="{92FE9638-4CB2-4CAD-A346-105D64DBE7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7010400" y="152400"/>
            <a:ext cx="1981200" cy="6556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152400" y="153988"/>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
        <p:nvSpPr>
          <p:cNvPr id="6" name="Date Placeholder 8"/>
          <p:cNvSpPr>
            <a:spLocks noGrp="1"/>
          </p:cNvSpPr>
          <p:nvPr>
            <p:ph type="dt" sz="half" idx="10"/>
          </p:nvPr>
        </p:nvSpPr>
        <p:spPr/>
        <p:txBody>
          <a:bodyPr/>
          <a:lstStyle>
            <a:lvl1pPr>
              <a:defRPr>
                <a:solidFill>
                  <a:srgbClr val="FFFFFF"/>
                </a:solidFill>
              </a:defRPr>
            </a:lvl1pPr>
          </a:lstStyle>
          <a:p>
            <a:pPr>
              <a:defRPr/>
            </a:pPr>
            <a:endParaRPr lang="en-US"/>
          </a:p>
        </p:txBody>
      </p:sp>
      <p:sp>
        <p:nvSpPr>
          <p:cNvPr id="7" name="Slide Number Placeholder 9"/>
          <p:cNvSpPr>
            <a:spLocks noGrp="1"/>
          </p:cNvSpPr>
          <p:nvPr>
            <p:ph type="sldNum" sz="quarter" idx="11"/>
          </p:nvPr>
        </p:nvSpPr>
        <p:spPr/>
        <p:txBody>
          <a:bodyPr/>
          <a:lstStyle>
            <a:lvl1pPr>
              <a:defRPr smtClean="0">
                <a:solidFill>
                  <a:schemeClr val="bg2"/>
                </a:solidFill>
              </a:defRPr>
            </a:lvl1pPr>
          </a:lstStyle>
          <a:p>
            <a:pPr>
              <a:defRPr/>
            </a:pPr>
            <a:fld id="{1EEDC06B-F6B4-4CC2-83F7-023F184C174D}" type="slidenum">
              <a:rPr lang="en-US"/>
              <a:pPr>
                <a:defRPr/>
              </a:pPr>
              <a:t>‹#›</a:t>
            </a:fld>
            <a:endParaRPr lang="en-US"/>
          </a:p>
        </p:txBody>
      </p:sp>
      <p:sp>
        <p:nvSpPr>
          <p:cNvPr id="8" name="Footer Placeholder 10"/>
          <p:cNvSpPr>
            <a:spLocks noGrp="1"/>
          </p:cNvSpPr>
          <p:nvPr>
            <p:ph type="ftr" sz="quarter" idx="12"/>
          </p:nvPr>
        </p:nvSpPr>
        <p:spPr/>
        <p:txBody>
          <a:bodyPr/>
          <a:lstStyle>
            <a:lvl1pPr>
              <a:defRPr>
                <a:solidFill>
                  <a:srgbClr val="FFFFFF"/>
                </a:solidFill>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p:txBody>
          <a:bodyPr/>
          <a:lstStyle/>
          <a:p>
            <a:r>
              <a:rPr lang="en-US"/>
              <a:t>Click to edit Master title style</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a:ln/>
        </p:spPr>
        <p:txBody>
          <a:bodyPr/>
          <a:lstStyle>
            <a:lvl1pPr>
              <a:defRPr/>
            </a:lvl1pPr>
          </a:lstStyle>
          <a:p>
            <a:pPr>
              <a:defRPr/>
            </a:pPr>
            <a:fld id="{F710F1BB-7C31-44BB-B795-B1D93AE935F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p:nvPr>
        </p:nvSpPr>
        <p:spPr/>
        <p:txBody>
          <a:bodyPr/>
          <a:lstStyle/>
          <a:p>
            <a:r>
              <a:rPr lang="en-US"/>
              <a:t>Click to edit Master title style</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a:ln/>
        </p:spPr>
        <p:txBody>
          <a:bodyPr/>
          <a:lstStyle>
            <a:lvl1pPr>
              <a:defRPr/>
            </a:lvl1pPr>
          </a:lstStyle>
          <a:p>
            <a:pPr>
              <a:defRPr/>
            </a:pPr>
            <a:fld id="{C97C31F4-66D5-4C01-9867-2C3730D22F9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a:ln/>
        </p:spPr>
        <p:txBody>
          <a:bodyPr/>
          <a:lstStyle>
            <a:lvl1pPr>
              <a:defRPr/>
            </a:lvl1pPr>
          </a:lstStyle>
          <a:p>
            <a:pPr>
              <a:defRPr/>
            </a:pPr>
            <a:fld id="{6BC81041-331E-4677-85F7-818585CBEA62}"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52400" y="150813"/>
            <a:ext cx="8831263" cy="65563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DCD4339F-7764-41B4-9DB6-29F2E24DA7EF}"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7010400" y="150813"/>
            <a:ext cx="1981200" cy="65563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7" name="Rectangle 6"/>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smtClean="0">
                <a:solidFill>
                  <a:srgbClr val="FFFFFF"/>
                </a:solidFill>
              </a:defRPr>
            </a:lvl1pPr>
          </a:lstStyle>
          <a:p>
            <a:pPr>
              <a:defRPr/>
            </a:pPr>
            <a:fld id="{05616C45-7308-4DB3-9E89-356105AD8C15}"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6" name="Rectangle 5"/>
          <p:cNvSpPr/>
          <p:nvPr/>
        </p:nvSpPr>
        <p:spPr>
          <a:xfrm>
            <a:off x="7010400" y="150813"/>
            <a:ext cx="1981200" cy="65563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
        <p:nvSpPr>
          <p:cNvPr id="7" name="Date Placeholder 4"/>
          <p:cNvSpPr>
            <a:spLocks noGrp="1"/>
          </p:cNvSpPr>
          <p:nvPr>
            <p:ph type="dt" sz="half" idx="10"/>
          </p:nvPr>
        </p:nvSpPr>
        <p:spPr/>
        <p:txBody>
          <a:bodyPr/>
          <a:lstStyle>
            <a:lvl1pPr>
              <a:defRPr/>
            </a:lvl1pPr>
          </a:lstStyle>
          <a:p>
            <a:pPr>
              <a:defRPr/>
            </a:pPr>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052245CE-76B4-4C10-8543-DB11931CDD0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ln/>
        </p:spPr>
        <p:txBody>
          <a:bodyPr/>
          <a:lstStyle>
            <a:lvl1pPr>
              <a:defRPr/>
            </a:lvl1pPr>
          </a:lstStyle>
          <a:p>
            <a:pPr>
              <a:defRPr/>
            </a:pPr>
            <a:fld id="{AC53555C-6715-4405-A0DD-6AA686AFD60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152400" y="147638"/>
            <a:ext cx="6705600" cy="65563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7010400" y="147638"/>
            <a:ext cx="1955800" cy="65563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smtClean="0">
                <a:solidFill>
                  <a:schemeClr val="bg2"/>
                </a:solidFill>
              </a:defRPr>
            </a:lvl1pPr>
          </a:lstStyle>
          <a:p>
            <a:pPr>
              <a:defRPr/>
            </a:pPr>
            <a:fld id="{37FA6FE8-85F0-4400-9DBF-C25901915074}"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133600" y="1371600"/>
            <a:ext cx="6464300" cy="1739900"/>
          </a:xfrm>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5125"/>
            <a:ext cx="8831263" cy="50450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152400" y="152400"/>
            <a:ext cx="8813800" cy="1346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Placeholder 1"/>
          <p:cNvSpPr>
            <a:spLocks noGrp="1"/>
          </p:cNvSpPr>
          <p:nvPr>
            <p:ph type="title"/>
          </p:nvPr>
        </p:nvSpPr>
        <p:spPr>
          <a:xfrm>
            <a:off x="381000" y="355600"/>
            <a:ext cx="8382000" cy="10541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1000" y="1719263"/>
            <a:ext cx="8407400" cy="4406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1475" y="6356350"/>
            <a:ext cx="2133600" cy="274638"/>
          </a:xfrm>
          <a:prstGeom prst="rect">
            <a:avLst/>
          </a:prstGeom>
        </p:spPr>
        <p:txBody>
          <a:bodyPr vert="horz" lIns="91440" tIns="45720" rIns="91440" bIns="45720" rtlCol="0" anchor="ctr"/>
          <a:lstStyle>
            <a:lvl1pPr algn="l">
              <a:defRPr sz="1100">
                <a:solidFill>
                  <a:schemeClr val="tx2"/>
                </a:solidFill>
                <a:latin typeface="Times New Roman" pitchFamily="18" charset="0"/>
              </a:defRPr>
            </a:lvl1pPr>
          </a:lstStyle>
          <a:p>
            <a:pPr>
              <a:defRPr/>
            </a:pPr>
            <a:endParaRPr lang="en-US"/>
          </a:p>
        </p:txBody>
      </p:sp>
      <p:sp>
        <p:nvSpPr>
          <p:cNvPr id="5" name="Footer Placeholder 4"/>
          <p:cNvSpPr>
            <a:spLocks noGrp="1"/>
          </p:cNvSpPr>
          <p:nvPr>
            <p:ph type="ftr" sz="quarter" idx="3"/>
          </p:nvPr>
        </p:nvSpPr>
        <p:spPr>
          <a:xfrm>
            <a:off x="3048000" y="6356350"/>
            <a:ext cx="3352800" cy="274638"/>
          </a:xfrm>
          <a:prstGeom prst="rect">
            <a:avLst/>
          </a:prstGeom>
        </p:spPr>
        <p:txBody>
          <a:bodyPr vert="horz" lIns="91440" tIns="45720" rIns="91440" bIns="45720" rtlCol="0" anchor="ctr"/>
          <a:lstStyle>
            <a:lvl1pPr algn="ctr">
              <a:defRPr sz="1100">
                <a:solidFill>
                  <a:schemeClr val="tx2"/>
                </a:solidFill>
                <a:latin typeface="Times New Roman" pitchFamily="18" charset="0"/>
              </a:defRPr>
            </a:lvl1pPr>
          </a:lstStyle>
          <a:p>
            <a:pPr>
              <a:defRPr/>
            </a:pPr>
            <a:endParaRPr lang="en-US"/>
          </a:p>
        </p:txBody>
      </p:sp>
      <p:sp>
        <p:nvSpPr>
          <p:cNvPr id="6" name="Slide Number Placeholder 5"/>
          <p:cNvSpPr>
            <a:spLocks noGrp="1"/>
          </p:cNvSpPr>
          <p:nvPr>
            <p:ph type="sldNum" sz="quarter" idx="4"/>
          </p:nvPr>
        </p:nvSpPr>
        <p:spPr>
          <a:xfrm>
            <a:off x="8234363" y="6354763"/>
            <a:ext cx="582612" cy="274637"/>
          </a:xfrm>
          <a:prstGeom prst="rect">
            <a:avLst/>
          </a:prstGeom>
          <a:ln w="19050">
            <a:noFill/>
          </a:ln>
        </p:spPr>
        <p:txBody>
          <a:bodyPr vert="horz" lIns="91440" tIns="45720" rIns="91440" bIns="45720" rtlCol="0" anchor="ctr"/>
          <a:lstStyle>
            <a:lvl1pPr algn="ctr">
              <a:defRPr sz="1100" smtClean="0">
                <a:solidFill>
                  <a:schemeClr val="tx2"/>
                </a:solidFill>
                <a:latin typeface="Times New Roman" pitchFamily="18" charset="0"/>
              </a:defRPr>
            </a:lvl1pPr>
          </a:lstStyle>
          <a:p>
            <a:pPr>
              <a:defRPr/>
            </a:pPr>
            <a:fld id="{C8F22159-31E0-43EF-AAB5-CA17E463C49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98" r:id="rId1"/>
    <p:sldLayoutId id="2147483693" r:id="rId2"/>
    <p:sldLayoutId id="2147483699" r:id="rId3"/>
    <p:sldLayoutId id="2147483694" r:id="rId4"/>
    <p:sldLayoutId id="2147483695" r:id="rId5"/>
    <p:sldLayoutId id="2147483696" r:id="rId6"/>
    <p:sldLayoutId id="2147483700" r:id="rId7"/>
    <p:sldLayoutId id="2147483701" r:id="rId8"/>
    <p:sldLayoutId id="2147483702" r:id="rId9"/>
    <p:sldLayoutId id="2147483697" r:id="rId10"/>
    <p:sldLayoutId id="2147483703" r:id="rId11"/>
    <p:sldLayoutId id="2147483704" r:id="rId12"/>
  </p:sldLayoutIdLst>
  <p:txStyles>
    <p:titleStyle>
      <a:lvl1pPr algn="ctr" rtl="0" fontAlgn="base">
        <a:spcBef>
          <a:spcPct val="0"/>
        </a:spcBef>
        <a:spcAft>
          <a:spcPct val="0"/>
        </a:spcAft>
        <a:defRPr sz="3200" kern="1200" cap="all" spc="200">
          <a:solidFill>
            <a:schemeClr val="bg1"/>
          </a:solidFill>
          <a:latin typeface="+mj-lt"/>
          <a:ea typeface="+mj-ea"/>
          <a:cs typeface="+mj-cs"/>
        </a:defRPr>
      </a:lvl1pPr>
      <a:lvl2pPr algn="ctr" rtl="0" fontAlgn="base">
        <a:spcBef>
          <a:spcPct val="0"/>
        </a:spcBef>
        <a:spcAft>
          <a:spcPct val="0"/>
        </a:spcAft>
        <a:defRPr sz="3200">
          <a:solidFill>
            <a:schemeClr val="bg1"/>
          </a:solidFill>
          <a:latin typeface="Franklin Gothic Medium" pitchFamily="34" charset="0"/>
        </a:defRPr>
      </a:lvl2pPr>
      <a:lvl3pPr algn="ctr" rtl="0" fontAlgn="base">
        <a:spcBef>
          <a:spcPct val="0"/>
        </a:spcBef>
        <a:spcAft>
          <a:spcPct val="0"/>
        </a:spcAft>
        <a:defRPr sz="3200">
          <a:solidFill>
            <a:schemeClr val="bg1"/>
          </a:solidFill>
          <a:latin typeface="Franklin Gothic Medium" pitchFamily="34" charset="0"/>
        </a:defRPr>
      </a:lvl3pPr>
      <a:lvl4pPr algn="ctr" rtl="0" fontAlgn="base">
        <a:spcBef>
          <a:spcPct val="0"/>
        </a:spcBef>
        <a:spcAft>
          <a:spcPct val="0"/>
        </a:spcAft>
        <a:defRPr sz="3200">
          <a:solidFill>
            <a:schemeClr val="bg1"/>
          </a:solidFill>
          <a:latin typeface="Franklin Gothic Medium" pitchFamily="34" charset="0"/>
        </a:defRPr>
      </a:lvl4pPr>
      <a:lvl5pPr algn="ctr" rtl="0" fontAlgn="base">
        <a:spcBef>
          <a:spcPct val="0"/>
        </a:spcBef>
        <a:spcAft>
          <a:spcPct val="0"/>
        </a:spcAft>
        <a:defRPr sz="3200">
          <a:solidFill>
            <a:schemeClr val="bg1"/>
          </a:solidFill>
          <a:latin typeface="Franklin Gothic Medium" pitchFamily="34" charset="0"/>
        </a:defRPr>
      </a:lvl5pPr>
      <a:lvl6pPr marL="457200" algn="ctr" rtl="0" fontAlgn="base">
        <a:spcBef>
          <a:spcPct val="0"/>
        </a:spcBef>
        <a:spcAft>
          <a:spcPct val="0"/>
        </a:spcAft>
        <a:defRPr sz="3200">
          <a:solidFill>
            <a:schemeClr val="bg1"/>
          </a:solidFill>
          <a:latin typeface="Franklin Gothic Medium" pitchFamily="34" charset="0"/>
        </a:defRPr>
      </a:lvl6pPr>
      <a:lvl7pPr marL="914400" algn="ctr" rtl="0" fontAlgn="base">
        <a:spcBef>
          <a:spcPct val="0"/>
        </a:spcBef>
        <a:spcAft>
          <a:spcPct val="0"/>
        </a:spcAft>
        <a:defRPr sz="3200">
          <a:solidFill>
            <a:schemeClr val="bg1"/>
          </a:solidFill>
          <a:latin typeface="Franklin Gothic Medium" pitchFamily="34" charset="0"/>
        </a:defRPr>
      </a:lvl7pPr>
      <a:lvl8pPr marL="1371600" algn="ctr" rtl="0" fontAlgn="base">
        <a:spcBef>
          <a:spcPct val="0"/>
        </a:spcBef>
        <a:spcAft>
          <a:spcPct val="0"/>
        </a:spcAft>
        <a:defRPr sz="3200">
          <a:solidFill>
            <a:schemeClr val="bg1"/>
          </a:solidFill>
          <a:latin typeface="Franklin Gothic Medium" pitchFamily="34" charset="0"/>
        </a:defRPr>
      </a:lvl8pPr>
      <a:lvl9pPr marL="1828800" algn="ctr" rtl="0" fontAlgn="base">
        <a:spcBef>
          <a:spcPct val="0"/>
        </a:spcBef>
        <a:spcAft>
          <a:spcPct val="0"/>
        </a:spcAft>
        <a:defRPr sz="3200">
          <a:solidFill>
            <a:schemeClr val="bg1"/>
          </a:solidFill>
          <a:latin typeface="Franklin Gothic Medium" pitchFamily="34" charset="0"/>
        </a:defRPr>
      </a:lvl9pPr>
    </p:titleStyle>
    <p:bodyStyle>
      <a:lvl1pPr marL="273050" indent="-228600" algn="l" rtl="0" fontAlgn="base">
        <a:spcBef>
          <a:spcPct val="20000"/>
        </a:spcBef>
        <a:spcAft>
          <a:spcPct val="0"/>
        </a:spcAft>
        <a:buClr>
          <a:schemeClr val="accent1"/>
        </a:buClr>
        <a:buFont typeface="Wingdings 2" pitchFamily="18" charset="2"/>
        <a:buChar char=""/>
        <a:defRPr sz="2000" kern="1200" spc="150">
          <a:solidFill>
            <a:schemeClr val="tx2"/>
          </a:solidFill>
          <a:latin typeface="+mn-lt"/>
          <a:ea typeface="+mn-ea"/>
          <a:cs typeface="+mn-cs"/>
        </a:defRPr>
      </a:lvl1pPr>
      <a:lvl2pPr marL="547688" indent="-182563" algn="l" rtl="0" fontAlgn="base">
        <a:spcBef>
          <a:spcPct val="20000"/>
        </a:spcBef>
        <a:spcAft>
          <a:spcPct val="0"/>
        </a:spcAft>
        <a:buClr>
          <a:schemeClr val="accent2"/>
        </a:buClr>
        <a:buFont typeface="Wingdings" pitchFamily="2" charset="2"/>
        <a:buChar char="§"/>
        <a:defRPr kern="1200" spc="100">
          <a:solidFill>
            <a:schemeClr val="tx2"/>
          </a:solidFill>
          <a:latin typeface="+mn-lt"/>
          <a:ea typeface="+mn-ea"/>
          <a:cs typeface="+mn-cs"/>
        </a:defRPr>
      </a:lvl2pPr>
      <a:lvl3pPr marL="822325" indent="-182563" algn="l" rtl="0" fontAlgn="base">
        <a:spcBef>
          <a:spcPct val="20000"/>
        </a:spcBef>
        <a:spcAft>
          <a:spcPct val="0"/>
        </a:spcAft>
        <a:buClr>
          <a:srgbClr val="9C007F"/>
        </a:buClr>
        <a:buFont typeface="Wingdings" pitchFamily="2" charset="2"/>
        <a:buChar char="§"/>
        <a:defRPr sz="1600" kern="1200" spc="100">
          <a:solidFill>
            <a:schemeClr val="tx2"/>
          </a:solidFill>
          <a:latin typeface="+mn-lt"/>
          <a:ea typeface="+mn-ea"/>
          <a:cs typeface="+mn-cs"/>
        </a:defRPr>
      </a:lvl3pPr>
      <a:lvl4pPr marL="1096963" indent="-182563" algn="l" rtl="0" fontAlgn="base">
        <a:spcBef>
          <a:spcPct val="20000"/>
        </a:spcBef>
        <a:spcAft>
          <a:spcPct val="0"/>
        </a:spcAft>
        <a:buClr>
          <a:srgbClr val="68007F"/>
        </a:buClr>
        <a:buFont typeface="Wingdings" pitchFamily="2" charset="2"/>
        <a:buChar char="§"/>
        <a:defRPr sz="1400" kern="1200">
          <a:solidFill>
            <a:schemeClr val="tx2"/>
          </a:solidFill>
          <a:latin typeface="+mn-lt"/>
          <a:ea typeface="+mn-ea"/>
          <a:cs typeface="+mn-cs"/>
        </a:defRPr>
      </a:lvl4pPr>
      <a:lvl5pPr marL="1279525" indent="-182563" algn="l" rtl="0" fontAlgn="base">
        <a:spcBef>
          <a:spcPct val="20000"/>
        </a:spcBef>
        <a:spcAft>
          <a:spcPct val="0"/>
        </a:spcAft>
        <a:buClr>
          <a:srgbClr val="00349E"/>
        </a:buClr>
        <a:buFont typeface="Wingdings" pitchFamily="2" charset="2"/>
        <a:buChar char="§"/>
        <a:defRPr sz="1300" kern="1200" spc="10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3"/>
          <p:cNvSpPr>
            <a:spLocks noGrp="1"/>
          </p:cNvSpPr>
          <p:nvPr>
            <p:ph type="ctrTitle"/>
          </p:nvPr>
        </p:nvSpPr>
        <p:spPr>
          <a:xfrm>
            <a:off x="1143000" y="1905000"/>
            <a:ext cx="7848600" cy="1828800"/>
          </a:xfrm>
        </p:spPr>
        <p:txBody>
          <a:bodyPr/>
          <a:lstStyle/>
          <a:p>
            <a:pPr fontAlgn="auto">
              <a:spcAft>
                <a:spcPts val="0"/>
              </a:spcAft>
              <a:defRPr/>
            </a:pPr>
            <a:r>
              <a:rPr lang="en-US" b="1" dirty="0">
                <a:solidFill>
                  <a:srgbClr val="FFFF00"/>
                </a:solidFill>
              </a:rPr>
              <a:t>CHAPTER 4 </a:t>
            </a:r>
            <a:r>
              <a:rPr lang="en-US" b="1" dirty="0">
                <a:solidFill>
                  <a:schemeClr val="tx1"/>
                </a:solidFill>
              </a:rPr>
              <a:t>(PART I):</a:t>
            </a:r>
            <a:br>
              <a:rPr lang="en-US" b="1" dirty="0"/>
            </a:br>
            <a:r>
              <a:rPr lang="en-GB" sz="4400" b="1" dirty="0"/>
              <a:t>INTELLECTUAL </a:t>
            </a:r>
            <a:r>
              <a:rPr lang="en-GB" sz="4400" b="1" dirty="0">
                <a:solidFill>
                  <a:srgbClr val="FFFF00"/>
                </a:solidFill>
              </a:rPr>
              <a:t>PROPERTY</a:t>
            </a:r>
            <a:endParaRPr lang="en-MY" b="1" dirty="0">
              <a:solidFill>
                <a:srgbClr val="FFFF00"/>
              </a:solidFill>
            </a:endParaRPr>
          </a:p>
        </p:txBody>
      </p:sp>
      <p:sp>
        <p:nvSpPr>
          <p:cNvPr id="4" name="Subtitle 1"/>
          <p:cNvSpPr>
            <a:spLocks noGrp="1"/>
          </p:cNvSpPr>
          <p:nvPr>
            <p:ph type="subTitle" idx="1"/>
          </p:nvPr>
        </p:nvSpPr>
        <p:spPr>
          <a:xfrm>
            <a:off x="6553200" y="5562600"/>
            <a:ext cx="2438400" cy="1143000"/>
          </a:xfrm>
        </p:spPr>
        <p:txBody>
          <a:bodyPr>
            <a:normAutofit/>
          </a:bodyPr>
          <a:lstStyle/>
          <a:p>
            <a:pPr algn="r" fontAlgn="auto">
              <a:spcAft>
                <a:spcPts val="0"/>
              </a:spcAft>
              <a:defRPr/>
            </a:pPr>
            <a:r>
              <a:rPr lang="en-MY" sz="1200" b="1" dirty="0">
                <a:solidFill>
                  <a:srgbClr val="00B050"/>
                </a:solidFill>
              </a:rPr>
              <a:t>TS. DR. ROZI NOR HAIZAN </a:t>
            </a:r>
          </a:p>
          <a:p>
            <a:pPr algn="r" fontAlgn="auto">
              <a:spcAft>
                <a:spcPts val="0"/>
              </a:spcAft>
              <a:defRPr/>
            </a:pPr>
            <a:r>
              <a:rPr lang="en-MY" sz="1200" b="1" dirty="0">
                <a:solidFill>
                  <a:srgbClr val="00B050"/>
                </a:solidFill>
              </a:rPr>
              <a:t>BINTI NOR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19200" y="0"/>
            <a:ext cx="6781800" cy="1752600"/>
          </a:xfrm>
        </p:spPr>
        <p:txBody>
          <a:bodyPr/>
          <a:lstStyle/>
          <a:p>
            <a:pPr fontAlgn="auto">
              <a:lnSpc>
                <a:spcPct val="95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5400" dirty="0"/>
              <a:t>Objectives</a:t>
            </a:r>
          </a:p>
        </p:txBody>
      </p:sp>
      <p:sp>
        <p:nvSpPr>
          <p:cNvPr id="4099" name="Rectangle 2"/>
          <p:cNvSpPr>
            <a:spLocks noGrp="1" noChangeArrowheads="1"/>
          </p:cNvSpPr>
          <p:nvPr>
            <p:ph type="subTitle" idx="4294967295"/>
          </p:nvPr>
        </p:nvSpPr>
        <p:spPr>
          <a:xfrm>
            <a:off x="304800" y="1752600"/>
            <a:ext cx="8382000" cy="4419600"/>
          </a:xfrm>
        </p:spPr>
        <p:txBody>
          <a:bodyPr lIns="90000" tIns="46800" rIns="90000" bIns="46800"/>
          <a:lstStyle/>
          <a:p>
            <a:pPr marL="0" indent="0"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800" dirty="0"/>
              <a:t> What is IP and how new technologies   </a:t>
            </a:r>
          </a:p>
          <a:p>
            <a:pPr marL="0" indent="0" fontAlgn="auto">
              <a:lnSpc>
                <a:spcPct val="93000"/>
              </a:lnSpc>
              <a:spcAft>
                <a:spcPts val="0"/>
              </a:spcAft>
              <a:buFont typeface="Wingdings 2" pitchFamily="18" charset="2"/>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800" dirty="0"/>
              <a:t>   affect IP</a:t>
            </a:r>
          </a:p>
          <a:p>
            <a:pPr marL="0" indent="0" fontAlgn="auto">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800" dirty="0"/>
              <a:t>How should IP be protected</a:t>
            </a:r>
          </a:p>
          <a:p>
            <a:pPr marL="0" indent="0" fontAlgn="auto">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800" dirty="0"/>
              <a:t>Copyright law</a:t>
            </a:r>
          </a:p>
          <a:p>
            <a:pPr marL="0" indent="0" fontAlgn="auto">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800" dirty="0"/>
              <a:t>Free software</a:t>
            </a:r>
          </a:p>
          <a:p>
            <a:pPr marL="0" indent="0" fontAlgn="auto">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800" dirty="0"/>
              <a:t>Issues for software </a:t>
            </a:r>
          </a:p>
          <a:p>
            <a:pPr marL="0" indent="0" fontAlgn="auto">
              <a:spcAft>
                <a:spcPts val="0"/>
              </a:spcAft>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800" dirty="0"/>
              <a:t>  developers</a:t>
            </a:r>
          </a:p>
        </p:txBody>
      </p:sp>
      <p:pic>
        <p:nvPicPr>
          <p:cNvPr id="10244" name="Picture 5" descr="http://www.buzzle.com/img/articleImages/284890-37610-10.jpg"/>
          <p:cNvPicPr>
            <a:picLocks noChangeAspect="1" noChangeArrowheads="1"/>
          </p:cNvPicPr>
          <p:nvPr/>
        </p:nvPicPr>
        <p:blipFill>
          <a:blip r:embed="rId3" cstate="print"/>
          <a:srcRect/>
          <a:stretch>
            <a:fillRect/>
          </a:stretch>
        </p:blipFill>
        <p:spPr bwMode="auto">
          <a:xfrm>
            <a:off x="4800600" y="3937000"/>
            <a:ext cx="3333750" cy="2152650"/>
          </a:xfrm>
          <a:prstGeom prst="rect">
            <a:avLst/>
          </a:prstGeom>
          <a:noFill/>
          <a:ln w="9525">
            <a:noFill/>
            <a:miter lim="800000"/>
            <a:headEnd/>
            <a:tailEnd/>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idx="1"/>
          </p:nvPr>
        </p:nvSpPr>
        <p:spPr>
          <a:xfrm>
            <a:off x="304800" y="1752600"/>
            <a:ext cx="8229600" cy="4724400"/>
          </a:xfrm>
        </p:spPr>
        <p:txBody>
          <a:bodyPr/>
          <a:lstStyle/>
          <a:p>
            <a:pPr marL="274320" fontAlgn="auto">
              <a:lnSpc>
                <a:spcPct val="93000"/>
              </a:lnSpc>
              <a:spcBef>
                <a:spcPts val="7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3200" dirty="0"/>
              <a:t>Digital music storage + Internet --&gt; crisis</a:t>
            </a:r>
          </a:p>
          <a:p>
            <a:pPr marL="274320" fontAlgn="auto">
              <a:lnSpc>
                <a:spcPct val="93000"/>
              </a:lnSpc>
              <a:spcBef>
                <a:spcPts val="7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3200" dirty="0"/>
              <a:t>Value of intellectual properties much greater than value of media</a:t>
            </a:r>
          </a:p>
          <a:p>
            <a:pPr marL="274320" fontAlgn="auto">
              <a:lnSpc>
                <a:spcPct val="93000"/>
              </a:lnSpc>
              <a:spcBef>
                <a:spcPts val="70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3200" dirty="0"/>
              <a:t>Creating first copy is costly</a:t>
            </a:r>
          </a:p>
          <a:p>
            <a:pPr marL="274320" fontAlgn="auto">
              <a:lnSpc>
                <a:spcPct val="93000"/>
              </a:lnSpc>
              <a:spcBef>
                <a:spcPts val="70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3200" dirty="0"/>
              <a:t>Duplicates cost almost nothing</a:t>
            </a:r>
          </a:p>
          <a:p>
            <a:pPr marL="274320" fontAlgn="auto">
              <a:lnSpc>
                <a:spcPct val="93000"/>
              </a:lnSpc>
              <a:spcBef>
                <a:spcPts val="7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3200" dirty="0"/>
              <a:t>Illegal copying pervasive</a:t>
            </a:r>
          </a:p>
          <a:p>
            <a:pPr marL="274320" fontAlgn="auto">
              <a:lnSpc>
                <a:spcPct val="93000"/>
              </a:lnSpc>
              <a:spcBef>
                <a:spcPts val="7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3200" dirty="0"/>
              <a:t>In light of information technologies, how should we treat IP?</a:t>
            </a:r>
          </a:p>
        </p:txBody>
      </p:sp>
      <p:sp>
        <p:nvSpPr>
          <p:cNvPr id="5122"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Introduction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idx="1"/>
          </p:nvPr>
        </p:nvSpPr>
        <p:spPr>
          <a:xfrm>
            <a:off x="304800" y="1600200"/>
            <a:ext cx="8177213" cy="4953000"/>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Any unique product of the human intellect that has commercial value</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Intangible creative work – not  necessarily the physical form on which it is stored or delivered</a:t>
            </a:r>
          </a:p>
          <a:p>
            <a:pPr marL="274320" fontAlgn="auto">
              <a:lnSpc>
                <a:spcPct val="93000"/>
              </a:lnSpc>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Books, songs, movies</a:t>
            </a:r>
          </a:p>
          <a:p>
            <a:pPr marL="274320" fontAlgn="auto">
              <a:lnSpc>
                <a:spcPct val="93000"/>
              </a:lnSpc>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Paintings, drawings</a:t>
            </a:r>
          </a:p>
          <a:p>
            <a:pPr marL="274320" fontAlgn="auto">
              <a:lnSpc>
                <a:spcPct val="93000"/>
              </a:lnSpc>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Inventions, chemical formulas, computer programs</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IP = physical </a:t>
            </a:r>
            <a:r>
              <a:rPr lang="en-GB" sz="2800" dirty="0" err="1"/>
              <a:t>manifestafion</a:t>
            </a:r>
            <a:endParaRPr lang="en-GB" sz="2800" dirty="0"/>
          </a:p>
        </p:txBody>
      </p:sp>
      <p:sp>
        <p:nvSpPr>
          <p:cNvPr id="6146"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Definition - IP</a:t>
            </a:r>
          </a:p>
        </p:txBody>
      </p:sp>
      <p:sp>
        <p:nvSpPr>
          <p:cNvPr id="12292" name="Line 3"/>
          <p:cNvSpPr>
            <a:spLocks noChangeShapeType="1"/>
          </p:cNvSpPr>
          <p:nvPr/>
        </p:nvSpPr>
        <p:spPr bwMode="auto">
          <a:xfrm flipH="1">
            <a:off x="1143000" y="5715000"/>
            <a:ext cx="109537" cy="222250"/>
          </a:xfrm>
          <a:prstGeom prst="line">
            <a:avLst/>
          </a:prstGeom>
          <a:noFill/>
          <a:ln w="9360">
            <a:solidFill>
              <a:srgbClr val="000000"/>
            </a:solidFill>
            <a:round/>
            <a:headEnd/>
            <a:tailEnd/>
          </a:ln>
        </p:spPr>
        <p:txBody>
          <a:bodyPr/>
          <a:lstStyle/>
          <a:p>
            <a:endParaRPr lang="en-MY"/>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1027"/>
          <p:cNvSpPr>
            <a:spLocks noGrp="1" noChangeArrowheads="1"/>
          </p:cNvSpPr>
          <p:nvPr>
            <p:ph idx="1"/>
          </p:nvPr>
        </p:nvSpPr>
        <p:spPr>
          <a:xfrm>
            <a:off x="381000" y="1719263"/>
            <a:ext cx="8458200" cy="4406900"/>
          </a:xfrm>
        </p:spPr>
        <p:txBody>
          <a:bodyPr>
            <a:noAutofit/>
          </a:bodyPr>
          <a:lstStyle/>
          <a:p>
            <a:pPr marL="274320" fontAlgn="auto">
              <a:lnSpc>
                <a:spcPct val="90000"/>
              </a:lnSpc>
              <a:spcAft>
                <a:spcPts val="0"/>
              </a:spcAft>
              <a:defRPr/>
            </a:pPr>
            <a:r>
              <a:rPr lang="en-US" sz="2600" dirty="0"/>
              <a:t>Intellectual property includes works of the mind such as art, books, films, formulae, inventions, music, and processes that are unique and that are “owned” or created by a single entity.  </a:t>
            </a:r>
          </a:p>
          <a:p>
            <a:pPr marL="274320" fontAlgn="auto">
              <a:spcAft>
                <a:spcPts val="0"/>
              </a:spcAft>
              <a:defRPr/>
            </a:pPr>
            <a:endParaRPr lang="en-US" sz="2600" dirty="0"/>
          </a:p>
        </p:txBody>
      </p:sp>
      <p:sp>
        <p:nvSpPr>
          <p:cNvPr id="7170" name="Rectangle 1026"/>
          <p:cNvSpPr>
            <a:spLocks noGrp="1" noChangeArrowheads="1"/>
          </p:cNvSpPr>
          <p:nvPr>
            <p:ph type="title"/>
          </p:nvPr>
        </p:nvSpPr>
        <p:spPr/>
        <p:txBody>
          <a:bodyPr/>
          <a:lstStyle/>
          <a:p>
            <a:pPr fontAlgn="auto">
              <a:spcAft>
                <a:spcPts val="0"/>
              </a:spcAft>
              <a:defRPr/>
            </a:pPr>
            <a:r>
              <a:rPr lang="en-US" sz="5000"/>
              <a:t>Intellectual Property</a:t>
            </a:r>
          </a:p>
        </p:txBody>
      </p:sp>
      <p:pic>
        <p:nvPicPr>
          <p:cNvPr id="13316" name="Picture 9" descr="https://encrypted-tbn0.gstatic.com/images?q=tbn:ANd9GcTli2o6WYoGqqjySYvAXlnx4rVp2SiFYm69_nc7SDC7OYe81zY"/>
          <p:cNvPicPr>
            <a:picLocks noChangeAspect="1" noChangeArrowheads="1"/>
          </p:cNvPicPr>
          <p:nvPr/>
        </p:nvPicPr>
        <p:blipFill>
          <a:blip r:embed="rId2" cstate="print"/>
          <a:srcRect/>
          <a:stretch>
            <a:fillRect/>
          </a:stretch>
        </p:blipFill>
        <p:spPr bwMode="auto">
          <a:xfrm>
            <a:off x="2438400" y="3505200"/>
            <a:ext cx="3838575" cy="27432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idx="1"/>
          </p:nvPr>
        </p:nvSpPr>
        <p:spPr>
          <a:xfrm>
            <a:off x="304800" y="1905000"/>
            <a:ext cx="8229600" cy="4953000"/>
          </a:xfrm>
        </p:spPr>
        <p:txBody>
          <a:bodyPr/>
          <a:lstStyle/>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If two people write same play, both cannot own it</a:t>
            </a:r>
          </a:p>
          <a:p>
            <a:pPr marL="274320" fontAlgn="auto">
              <a:lnSpc>
                <a:spcPct val="93000"/>
              </a:lnSpc>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    - every IP is one-of-a-kind</a:t>
            </a:r>
          </a:p>
          <a:p>
            <a:pPr marL="274320" fontAlgn="auto">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If one person “takes” another's play, both have it</a:t>
            </a:r>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    - copying an IP is different from stealing a physical object</a:t>
            </a:r>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8194"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Analogy is Imperfect</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idx="1"/>
          </p:nvPr>
        </p:nvSpPr>
        <p:spPr>
          <a:xfrm>
            <a:off x="228600" y="1752600"/>
            <a:ext cx="7010400" cy="4114800"/>
          </a:xfrm>
        </p:spPr>
        <p:txBody>
          <a:bodyPr/>
          <a:lstStyle/>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IPs are given in the form of:</a:t>
            </a:r>
          </a:p>
          <a:p>
            <a:pPr marL="274320" fontAlgn="auto">
              <a:lnSpc>
                <a:spcPct val="93000"/>
              </a:lnSpc>
              <a:spcBef>
                <a:spcPts val="60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Trade secret</a:t>
            </a:r>
          </a:p>
          <a:p>
            <a:pPr marL="274320" fontAlgn="auto">
              <a:lnSpc>
                <a:spcPct val="93000"/>
              </a:lnSpc>
              <a:spcBef>
                <a:spcPts val="60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Patents</a:t>
            </a:r>
          </a:p>
          <a:p>
            <a:pPr marL="274320" fontAlgn="auto">
              <a:lnSpc>
                <a:spcPct val="93000"/>
              </a:lnSpc>
              <a:spcBef>
                <a:spcPts val="60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Trademark</a:t>
            </a:r>
          </a:p>
          <a:p>
            <a:pPr marL="274320" fontAlgn="auto">
              <a:lnSpc>
                <a:spcPct val="93000"/>
              </a:lnSpc>
              <a:spcBef>
                <a:spcPts val="60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copyright</a:t>
            </a:r>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400" dirty="0"/>
          </a:p>
        </p:txBody>
      </p:sp>
      <p:sp>
        <p:nvSpPr>
          <p:cNvPr id="9218"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Legal Protection</a:t>
            </a:r>
          </a:p>
        </p:txBody>
      </p:sp>
      <p:pic>
        <p:nvPicPr>
          <p:cNvPr id="15364" name="Picture 5" descr="IP types"/>
          <p:cNvPicPr>
            <a:picLocks noChangeAspect="1" noChangeArrowheads="1"/>
          </p:cNvPicPr>
          <p:nvPr/>
        </p:nvPicPr>
        <p:blipFill>
          <a:blip r:embed="rId3" cstate="print"/>
          <a:srcRect/>
          <a:stretch>
            <a:fillRect/>
          </a:stretch>
        </p:blipFill>
        <p:spPr bwMode="auto">
          <a:xfrm>
            <a:off x="3200400" y="1600200"/>
            <a:ext cx="5638800" cy="4953000"/>
          </a:xfrm>
          <a:prstGeom prst="rect">
            <a:avLst/>
          </a:prstGeom>
          <a:noFill/>
          <a:ln w="9525">
            <a:noFill/>
            <a:miter lim="800000"/>
            <a:headEnd/>
            <a:tailEnd/>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idx="1"/>
          </p:nvPr>
        </p:nvSpPr>
        <p:spPr>
          <a:xfrm>
            <a:off x="304800" y="1905000"/>
            <a:ext cx="8229600" cy="4114800"/>
          </a:xfrm>
        </p:spPr>
        <p:txBody>
          <a:bodyPr/>
          <a:lstStyle/>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The value of IP comes from the creativity, ideas, research, skills, labour, and other nonmaterial effort and attributes provided by the creators</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A property right is a type of 'natural right' that should be granted</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Property rights are social contracts designed to encourage creators and inventors to better serve society</a:t>
            </a:r>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10242"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Why Legal Protection?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idx="1"/>
          </p:nvPr>
        </p:nvSpPr>
        <p:spPr>
          <a:xfrm>
            <a:off x="228600" y="1600200"/>
            <a:ext cx="8305800" cy="5257800"/>
          </a:xfrm>
        </p:spPr>
        <p:txBody>
          <a:bodyPr>
            <a:noAutofit/>
          </a:bodyPr>
          <a:lstStyle/>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New ideas in the form of inventions and artistic works can improve the quality of life</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Some people are altruistic and glad to share with others; some are not</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attraction of wealth can be the incentive to produce something useful</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If a person has a right to control the distribution and use of a piece of IP, there are opportunities to make money</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Government recognized benefits to limited intellectual property protection</a:t>
            </a:r>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11266"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Benefits of IP Protection</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idx="1"/>
          </p:nvPr>
        </p:nvSpPr>
        <p:spPr>
          <a:xfrm>
            <a:off x="381000" y="1752600"/>
            <a:ext cx="8153400" cy="4498975"/>
          </a:xfrm>
        </p:spPr>
        <p:txBody>
          <a:bodyPr/>
          <a:lstStyle/>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Giving inventors rights to their inventions stimulates creativity</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Society benefits most when inventions in public domain</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Inventors or authors are given rights for a limited time </a:t>
            </a:r>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12290"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Limits to IP Protection</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p:txBody>
          <a:bodyPr/>
          <a:lstStyle/>
          <a:p>
            <a:pPr marL="274320" fontAlgn="auto">
              <a:spcAft>
                <a:spcPts val="0"/>
              </a:spcAft>
              <a:defRPr/>
            </a:pPr>
            <a:r>
              <a:rPr lang="en-US" sz="2400" dirty="0"/>
              <a:t>The </a:t>
            </a:r>
            <a:r>
              <a:rPr lang="en-US" sz="2400" dirty="0">
                <a:cs typeface="Arial" charset="0"/>
              </a:rPr>
              <a:t>Uniform </a:t>
            </a:r>
            <a:r>
              <a:rPr lang="en-US" sz="2400" b="1" dirty="0">
                <a:cs typeface="Arial" charset="0"/>
              </a:rPr>
              <a:t>Trade Secrets</a:t>
            </a:r>
            <a:r>
              <a:rPr lang="en-US" sz="2400" dirty="0">
                <a:cs typeface="Arial" charset="0"/>
              </a:rPr>
              <a:t> Act (</a:t>
            </a:r>
            <a:r>
              <a:rPr lang="en-US" sz="2400" dirty="0"/>
              <a:t>UTSA) defines a </a:t>
            </a:r>
            <a:r>
              <a:rPr lang="en-US" sz="2400" u="sng" dirty="0"/>
              <a:t>trade secret</a:t>
            </a:r>
            <a:r>
              <a:rPr lang="en-US" sz="2400" dirty="0"/>
              <a:t> as “information, including a formula, pattern, compilation, program, device, method, technique, or process that:  </a:t>
            </a:r>
          </a:p>
          <a:p>
            <a:pPr marL="548640" lvl="1" indent="-182880" fontAlgn="auto">
              <a:spcAft>
                <a:spcPts val="0"/>
              </a:spcAft>
              <a:buFontTx/>
              <a:buAutoNum type="arabicPeriod"/>
              <a:defRPr/>
            </a:pPr>
            <a:r>
              <a:rPr lang="en-US" sz="2400" dirty="0"/>
              <a:t>Derives independent economic value, actual or potential, from not being generally known to, and not being readily ascertainable by persons who can obtain economic value from its disclosure or use  </a:t>
            </a:r>
          </a:p>
          <a:p>
            <a:pPr marL="548640" lvl="1" indent="-182880" fontAlgn="auto">
              <a:spcAft>
                <a:spcPts val="0"/>
              </a:spcAft>
              <a:buFontTx/>
              <a:buAutoNum type="arabicPeriod"/>
              <a:defRPr/>
            </a:pPr>
            <a:r>
              <a:rPr lang="en-US" sz="2400" dirty="0"/>
              <a:t>Is the subject of efforts that are reasonable under the circumstances to maintain its secrecy</a:t>
            </a:r>
          </a:p>
          <a:p>
            <a:pPr marL="274320" fontAlgn="auto">
              <a:spcAft>
                <a:spcPts val="0"/>
              </a:spcAft>
              <a:defRPr/>
            </a:pPr>
            <a:endParaRPr lang="en-US" sz="2400" dirty="0"/>
          </a:p>
        </p:txBody>
      </p:sp>
      <p:sp>
        <p:nvSpPr>
          <p:cNvPr id="13314" name="Rectangle 2"/>
          <p:cNvSpPr>
            <a:spLocks noGrp="1" noChangeArrowheads="1"/>
          </p:cNvSpPr>
          <p:nvPr>
            <p:ph type="title"/>
          </p:nvPr>
        </p:nvSpPr>
        <p:spPr/>
        <p:txBody>
          <a:bodyPr/>
          <a:lstStyle/>
          <a:p>
            <a:pPr fontAlgn="auto">
              <a:spcAft>
                <a:spcPts val="0"/>
              </a:spcAft>
              <a:defRPr/>
            </a:pPr>
            <a:r>
              <a:rPr lang="en-GB"/>
              <a:t>Protecting IP – Trade Secrets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idx="1"/>
          </p:nvPr>
        </p:nvSpPr>
        <p:spPr>
          <a:xfrm>
            <a:off x="228600" y="1905000"/>
            <a:ext cx="8305800" cy="4645025"/>
          </a:xfrm>
        </p:spPr>
        <p:txBody>
          <a:bodyPr/>
          <a:lstStyle/>
          <a:p>
            <a:pPr marL="571500" indent="-57150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Confidential piece of IP that gives company a competitive advantage</a:t>
            </a:r>
          </a:p>
          <a:p>
            <a:pPr marL="571500" indent="-57150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Never expires</a:t>
            </a:r>
          </a:p>
          <a:p>
            <a:pPr marL="571500" indent="-57150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Not appropriate for all IP</a:t>
            </a:r>
          </a:p>
          <a:p>
            <a:pPr marL="571500" indent="-57150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May be compromised when employees leave firm</a:t>
            </a:r>
          </a:p>
          <a:p>
            <a:pPr marL="571500" indent="-57150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571500" indent="-57150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571500" indent="-57150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571500" indent="-57150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14338"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Protecting IP – Trade Secrets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p:txBody>
          <a:bodyPr>
            <a:normAutofit/>
          </a:bodyPr>
          <a:lstStyle/>
          <a:p>
            <a:pPr marL="274320" fontAlgn="auto">
              <a:spcAft>
                <a:spcPts val="0"/>
              </a:spcAft>
              <a:defRPr/>
            </a:pPr>
            <a:r>
              <a:rPr lang="en-US" sz="2800" dirty="0"/>
              <a:t>Reverse Engineering Allowed</a:t>
            </a:r>
          </a:p>
          <a:p>
            <a:pPr marL="274320" fontAlgn="auto">
              <a:spcAft>
                <a:spcPts val="0"/>
              </a:spcAft>
              <a:defRPr/>
            </a:pPr>
            <a:r>
              <a:rPr lang="en-US" sz="2400" u="sng" dirty="0"/>
              <a:t>Reverse engineering</a:t>
            </a:r>
            <a:r>
              <a:rPr lang="en-US" sz="2400" dirty="0"/>
              <a:t> is the process of breaking something down in order to understand it, build a copy of it, or improve it.  </a:t>
            </a:r>
          </a:p>
          <a:p>
            <a:pPr marL="274320" fontAlgn="auto">
              <a:spcAft>
                <a:spcPts val="0"/>
              </a:spcAft>
              <a:defRPr/>
            </a:pPr>
            <a:endParaRPr lang="en-US" sz="2800" dirty="0"/>
          </a:p>
        </p:txBody>
      </p:sp>
      <p:sp>
        <p:nvSpPr>
          <p:cNvPr id="15362" name="Rectangle 2"/>
          <p:cNvSpPr>
            <a:spLocks noGrp="1" noChangeArrowheads="1"/>
          </p:cNvSpPr>
          <p:nvPr>
            <p:ph type="title"/>
          </p:nvPr>
        </p:nvSpPr>
        <p:spPr/>
        <p:txBody>
          <a:bodyPr/>
          <a:lstStyle/>
          <a:p>
            <a:pPr fontAlgn="auto">
              <a:spcAft>
                <a:spcPts val="0"/>
              </a:spcAft>
              <a:defRPr/>
            </a:pPr>
            <a:r>
              <a:rPr lang="en-GB"/>
              <a:t>Trade Secrets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p:txBody>
          <a:bodyPr/>
          <a:lstStyle/>
          <a:p>
            <a:pPr marL="274320" fontAlgn="auto">
              <a:spcAft>
                <a:spcPts val="0"/>
              </a:spcAft>
              <a:defRPr/>
            </a:pPr>
            <a:r>
              <a:rPr lang="en-US" sz="3400" dirty="0"/>
              <a:t>To qualify as a trade secret, the secret must have</a:t>
            </a:r>
          </a:p>
          <a:p>
            <a:pPr marL="548640" lvl="1" indent="-182880" fontAlgn="auto">
              <a:spcAft>
                <a:spcPts val="0"/>
              </a:spcAft>
              <a:buFontTx/>
              <a:buAutoNum type="arabicPeriod"/>
              <a:defRPr/>
            </a:pPr>
            <a:r>
              <a:rPr lang="en-US" sz="3200" dirty="0"/>
              <a:t>Economic value</a:t>
            </a:r>
          </a:p>
          <a:p>
            <a:pPr marL="548640" lvl="1" indent="-182880" fontAlgn="auto">
              <a:spcAft>
                <a:spcPts val="0"/>
              </a:spcAft>
              <a:buFontTx/>
              <a:buAutoNum type="arabicPeriod"/>
              <a:defRPr/>
            </a:pPr>
            <a:r>
              <a:rPr lang="en-US" sz="3200" dirty="0"/>
              <a:t>Must not be readily ascertainable</a:t>
            </a:r>
          </a:p>
          <a:p>
            <a:pPr marL="548640" lvl="1" indent="-182880" fontAlgn="auto">
              <a:spcAft>
                <a:spcPts val="0"/>
              </a:spcAft>
              <a:buFontTx/>
              <a:buAutoNum type="arabicPeriod"/>
              <a:defRPr/>
            </a:pPr>
            <a:r>
              <a:rPr lang="en-US" sz="3200" dirty="0"/>
              <a:t>The trade secret owner must take steps to maintain its secrecy   </a:t>
            </a:r>
          </a:p>
          <a:p>
            <a:pPr marL="274320" fontAlgn="auto">
              <a:spcAft>
                <a:spcPts val="0"/>
              </a:spcAft>
              <a:buFont typeface="Wingdings" pitchFamily="2" charset="2"/>
              <a:buNone/>
              <a:defRPr/>
            </a:pPr>
            <a:endParaRPr lang="en-US" sz="3400" dirty="0"/>
          </a:p>
          <a:p>
            <a:pPr marL="274320" fontAlgn="auto">
              <a:spcAft>
                <a:spcPts val="0"/>
              </a:spcAft>
              <a:defRPr/>
            </a:pPr>
            <a:endParaRPr lang="en-US" dirty="0"/>
          </a:p>
        </p:txBody>
      </p:sp>
      <p:sp>
        <p:nvSpPr>
          <p:cNvPr id="16386" name="Rectangle 2"/>
          <p:cNvSpPr>
            <a:spLocks noGrp="1" noChangeArrowheads="1"/>
          </p:cNvSpPr>
          <p:nvPr>
            <p:ph type="title"/>
          </p:nvPr>
        </p:nvSpPr>
        <p:spPr/>
        <p:txBody>
          <a:bodyPr/>
          <a:lstStyle/>
          <a:p>
            <a:pPr fontAlgn="auto">
              <a:spcAft>
                <a:spcPts val="0"/>
              </a:spcAft>
              <a:defRPr/>
            </a:pPr>
            <a:r>
              <a:rPr lang="en-US" sz="4000" dirty="0"/>
              <a:t>Trade Secret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idx="1"/>
          </p:nvPr>
        </p:nvSpPr>
        <p:spPr>
          <a:xfrm>
            <a:off x="304800" y="1600200"/>
            <a:ext cx="8229600" cy="5514975"/>
          </a:xfrm>
        </p:spPr>
        <p:txBody>
          <a:bodyPr/>
          <a:lstStyle/>
          <a:p>
            <a:pPr marL="274320" fontAlgn="auto">
              <a:lnSpc>
                <a:spcPct val="93000"/>
              </a:lnSpc>
              <a:spcBef>
                <a:spcPts val="5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Trademark : identifies goods</a:t>
            </a:r>
          </a:p>
          <a:p>
            <a:pPr marL="274320" fontAlgn="auto">
              <a:lnSpc>
                <a:spcPct val="93000"/>
              </a:lnSpc>
              <a:spcBef>
                <a:spcPts val="5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Service mark : identifies services</a:t>
            </a:r>
          </a:p>
          <a:p>
            <a:pPr marL="274320" fontAlgn="auto">
              <a:lnSpc>
                <a:spcPct val="93000"/>
              </a:lnSpc>
              <a:spcBef>
                <a:spcPts val="5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Company can establish a “brand name”</a:t>
            </a:r>
          </a:p>
          <a:p>
            <a:pPr marL="274320" fontAlgn="auto">
              <a:lnSpc>
                <a:spcPct val="93000"/>
              </a:lnSpc>
              <a:spcBef>
                <a:spcPts val="5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Does not expire</a:t>
            </a:r>
          </a:p>
          <a:p>
            <a:pPr marL="274320" fontAlgn="auto">
              <a:lnSpc>
                <a:spcPct val="93000"/>
              </a:lnSpc>
              <a:spcBef>
                <a:spcPts val="5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If brand name becomes common noun, trademark may be lost</a:t>
            </a:r>
          </a:p>
          <a:p>
            <a:pPr marL="274320" fontAlgn="auto">
              <a:spcBef>
                <a:spcPts val="5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5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5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5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17410"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Protecting IP – Trademark, Service Mark</a:t>
            </a:r>
          </a:p>
        </p:txBody>
      </p:sp>
      <p:pic>
        <p:nvPicPr>
          <p:cNvPr id="23556" name="Picture 5" descr="https://encrypted-tbn2.gstatic.com/images?q=tbn:ANd9GcQxaRytHWIsdOwMQT-NDo0rlsdohtpY-TYRNkqAA7wSt5pYWIbx4g"/>
          <p:cNvPicPr>
            <a:picLocks noChangeAspect="1" noChangeArrowheads="1"/>
          </p:cNvPicPr>
          <p:nvPr/>
        </p:nvPicPr>
        <p:blipFill>
          <a:blip r:embed="rId3" cstate="print"/>
          <a:srcRect/>
          <a:stretch>
            <a:fillRect/>
          </a:stretch>
        </p:blipFill>
        <p:spPr bwMode="auto">
          <a:xfrm>
            <a:off x="5486400" y="4114800"/>
            <a:ext cx="2533650" cy="1800225"/>
          </a:xfrm>
          <a:prstGeom prst="rect">
            <a:avLst/>
          </a:prstGeom>
          <a:noFill/>
          <a:ln w="9525">
            <a:noFill/>
            <a:miter lim="800000"/>
            <a:headEnd/>
            <a:tailEnd/>
          </a:ln>
        </p:spPr>
      </p:pic>
      <p:pic>
        <p:nvPicPr>
          <p:cNvPr id="23557" name="Picture 7" descr="https://encrypted-tbn2.gstatic.com/images?q=tbn:ANd9GcQ7vrVmLrah8_rZBt3lJ-NvoOb_vfj1nLW4eBQlEPOCc8bfO_i2"/>
          <p:cNvPicPr>
            <a:picLocks noChangeAspect="1" noChangeArrowheads="1"/>
          </p:cNvPicPr>
          <p:nvPr/>
        </p:nvPicPr>
        <p:blipFill>
          <a:blip r:embed="rId4" cstate="print"/>
          <a:srcRect/>
          <a:stretch>
            <a:fillRect/>
          </a:stretch>
        </p:blipFill>
        <p:spPr bwMode="auto">
          <a:xfrm>
            <a:off x="2743200" y="4800600"/>
            <a:ext cx="2724150" cy="1676400"/>
          </a:xfrm>
          <a:prstGeom prst="rect">
            <a:avLst/>
          </a:prstGeom>
          <a:noFill/>
          <a:ln w="9525">
            <a:noFill/>
            <a:miter lim="800000"/>
            <a:headEnd/>
            <a:tailEnd/>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81000" y="1719263"/>
            <a:ext cx="8407400" cy="4757737"/>
          </a:xfrm>
        </p:spPr>
        <p:txBody>
          <a:bodyPr>
            <a:noAutofit/>
          </a:bodyPr>
          <a:lstStyle/>
          <a:p>
            <a:pPr marL="274320" fontAlgn="auto">
              <a:spcAft>
                <a:spcPts val="0"/>
              </a:spcAft>
              <a:defRPr/>
            </a:pPr>
            <a:r>
              <a:rPr lang="en-US" sz="2800" dirty="0"/>
              <a:t>A </a:t>
            </a:r>
            <a:r>
              <a:rPr lang="en-US" sz="2800" u="sng" dirty="0"/>
              <a:t>trademark</a:t>
            </a:r>
            <a:r>
              <a:rPr lang="en-US" sz="2800" dirty="0"/>
              <a:t> is anything that enables a consumer to differentiate one company’s products from another</a:t>
            </a:r>
          </a:p>
          <a:p>
            <a:pPr marL="274320" fontAlgn="auto">
              <a:spcAft>
                <a:spcPts val="0"/>
              </a:spcAft>
              <a:defRPr/>
            </a:pPr>
            <a:r>
              <a:rPr lang="en-US" sz="2800" dirty="0"/>
              <a:t>TRADEMARK is something you can do to brands. If you trademark a brand, then you own the "intellectual property" of that brand and you are the only person allowed to use that Brand name, slogan etc. </a:t>
            </a:r>
            <a:br>
              <a:rPr lang="en-US" sz="2800" dirty="0"/>
            </a:br>
            <a:r>
              <a:rPr lang="en-US" sz="2800" dirty="0"/>
              <a:t>If others want to use that brand, they must ask your permission or pay some money. </a:t>
            </a:r>
          </a:p>
        </p:txBody>
      </p:sp>
      <p:sp>
        <p:nvSpPr>
          <p:cNvPr id="18434" name="Rectangle 2"/>
          <p:cNvSpPr>
            <a:spLocks noGrp="1" noChangeArrowheads="1"/>
          </p:cNvSpPr>
          <p:nvPr>
            <p:ph type="title"/>
          </p:nvPr>
        </p:nvSpPr>
        <p:spPr/>
        <p:txBody>
          <a:bodyPr/>
          <a:lstStyle/>
          <a:p>
            <a:pPr fontAlgn="auto">
              <a:spcAft>
                <a:spcPts val="0"/>
              </a:spcAft>
              <a:defRPr/>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idx="1"/>
          </p:nvPr>
        </p:nvSpPr>
        <p:spPr>
          <a:xfrm>
            <a:off x="304800" y="1905000"/>
            <a:ext cx="8229600" cy="4114800"/>
          </a:xfrm>
        </p:spPr>
        <p:txBody>
          <a:bodyPr/>
          <a:lstStyle/>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A public document that provides detailed description of invention</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Provides owner with exclusive right to the invention</a:t>
            </a:r>
          </a:p>
          <a:p>
            <a:pPr marL="274320" fontAlgn="auto">
              <a:lnSpc>
                <a:spcPct val="93000"/>
              </a:lnSpc>
              <a:spcBef>
                <a:spcPts val="60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Owner can prevent others from making, using, or selling invention for certain amount of years</a:t>
            </a:r>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a:p>
            <a:pPr marL="274320" fontAlgn="auto">
              <a:spcBef>
                <a:spcPts val="600"/>
              </a:spcBef>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19458"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Protecting IP - Patent</a:t>
            </a:r>
          </a:p>
        </p:txBody>
      </p:sp>
      <p:pic>
        <p:nvPicPr>
          <p:cNvPr id="25604" name="Picture 5" descr="http://www.nsf.gov/news/mmg/media/images/intell_property_f.jpg"/>
          <p:cNvPicPr>
            <a:picLocks noChangeAspect="1" noChangeArrowheads="1"/>
          </p:cNvPicPr>
          <p:nvPr/>
        </p:nvPicPr>
        <p:blipFill>
          <a:blip r:embed="rId3" cstate="print"/>
          <a:srcRect/>
          <a:stretch>
            <a:fillRect/>
          </a:stretch>
        </p:blipFill>
        <p:spPr bwMode="auto">
          <a:xfrm>
            <a:off x="5410200" y="4495800"/>
            <a:ext cx="3333750" cy="2095500"/>
          </a:xfrm>
          <a:prstGeom prst="rect">
            <a:avLst/>
          </a:prstGeom>
          <a:noFill/>
          <a:ln w="9525">
            <a:noFill/>
            <a:miter lim="800000"/>
            <a:headEnd/>
            <a:tailEnd/>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04800" y="1719263"/>
            <a:ext cx="8483600" cy="4406900"/>
          </a:xfrm>
        </p:spPr>
        <p:txBody>
          <a:bodyPr/>
          <a:lstStyle/>
          <a:p>
            <a:pPr marL="274320" fontAlgn="auto">
              <a:lnSpc>
                <a:spcPct val="90000"/>
              </a:lnSpc>
              <a:spcAft>
                <a:spcPts val="0"/>
              </a:spcAft>
              <a:defRPr/>
            </a:pPr>
            <a:r>
              <a:rPr lang="en-US" sz="2600" dirty="0"/>
              <a:t>A patent enables the inventor to take legal action against those who, without the inventor’s permission, manufacture, use or sell the invention during the period of time the patent is in force.</a:t>
            </a:r>
          </a:p>
          <a:p>
            <a:pPr marL="274320" fontAlgn="auto">
              <a:spcAft>
                <a:spcPts val="0"/>
              </a:spcAft>
              <a:defRPr/>
            </a:pPr>
            <a:r>
              <a:rPr lang="en-US" sz="2600" dirty="0"/>
              <a:t>The United States Patent and Trademark Office reviews patent applications and issues patents to approved inventions</a:t>
            </a:r>
          </a:p>
        </p:txBody>
      </p:sp>
      <p:sp>
        <p:nvSpPr>
          <p:cNvPr id="20482" name="Rectangle 2"/>
          <p:cNvSpPr>
            <a:spLocks noGrp="1" noChangeArrowheads="1"/>
          </p:cNvSpPr>
          <p:nvPr>
            <p:ph type="title"/>
          </p:nvPr>
        </p:nvSpPr>
        <p:spPr/>
        <p:txBody>
          <a:bodyPr/>
          <a:lstStyle/>
          <a:p>
            <a:pPr fontAlgn="auto">
              <a:spcAft>
                <a:spcPts val="0"/>
              </a:spcAft>
              <a:defRPr/>
            </a:pPr>
            <a:r>
              <a:rPr lang="en-US" sz="5000"/>
              <a:t>Patents</a:t>
            </a:r>
          </a:p>
        </p:txBody>
      </p:sp>
      <p:pic>
        <p:nvPicPr>
          <p:cNvPr id="26628" name="Picture 5" descr="https://encrypted-tbn0.gstatic.com/images?q=tbn:ANd9GcR-kdRAubl2WOaGo9t_naTW2J9v3RSQ8VIOLnMoVwJRXGE-YVPI"/>
          <p:cNvPicPr>
            <a:picLocks noChangeAspect="1" noChangeArrowheads="1"/>
          </p:cNvPicPr>
          <p:nvPr/>
        </p:nvPicPr>
        <p:blipFill>
          <a:blip r:embed="rId2" cstate="print"/>
          <a:srcRect/>
          <a:stretch>
            <a:fillRect/>
          </a:stretch>
        </p:blipFill>
        <p:spPr bwMode="auto">
          <a:xfrm>
            <a:off x="5181600" y="4114800"/>
            <a:ext cx="3000375" cy="23622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idx="1"/>
          </p:nvPr>
        </p:nvSpPr>
        <p:spPr>
          <a:xfrm>
            <a:off x="304800" y="1905000"/>
            <a:ext cx="8229600" cy="4114800"/>
          </a:xfrm>
        </p:spPr>
        <p:txBody>
          <a:bodyPr/>
          <a:lstStyle/>
          <a:p>
            <a:pPr marL="274320" fontAlgn="auto">
              <a:lnSpc>
                <a:spcPct val="93000"/>
              </a:lnSpc>
              <a:spcBef>
                <a:spcPts val="650"/>
              </a:spcBef>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Provides owner of an original work five rights</a:t>
            </a:r>
          </a:p>
          <a:p>
            <a:pPr marL="274320" fontAlgn="auto">
              <a:lnSpc>
                <a:spcPct val="93000"/>
              </a:lnSpc>
              <a:spcBef>
                <a:spcPts val="65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Make copies of the work</a:t>
            </a:r>
          </a:p>
          <a:p>
            <a:pPr marL="274320" fontAlgn="auto">
              <a:lnSpc>
                <a:spcPct val="93000"/>
              </a:lnSpc>
              <a:spcBef>
                <a:spcPts val="65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Distribute copies</a:t>
            </a:r>
          </a:p>
          <a:p>
            <a:pPr marL="274320" fontAlgn="auto">
              <a:lnSpc>
                <a:spcPct val="93000"/>
              </a:lnSpc>
              <a:spcBef>
                <a:spcPts val="65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Produce derivative works</a:t>
            </a:r>
          </a:p>
          <a:p>
            <a:pPr marL="274320" fontAlgn="auto">
              <a:lnSpc>
                <a:spcPct val="93000"/>
              </a:lnSpc>
              <a:spcBef>
                <a:spcPts val="65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Perform the work in the public</a:t>
            </a:r>
          </a:p>
          <a:p>
            <a:pPr marL="274320" fontAlgn="auto">
              <a:lnSpc>
                <a:spcPct val="93000"/>
              </a:lnSpc>
              <a:spcBef>
                <a:spcPts val="650"/>
              </a:spcBef>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Display the work in the public</a:t>
            </a:r>
          </a:p>
        </p:txBody>
      </p:sp>
      <p:sp>
        <p:nvSpPr>
          <p:cNvPr id="21506"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Copyright</a:t>
            </a:r>
          </a:p>
        </p:txBody>
      </p:sp>
      <p:pic>
        <p:nvPicPr>
          <p:cNvPr id="27652" name="Picture 5" descr="http://thumb1.shutterstock.com/display_pic_with_logo/52861/154196588/stock-photo-intellectual-property-trademark-r-symbol-in-gold-circle-with-ip-words-154196588.jpg"/>
          <p:cNvPicPr>
            <a:picLocks noChangeAspect="1" noChangeArrowheads="1"/>
          </p:cNvPicPr>
          <p:nvPr/>
        </p:nvPicPr>
        <p:blipFill>
          <a:blip r:embed="rId3" cstate="print"/>
          <a:srcRect/>
          <a:stretch>
            <a:fillRect/>
          </a:stretch>
        </p:blipFill>
        <p:spPr bwMode="auto">
          <a:xfrm>
            <a:off x="5562600" y="4267200"/>
            <a:ext cx="3295650" cy="2266950"/>
          </a:xfrm>
          <a:prstGeom prst="rect">
            <a:avLst/>
          </a:prstGeom>
          <a:noFill/>
          <a:ln w="9525">
            <a:noFill/>
            <a:miter lim="800000"/>
            <a:headEnd/>
            <a:tailEnd/>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idx="1"/>
          </p:nvPr>
        </p:nvSpPr>
        <p:spPr>
          <a:xfrm>
            <a:off x="228600" y="1905000"/>
            <a:ext cx="8305800" cy="4114800"/>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High-quality copying</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High-quality distribution</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Easier to use</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Less expensive</a:t>
            </a:r>
          </a:p>
        </p:txBody>
      </p:sp>
      <p:sp>
        <p:nvSpPr>
          <p:cNvPr id="22530" name="Rectangle 1"/>
          <p:cNvSpPr>
            <a:spLocks noGrp="1" noChangeArrowheads="1"/>
          </p:cNvSpPr>
          <p:nvPr>
            <p:ph type="title"/>
          </p:nvPr>
        </p:nvSpPr>
        <p:spPr>
          <a:xfrm>
            <a:off x="1524000" y="190500"/>
            <a:ext cx="7010400" cy="1527175"/>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Problems from New Technologies</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idx="1"/>
          </p:nvPr>
        </p:nvSpPr>
        <p:spPr>
          <a:xfrm>
            <a:off x="304800" y="1676400"/>
            <a:ext cx="8229600" cy="46624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Storage of all sorts of information in standard digitized formats</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High-volume, relatively inexpensive digital storage media (hard disks, CDROMs, DVD, thumb drive)</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Compression formats (MP3) make music and movie files small enough to download, copy, and store </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Character scanners and image scanners convert printed text, photos, and </a:t>
            </a:r>
            <a:r>
              <a:rPr lang="en-GB" sz="2600" dirty="0" err="1"/>
              <a:t>artwok</a:t>
            </a:r>
            <a:r>
              <a:rPr lang="en-GB" sz="2600" dirty="0"/>
              <a:t> to digitized forms</a:t>
            </a:r>
          </a:p>
        </p:txBody>
      </p:sp>
      <p:sp>
        <p:nvSpPr>
          <p:cNvPr id="23554" name="Rectangle 1"/>
          <p:cNvSpPr>
            <a:spLocks noGrp="1" noChangeArrowheads="1"/>
          </p:cNvSpPr>
          <p:nvPr>
            <p:ph type="title"/>
          </p:nvPr>
        </p:nvSpPr>
        <p:spPr>
          <a:xfrm>
            <a:off x="304800" y="190501"/>
            <a:ext cx="8534400" cy="133350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Problems from New Technologies – technological factors</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idx="1"/>
          </p:nvPr>
        </p:nvSpPr>
        <p:spPr>
          <a:xfrm>
            <a:off x="304800" y="1905000"/>
            <a:ext cx="8229600" cy="4114800"/>
          </a:xfrm>
        </p:spPr>
        <p:txBody>
          <a:bodyPr>
            <a:noAutofit/>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The ease of “perfect” copying digitized material</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The ease of distributing digitized material over computer networks</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WWW makes it easy to find and download material</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Peer-to-peer technology permits easy transfer of files by large numbers of strangers over the internet without any centralized system or service</a:t>
            </a:r>
          </a:p>
        </p:txBody>
      </p:sp>
      <p:sp>
        <p:nvSpPr>
          <p:cNvPr id="24578" name="Rectangle 1"/>
          <p:cNvSpPr>
            <a:spLocks noGrp="1" noChangeArrowheads="1"/>
          </p:cNvSpPr>
          <p:nvPr>
            <p:ph type="title"/>
          </p:nvPr>
        </p:nvSpPr>
        <p:spPr>
          <a:xfrm>
            <a:off x="304800" y="190501"/>
            <a:ext cx="8229600" cy="125730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Problems from New Technologies – technological factors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idx="1"/>
          </p:nvPr>
        </p:nvSpPr>
        <p:spPr>
          <a:xfrm>
            <a:off x="304800" y="1905000"/>
            <a:ext cx="8221663" cy="410686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Protects copyright in Malaysia</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Provides characteristics of copyright material, scope of protection, and ways this protection will be given</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Provides clauses on enforcement</a:t>
            </a:r>
          </a:p>
        </p:txBody>
      </p:sp>
      <p:sp>
        <p:nvSpPr>
          <p:cNvPr id="25602"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Copyright Act 1987</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idx="1"/>
          </p:nvPr>
        </p:nvSpPr>
        <p:spPr>
          <a:xfrm>
            <a:off x="0" y="1676400"/>
            <a:ext cx="9144000" cy="4881563"/>
          </a:xfrm>
        </p:spPr>
        <p:txBody>
          <a:bodyPr>
            <a:noAutofit/>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1911 : enforcement of Copyright Act (UK) for Penang and Melaka</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1930s : Copyright Enactment was used in </a:t>
            </a:r>
            <a:r>
              <a:rPr lang="en-GB" sz="2400" dirty="0" err="1"/>
              <a:t>Negeri</a:t>
            </a:r>
            <a:r>
              <a:rPr lang="en-GB" sz="2400" dirty="0"/>
              <a:t> </a:t>
            </a:r>
            <a:r>
              <a:rPr lang="en-GB" sz="2400" dirty="0" err="1"/>
              <a:t>Melayu</a:t>
            </a:r>
            <a:r>
              <a:rPr lang="en-GB" sz="2400" dirty="0"/>
              <a:t> </a:t>
            </a:r>
            <a:r>
              <a:rPr lang="en-GB" sz="2400" dirty="0" err="1"/>
              <a:t>Bersekutu</a:t>
            </a:r>
            <a:r>
              <a:rPr lang="en-GB" sz="2400" dirty="0"/>
              <a:t>.</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1957 : Copyright Act 1911 and Copyright Enactment</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1963 : Copyright Act 1956(UK) was a part of copyright laws in </a:t>
            </a:r>
            <a:r>
              <a:rPr lang="en-GB" sz="2400" dirty="0" err="1"/>
              <a:t>malaysia</a:t>
            </a:r>
            <a:endParaRPr lang="en-GB" sz="2400" dirty="0"/>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1969 : Copyright Act 1969 was used replacing the earlier act</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1987 : review of Copyright Act (1969) and used as Copyright Act (1987)</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1990 : amendment to Copyright Act (1987)</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Until now there are amendments to Copyright Act (1987)</a:t>
            </a:r>
          </a:p>
        </p:txBody>
      </p:sp>
      <p:sp>
        <p:nvSpPr>
          <p:cNvPr id="26626"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History of Copyright in Malaysia</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idx="1"/>
          </p:nvPr>
        </p:nvSpPr>
        <p:spPr>
          <a:xfrm>
            <a:off x="304800" y="1905000"/>
            <a:ext cx="8221663" cy="410686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The work must be in one of the types mentioned in Copyright Act (1987)</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The work must be original</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The work should be fixed in material form</a:t>
            </a:r>
          </a:p>
          <a:p>
            <a:pPr marL="274320" fontAlgn="auto">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27650"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Conditions for Copyright Protection</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idx="1"/>
          </p:nvPr>
        </p:nvSpPr>
        <p:spPr>
          <a:xfrm>
            <a:off x="304800" y="1676400"/>
            <a:ext cx="8221663" cy="433546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The inventor of the work should be qualified:-</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  - citizen or permanent resident </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  - firstly produced in Malaysia</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  - made in Malaysia</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  - made by or under the control of Malaysian government</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  - citizen or permanent resident of a country in Treaty or Convention</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600" dirty="0"/>
          </a:p>
        </p:txBody>
      </p:sp>
      <p:sp>
        <p:nvSpPr>
          <p:cNvPr id="28674"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Conditions for Copyright Protection</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idx="1"/>
          </p:nvPr>
        </p:nvSpPr>
        <p:spPr>
          <a:xfrm>
            <a:off x="304800" y="1752600"/>
            <a:ext cx="8610600" cy="5105400"/>
          </a:xfrm>
        </p:spPr>
        <p:txBody>
          <a:bodyPr>
            <a:noAutofit/>
          </a:bodyPr>
          <a:lstStyle/>
          <a:p>
            <a:pPr marL="566738" indent="-566738" fontAlgn="auto">
              <a:lnSpc>
                <a:spcPct val="93000"/>
              </a:lnSpc>
              <a:spcAft>
                <a:spcPts val="0"/>
              </a:spcAft>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100" dirty="0"/>
              <a:t>Direct Infringement</a:t>
            </a:r>
          </a:p>
          <a:p>
            <a:pPr marL="566738" indent="-566738" fontAlgn="auto">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100" dirty="0"/>
              <a:t>    - unauthorized person performs the exclusive rights of the owner</a:t>
            </a:r>
          </a:p>
          <a:p>
            <a:pPr marL="566738" indent="-566738" fontAlgn="auto">
              <a:spcAft>
                <a:spcPts val="0"/>
              </a:spcAft>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100" dirty="0"/>
              <a:t>Indirect Infringement</a:t>
            </a:r>
          </a:p>
          <a:p>
            <a:pPr marL="566738" indent="-566738" fontAlgn="auto">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100" dirty="0"/>
              <a:t>    - importing an infringed article from </a:t>
            </a:r>
            <a:r>
              <a:rPr lang="en-GB" sz="2100" dirty="0" err="1"/>
              <a:t>oversea</a:t>
            </a:r>
            <a:r>
              <a:rPr lang="en-GB" sz="2100" dirty="0"/>
              <a:t> for commercial without an agreement from the owner of the original copy, </a:t>
            </a:r>
            <a:r>
              <a:rPr lang="en-US" sz="2100" dirty="0"/>
              <a:t>for example, if your brother has made infringing copies of a CD, and you know these copies are infringing and help create an e-bay listing for your brother to sell the discs, you have committed indirect infringement.</a:t>
            </a:r>
            <a:endParaRPr lang="en-GB" sz="2100" dirty="0"/>
          </a:p>
          <a:p>
            <a:pPr marL="566738" indent="-566738" fontAlgn="auto">
              <a:spcAft>
                <a:spcPts val="0"/>
              </a:spcAft>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100" dirty="0"/>
              <a:t>Infringement through overriding of effective technology step</a:t>
            </a:r>
          </a:p>
          <a:p>
            <a:pPr marL="566738" indent="-566738" fontAlgn="auto">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100" dirty="0"/>
              <a:t>     - anyone does or makes others to do overriding to whatever technological steps used by the owner </a:t>
            </a:r>
          </a:p>
        </p:txBody>
      </p:sp>
      <p:sp>
        <p:nvSpPr>
          <p:cNvPr id="29698"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Copyright Infringement</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idx="1"/>
          </p:nvPr>
        </p:nvSpPr>
        <p:spPr>
          <a:xfrm>
            <a:off x="304800" y="1752600"/>
            <a:ext cx="8221663" cy="4259263"/>
          </a:xfrm>
        </p:spPr>
        <p:txBody>
          <a:bodyPr/>
          <a:lstStyle/>
          <a:p>
            <a:pPr marL="566738" indent="-566738" fontAlgn="auto">
              <a:lnSpc>
                <a:spcPct val="93000"/>
              </a:lnSpc>
              <a:spcAft>
                <a:spcPts val="0"/>
              </a:spcAft>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Infringement through alteration or deletion of electronic right management</a:t>
            </a:r>
          </a:p>
          <a:p>
            <a:pPr marL="566738" indent="-566738" fontAlgn="auto">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    - the act of altering or deleting information on electronic right management without agreement from the owner</a:t>
            </a:r>
          </a:p>
          <a:p>
            <a:pPr marL="566738" indent="-566738" fontAlgn="auto">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US" sz="2800" i="1" dirty="0"/>
              <a:t>       Electronic Right  Management (ERM) technologies attempt to control what you can and can't do with the media and hardware you've purchased.</a:t>
            </a:r>
            <a:endParaRPr lang="en-GB" sz="2800" i="1" dirty="0"/>
          </a:p>
        </p:txBody>
      </p:sp>
      <p:sp>
        <p:nvSpPr>
          <p:cNvPr id="30722"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Copyright Infringement</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idx="1"/>
          </p:nvPr>
        </p:nvSpPr>
        <p:spPr>
          <a:xfrm>
            <a:off x="457200" y="1600200"/>
            <a:ext cx="8069263" cy="4724400"/>
          </a:xfrm>
        </p:spPr>
        <p:txBody>
          <a:bodyPr>
            <a:noAutofit/>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Sometimes legal to reproduce a copyrighted work without permission</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   - allows uses of copyrighted material that contribute to the creation of new work and  do not significantly affect sales of the material</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   - allows some research and educational uses as well as news reporting and critiquing</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   - however for public use, there should be an  acknowledgement to the owner</a:t>
            </a:r>
          </a:p>
        </p:txBody>
      </p:sp>
      <p:sp>
        <p:nvSpPr>
          <p:cNvPr id="31746"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 Use Concept</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idx="1"/>
          </p:nvPr>
        </p:nvSpPr>
        <p:spPr>
          <a:xfrm>
            <a:off x="304800" y="1752600"/>
            <a:ext cx="8221663" cy="4114800"/>
          </a:xfrm>
        </p:spPr>
        <p:txBody>
          <a:bodyPr>
            <a:noAutofit/>
          </a:bodyPr>
          <a:lstStyle/>
          <a:p>
            <a:pPr marL="566738" indent="-566738" fontAlgn="auto">
              <a:lnSpc>
                <a:spcPct val="93000"/>
              </a:lnSpc>
              <a:spcAft>
                <a:spcPts val="0"/>
              </a:spcAft>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Courts consider four factors</a:t>
            </a:r>
          </a:p>
          <a:p>
            <a:pPr marL="566738" indent="-566738" fontAlgn="auto">
              <a:lnSpc>
                <a:spcPct val="90000"/>
              </a:lnSpc>
              <a:spcAft>
                <a:spcPts val="0"/>
              </a:spcAft>
              <a:buFont typeface="Arial" charset="0"/>
              <a:buChar char="•"/>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Purpose and character of use</a:t>
            </a:r>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     - an educational use is more likely to be permissible than a commercial use</a:t>
            </a:r>
          </a:p>
          <a:p>
            <a:pPr marL="566738" indent="-566738" fontAlgn="auto">
              <a:lnSpc>
                <a:spcPct val="90000"/>
              </a:lnSpc>
              <a:spcAft>
                <a:spcPts val="0"/>
              </a:spcAft>
              <a:buFont typeface="Arial" charset="0"/>
              <a:buChar char="•"/>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Nature of work</a:t>
            </a:r>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     - use of non-fiction is more likely to be permissible than use of fiction. Published works are preferred over unpublished works</a:t>
            </a:r>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Arial" charset="0"/>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Arial" charset="0"/>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Arial" charset="0"/>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     </a:t>
            </a:r>
          </a:p>
        </p:txBody>
      </p:sp>
      <p:sp>
        <p:nvSpPr>
          <p:cNvPr id="32770"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 Use Concept</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idx="1"/>
          </p:nvPr>
        </p:nvSpPr>
        <p:spPr>
          <a:xfrm>
            <a:off x="228600" y="1676400"/>
            <a:ext cx="8297863" cy="4114800"/>
          </a:xfrm>
        </p:spPr>
        <p:txBody>
          <a:bodyPr>
            <a:noAutofit/>
          </a:bodyPr>
          <a:lstStyle/>
          <a:p>
            <a:pPr marL="566738" indent="-566738" fontAlgn="auto">
              <a:lnSpc>
                <a:spcPct val="93000"/>
              </a:lnSpc>
              <a:spcAft>
                <a:spcPts val="0"/>
              </a:spcAft>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Courts consider four factors</a:t>
            </a:r>
          </a:p>
          <a:p>
            <a:pPr marL="566738" indent="-566738" fontAlgn="auto">
              <a:lnSpc>
                <a:spcPct val="90000"/>
              </a:lnSpc>
              <a:spcAft>
                <a:spcPts val="0"/>
              </a:spcAft>
              <a:buFont typeface="Arial" charset="0"/>
              <a:buChar char="•"/>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Amount of work being copied</a:t>
            </a:r>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     - brief excerpts are more likely to be permissible than entire chapters</a:t>
            </a:r>
          </a:p>
          <a:p>
            <a:pPr marL="566738" indent="-566738" fontAlgn="auto">
              <a:lnSpc>
                <a:spcPct val="90000"/>
              </a:lnSpc>
              <a:spcAft>
                <a:spcPts val="0"/>
              </a:spcAft>
              <a:buFont typeface="Arial" charset="0"/>
              <a:buChar char="•"/>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Affect on market for work</a:t>
            </a:r>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     - use of out-of-print material is more likely to be permissible than use of a readily available work.</a:t>
            </a:r>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Arial" charset="0"/>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Arial" charset="0"/>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Arial" charset="0"/>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endParaRPr lang="en-GB" sz="2800" dirty="0"/>
          </a:p>
          <a:p>
            <a:pPr marL="566738" indent="-566738" fontAlgn="auto">
              <a:lnSpc>
                <a:spcPct val="90000"/>
              </a:lnSpc>
              <a:spcAft>
                <a:spcPts val="0"/>
              </a:spcAft>
              <a:buFont typeface="Wingdings" pitchFamily="2" charset="2"/>
              <a:buNone/>
              <a:tabLst>
                <a:tab pos="690563" algn="l"/>
                <a:tab pos="1147763" algn="l"/>
                <a:tab pos="1604963" algn="l"/>
                <a:tab pos="2062163" algn="l"/>
                <a:tab pos="2519363" algn="l"/>
                <a:tab pos="2976563" algn="l"/>
                <a:tab pos="3433763" algn="l"/>
                <a:tab pos="3890963" algn="l"/>
                <a:tab pos="4348163" algn="l"/>
                <a:tab pos="4805363" algn="l"/>
                <a:tab pos="5262563" algn="l"/>
                <a:tab pos="5719763" algn="l"/>
                <a:tab pos="6176963" algn="l"/>
                <a:tab pos="6634163" algn="l"/>
                <a:tab pos="7091363" algn="l"/>
                <a:tab pos="7548563" algn="l"/>
                <a:tab pos="8005763" algn="l"/>
                <a:tab pos="8462963" algn="l"/>
                <a:tab pos="8920163" algn="l"/>
                <a:tab pos="9377363" algn="l"/>
              </a:tabLst>
              <a:defRPr/>
            </a:pPr>
            <a:r>
              <a:rPr lang="en-GB" sz="2800" dirty="0"/>
              <a:t>     </a:t>
            </a:r>
          </a:p>
        </p:txBody>
      </p:sp>
      <p:sp>
        <p:nvSpPr>
          <p:cNvPr id="33794" name="Rectangle 1"/>
          <p:cNvSpPr>
            <a:spLocks noGrp="1" noChangeArrowheads="1"/>
          </p:cNvSpPr>
          <p:nvPr>
            <p:ph type="title"/>
          </p:nvPr>
        </p:nvSpPr>
        <p:spPr>
          <a:xfrm>
            <a:off x="1524000" y="190500"/>
            <a:ext cx="7002463" cy="1519238"/>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 Use Concept – cont..</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idx="1"/>
          </p:nvPr>
        </p:nvSpPr>
        <p:spPr>
          <a:xfrm>
            <a:off x="228600" y="1905000"/>
            <a:ext cx="8610600" cy="4146550"/>
          </a:xfrm>
        </p:spPr>
        <p:txBody>
          <a:bodyPr/>
          <a:lstStyle/>
          <a:p>
            <a:pPr marL="3175" indent="-3175" fontAlgn="auto">
              <a:lnSpc>
                <a:spcPct val="93000"/>
              </a:lnSpc>
              <a:spcAft>
                <a:spcPts val="0"/>
              </a:spcAft>
              <a:buFont typeface="Wingdings" pitchFamily="2" charset="2"/>
              <a:buNone/>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i="1" dirty="0"/>
              <a:t>A professor puts a few journal articles on reserve in the library and makes them assigned reading for the class. Some students in the class complain that cannot get access to the articles because other students always seem to have them checked out. The professor scans them and posts them on his web site. The professor gives the students in the class the password they need to access the articles</a:t>
            </a:r>
            <a:r>
              <a:rPr lang="en-GB" sz="2600" i="1" dirty="0"/>
              <a:t>.</a:t>
            </a:r>
          </a:p>
        </p:txBody>
      </p:sp>
      <p:sp>
        <p:nvSpPr>
          <p:cNvPr id="34818" name="Rectangle 1"/>
          <p:cNvSpPr>
            <a:spLocks noGrp="1" noChangeArrowheads="1"/>
          </p:cNvSpPr>
          <p:nvPr>
            <p:ph type="title"/>
          </p:nvPr>
        </p:nvSpPr>
        <p:spPr>
          <a:xfrm>
            <a:off x="1219200" y="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Fair Use : example 1</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idx="1"/>
          </p:nvPr>
        </p:nvSpPr>
        <p:spPr>
          <a:xfrm>
            <a:off x="304800" y="1905000"/>
            <a:ext cx="8220075" cy="4648200"/>
          </a:xfrm>
        </p:spPr>
        <p:txBody>
          <a:bodyPr>
            <a:normAutofit lnSpcReduction="10000"/>
          </a:bodyPr>
          <a:lstStyle/>
          <a:p>
            <a:pPr marL="3175" indent="-3175" fontAlgn="auto">
              <a:lnSpc>
                <a:spcPct val="93000"/>
              </a:lnSpc>
              <a:spcAft>
                <a:spcPts val="0"/>
              </a:spcAft>
              <a:buFont typeface="Arial" charset="0"/>
              <a:buChar char="o"/>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400" dirty="0"/>
              <a:t> </a:t>
            </a:r>
            <a:r>
              <a:rPr lang="en-GB" sz="2800" dirty="0"/>
              <a:t>First factor : the purpose of the use</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The purpose is strictly educational; hence this factor weighs in </a:t>
            </a:r>
            <a:r>
              <a:rPr lang="en-GB" sz="2800" dirty="0" err="1"/>
              <a:t>favor</a:t>
            </a:r>
            <a:r>
              <a:rPr lang="en-GB" sz="2800" dirty="0"/>
              <a:t> of fair use</a:t>
            </a:r>
          </a:p>
          <a:p>
            <a:pPr marL="3175" indent="-3175" fontAlgn="auto">
              <a:spcAft>
                <a:spcPts val="0"/>
              </a:spcAft>
              <a:buFont typeface="Arial" charset="0"/>
              <a:buChar char="o"/>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 Second factor : the nature of work</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 the journal articles are nonfiction. This weighs in </a:t>
            </a:r>
            <a:r>
              <a:rPr lang="en-GB" sz="2800" dirty="0" err="1"/>
              <a:t>favor</a:t>
            </a:r>
            <a:r>
              <a:rPr lang="en-GB" sz="2800" dirty="0"/>
              <a:t> of fair use</a:t>
            </a:r>
          </a:p>
          <a:p>
            <a:pPr marL="3175" indent="-3175" fontAlgn="auto">
              <a:lnSpc>
                <a:spcPct val="93000"/>
              </a:lnSpc>
              <a:spcAft>
                <a:spcPts val="0"/>
              </a:spcAft>
              <a:buFont typeface="Arial" charset="0"/>
              <a:buChar char="o"/>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 Third factor : the amount of material</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The fact that the professor is copying entire articles rather than brief excerpts weighs against a ruling of fair use</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endParaRPr lang="en-GB" sz="2800" dirty="0"/>
          </a:p>
          <a:p>
            <a:pPr marL="3175" indent="-3175" fontAlgn="auto">
              <a:spcAft>
                <a:spcPts val="0"/>
              </a:spcAft>
              <a:buFont typeface="Arial" charset="0"/>
              <a:buNone/>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endParaRPr lang="en-GB" sz="2800" dirty="0"/>
          </a:p>
        </p:txBody>
      </p:sp>
      <p:sp>
        <p:nvSpPr>
          <p:cNvPr id="35842"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 Use : example 1</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idx="1"/>
          </p:nvPr>
        </p:nvSpPr>
        <p:spPr>
          <a:xfrm>
            <a:off x="304800" y="1600200"/>
            <a:ext cx="8220075" cy="4957763"/>
          </a:xfrm>
        </p:spPr>
        <p:txBody>
          <a:bodyPr>
            <a:noAutofit/>
          </a:bodyPr>
          <a:lstStyle/>
          <a:p>
            <a:pPr marL="3175" indent="-3175" fontAlgn="auto">
              <a:lnSpc>
                <a:spcPct val="93000"/>
              </a:lnSpc>
              <a:spcAft>
                <a:spcPts val="0"/>
              </a:spcAft>
              <a:buFont typeface="Arial" charset="0"/>
              <a:buChar char="o"/>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fourth factor : effect on the market for journal sales</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If the journal issues containing these articles are no longer for sale, then the professor’s action cannot affect the market.</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The professor took care to prevent people outside the class from accessing the articles.</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Overall, this factor appears to weigh in </a:t>
            </a:r>
            <a:r>
              <a:rPr lang="en-GB" sz="2800" dirty="0" err="1"/>
              <a:t>favor</a:t>
            </a:r>
            <a:r>
              <a:rPr lang="en-GB" sz="2800" dirty="0"/>
              <a:t> of fair use</a:t>
            </a:r>
          </a:p>
          <a:p>
            <a:pPr marL="3175" indent="-3175" fontAlgn="auto">
              <a:spcAft>
                <a:spcPts val="0"/>
              </a:spcAft>
              <a:buFont typeface="Wingdings" pitchFamily="2" charset="2"/>
              <a:buChar char=""/>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r>
              <a:rPr lang="en-GB" sz="2800" dirty="0"/>
              <a:t>Three out of four factors weigh in </a:t>
            </a:r>
            <a:r>
              <a:rPr lang="en-GB" sz="2800" dirty="0" err="1"/>
              <a:t>favor</a:t>
            </a:r>
            <a:r>
              <a:rPr lang="en-GB" sz="2800" dirty="0"/>
              <a:t> of fair use</a:t>
            </a:r>
          </a:p>
          <a:p>
            <a:pPr marL="3175" indent="-3175" fontAlgn="auto">
              <a:spcAft>
                <a:spcPts val="0"/>
              </a:spcAft>
              <a:buFont typeface="Wingdings" pitchFamily="2" charset="2"/>
              <a:buNone/>
              <a:tabLst>
                <a:tab pos="127000" algn="l"/>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Lst>
              <a:defRPr/>
            </a:pPr>
            <a:endParaRPr lang="en-GB" sz="2800" dirty="0"/>
          </a:p>
        </p:txBody>
      </p:sp>
      <p:sp>
        <p:nvSpPr>
          <p:cNvPr id="36866"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 Use : example 1</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idx="1"/>
          </p:nvPr>
        </p:nvSpPr>
        <p:spPr>
          <a:xfrm>
            <a:off x="304800" y="1752600"/>
            <a:ext cx="8221663" cy="42592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Sony </a:t>
            </a:r>
            <a:r>
              <a:rPr lang="en-GB" sz="2800" dirty="0" err="1"/>
              <a:t>vs</a:t>
            </a:r>
            <a:r>
              <a:rPr lang="en-GB" sz="2800" dirty="0"/>
              <a:t> Universal City Studios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Sony introduces </a:t>
            </a:r>
            <a:r>
              <a:rPr lang="en-GB" sz="2800" dirty="0" err="1"/>
              <a:t>Betamax</a:t>
            </a:r>
            <a:r>
              <a:rPr lang="en-GB" sz="2800" dirty="0"/>
              <a:t> VCR (1975)</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People start time shifting TV shows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Movie studios sue Sony for copyright infringements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US supreme court evaluated the case in light of the four fair use factors</a:t>
            </a:r>
          </a:p>
        </p:txBody>
      </p:sp>
      <p:sp>
        <p:nvSpPr>
          <p:cNvPr id="37890"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Fair-Use Cases</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idx="1"/>
          </p:nvPr>
        </p:nvSpPr>
        <p:spPr>
          <a:xfrm>
            <a:off x="381000" y="1905000"/>
            <a:ext cx="8145463" cy="46402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First factor: intended purpose of the copying</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Purpose is private, not commercial, time shifting should be seen as fair use</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Second factor : nature of the copied work</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Consumers who are time shifting are copying creative work. this would tend to weigh against a ruling of fair use </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Third factor : amount of material copied</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Since a consumer copies the entire work, this weighs against a ruling of fair use</a:t>
            </a:r>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600" dirty="0"/>
          </a:p>
        </p:txBody>
      </p:sp>
      <p:sp>
        <p:nvSpPr>
          <p:cNvPr id="38914"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Fair-Use Cases</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idx="1"/>
          </p:nvPr>
        </p:nvSpPr>
        <p:spPr>
          <a:xfrm>
            <a:off x="304800" y="1676400"/>
            <a:ext cx="8221663" cy="4648200"/>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Fourth factor : the affect time shifting will have on the market</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The studios were unable to demonstrate that time shifting had eroded the commercial value</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The movie studios receive large fees from television stations in return for allowing their movies to be broadcast</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Television stations can pay these large fees because they receive income from advertisers</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Advertising rates depend upon the size of the audience</a:t>
            </a:r>
          </a:p>
          <a:p>
            <a:pPr marL="274320" fontAlgn="auto">
              <a:lnSpc>
                <a:spcPct val="93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500" dirty="0"/>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500" dirty="0"/>
          </a:p>
        </p:txBody>
      </p:sp>
      <p:sp>
        <p:nvSpPr>
          <p:cNvPr id="39938"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Fair-Use Cases</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idx="1"/>
          </p:nvPr>
        </p:nvSpPr>
        <p:spPr>
          <a:xfrm>
            <a:off x="304800" y="1905000"/>
            <a:ext cx="8221663" cy="5359400"/>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Fourth factor : the affect time shifting will have on the market</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The larger the audience, the more a television station can charge an advertiser</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Time shifting allows people to watch a show later</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Hence VCR can actually increase the size of audience, since the audience size determines the fees studios receive to have their movies broadcast, it is not at all clear whether copying harms the studios</a:t>
            </a:r>
          </a:p>
          <a:p>
            <a:pPr marL="274320" fontAlgn="auto">
              <a:lnSpc>
                <a:spcPct val="93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500" dirty="0"/>
              <a:t>Supreme court ruled (5-4) that time shifting is a fair use</a:t>
            </a:r>
          </a:p>
          <a:p>
            <a:pPr marL="274320" fontAlgn="auto">
              <a:lnSpc>
                <a:spcPct val="93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500" dirty="0"/>
          </a:p>
          <a:p>
            <a:pPr marL="274320" fontAlgn="auto">
              <a:lnSpc>
                <a:spcPct val="90000"/>
              </a:lnSpc>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500" dirty="0"/>
          </a:p>
        </p:txBody>
      </p:sp>
      <p:sp>
        <p:nvSpPr>
          <p:cNvPr id="40962"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Fair-Use Cases</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idx="1"/>
          </p:nvPr>
        </p:nvSpPr>
        <p:spPr>
          <a:xfrm>
            <a:off x="304800" y="1752600"/>
            <a:ext cx="8221663" cy="42592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Diamond introduces Rio (1998)</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People start shifting their music</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RIAA starts legal action against Diamond for violation of the Audio Home Recording Act</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US court of appeal, 9</a:t>
            </a:r>
            <a:r>
              <a:rPr lang="en-GB" sz="2800" baseline="33000" dirty="0"/>
              <a:t>th</a:t>
            </a:r>
            <a:r>
              <a:rPr lang="en-GB" sz="2800" dirty="0"/>
              <a:t> circuit, affirms that space shifting is consistent with copyright law</a:t>
            </a:r>
          </a:p>
        </p:txBody>
      </p:sp>
      <p:sp>
        <p:nvSpPr>
          <p:cNvPr id="41986"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Fair-Use Cases</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idx="1"/>
          </p:nvPr>
        </p:nvSpPr>
        <p:spPr>
          <a:xfrm>
            <a:off x="228600" y="1905000"/>
            <a:ext cx="8297863" cy="41068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Sega Enterprises Ltd </a:t>
            </a:r>
            <a:r>
              <a:rPr lang="en-GB" sz="2800" dirty="0" err="1"/>
              <a:t>vs</a:t>
            </a:r>
            <a:r>
              <a:rPr lang="en-GB" sz="2800" dirty="0"/>
              <a:t> Accolade Inc</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1992: reverse engineering a complete program in order to produce new, creative work was ruled fair use</a:t>
            </a:r>
          </a:p>
        </p:txBody>
      </p:sp>
      <p:sp>
        <p:nvSpPr>
          <p:cNvPr id="43010"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Fair-Use Cases</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idx="1"/>
          </p:nvPr>
        </p:nvSpPr>
        <p:spPr>
          <a:xfrm>
            <a:off x="304800" y="1676400"/>
            <a:ext cx="8221663" cy="43354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Improved technology allows for easy, fast, cheap, and ubiquitous copying on the web</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Entrepreneurs create businesses to facilitate storing and sharing of music files. </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Many individuals set up free sites for music sharing</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Recording industry continues to fight unauthorized copying of music</a:t>
            </a:r>
          </a:p>
        </p:txBody>
      </p:sp>
      <p:sp>
        <p:nvSpPr>
          <p:cNvPr id="44034"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Copying Music</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idx="1"/>
          </p:nvPr>
        </p:nvSpPr>
        <p:spPr>
          <a:xfrm>
            <a:off x="304800" y="1752600"/>
            <a:ext cx="8221663" cy="42592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Improved digital technologies and greater bandwidth on the net also allows for copying and transferring of movies and </a:t>
            </a:r>
            <a:r>
              <a:rPr lang="en-GB" sz="2800" dirty="0" err="1"/>
              <a:t>tv</a:t>
            </a:r>
            <a:r>
              <a:rPr lang="en-GB" sz="2800" dirty="0"/>
              <a:t> programs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Business such as RecocdTV.com and Scour provided free services to facilitate copying of broadcast intellectual material</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Entertainment companies continue to fight unauthorized copying of their IP</a:t>
            </a:r>
          </a:p>
        </p:txBody>
      </p:sp>
      <p:sp>
        <p:nvSpPr>
          <p:cNvPr id="45058" name="Rectangle 1"/>
          <p:cNvSpPr>
            <a:spLocks noGrp="1" noChangeArrowheads="1"/>
          </p:cNvSpPr>
          <p:nvPr>
            <p:ph type="title"/>
          </p:nvPr>
        </p:nvSpPr>
        <p:spPr>
          <a:xfrm>
            <a:off x="1905000" y="190500"/>
            <a:ext cx="4953000"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Copying Movies and TV programs</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idx="1"/>
          </p:nvPr>
        </p:nvSpPr>
        <p:spPr>
          <a:xfrm>
            <a:off x="228600" y="1905000"/>
            <a:ext cx="8297863" cy="41068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Improved technology allows for simple, quick, and cheap copying of books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Counterfeiters of textbooks, novel, and other printed matter, profit by not paying publishers and/or authors for their IP</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Electronic books use encryption to reduce copying, but some e-book protection schemes have been cracked</a:t>
            </a:r>
          </a:p>
        </p:txBody>
      </p:sp>
      <p:sp>
        <p:nvSpPr>
          <p:cNvPr id="46082"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Copying Books</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idx="1"/>
          </p:nvPr>
        </p:nvSpPr>
        <p:spPr>
          <a:xfrm>
            <a:off x="304800" y="1752600"/>
            <a:ext cx="8221663" cy="4259263"/>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Improved digital technologies contribute to unauthorized (commercial and non-commercial) copying of software</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Individuals and whole businesses, continue to produce, transport, and sell (or give away) copies of software, manuals and supporting material</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Software industry organizations and companies battle software piracy</a:t>
            </a:r>
          </a:p>
        </p:txBody>
      </p:sp>
      <p:sp>
        <p:nvSpPr>
          <p:cNvPr id="47106"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Copying software</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idx="1"/>
          </p:nvPr>
        </p:nvSpPr>
        <p:spPr>
          <a:xfrm>
            <a:off x="304800" y="1905000"/>
            <a:ext cx="8221663" cy="4419600"/>
          </a:xfrm>
        </p:spPr>
        <p:txBody>
          <a:bodyPr lIns="0" tIns="0" rIns="0" bIns="0">
            <a:noAutofit/>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Benefits of Napster (aside from being free):</a:t>
            </a:r>
          </a:p>
          <a:p>
            <a:pPr marL="274320" fontAlgn="auto">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Share music with other </a:t>
            </a:r>
            <a:r>
              <a:rPr lang="en-GB" sz="2400" dirty="0" err="1"/>
              <a:t>users;obtain</a:t>
            </a:r>
            <a:r>
              <a:rPr lang="en-GB" sz="2400" dirty="0"/>
              <a:t> individual </a:t>
            </a:r>
            <a:r>
              <a:rPr lang="en-GB" sz="2400" dirty="0" err="1"/>
              <a:t>sonds</a:t>
            </a:r>
            <a:r>
              <a:rPr lang="en-GB" sz="2400" dirty="0"/>
              <a:t> from a CD; sample songs on a CD; access more songs; access commercially unavailable </a:t>
            </a:r>
            <a:r>
              <a:rPr lang="en-GB" sz="2400" dirty="0" err="1"/>
              <a:t>sonds</a:t>
            </a:r>
            <a:r>
              <a:rPr lang="en-GB" sz="2400" dirty="0"/>
              <a:t>;</a:t>
            </a:r>
          </a:p>
          <a:p>
            <a:pPr marL="274320" fontAlgn="auto">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Legal issues:</a:t>
            </a:r>
          </a:p>
          <a:p>
            <a:pPr marL="274320" fontAlgn="auto">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Was copying and distributing music through Napster within fair-use guidelines? If not, was Napster responsible for their actions?</a:t>
            </a:r>
          </a:p>
          <a:p>
            <a:pPr marL="274320" fontAlgn="auto">
              <a:spcAft>
                <a:spcPts val="0"/>
              </a:spcAft>
              <a:buSzPct val="45000"/>
              <a:buFont typeface="StarSymbol" charset="0"/>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Court </a:t>
            </a:r>
            <a:r>
              <a:rPr lang="en-GB" sz="2800" dirty="0" err="1"/>
              <a:t>decision:Napster</a:t>
            </a:r>
            <a:r>
              <a:rPr lang="en-GB" sz="2800" dirty="0"/>
              <a:t> was guilty of encouraging and assisting copyright infringement</a:t>
            </a:r>
          </a:p>
        </p:txBody>
      </p:sp>
      <p:sp>
        <p:nvSpPr>
          <p:cNvPr id="48130" name="Rectangle 1"/>
          <p:cNvSpPr>
            <a:spLocks noGrp="1" noChangeArrowheads="1"/>
          </p:cNvSpPr>
          <p:nvPr>
            <p:ph type="title"/>
          </p:nvPr>
        </p:nvSpPr>
        <p:spPr>
          <a:xfrm>
            <a:off x="1524000" y="190500"/>
            <a:ext cx="7002463"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The Napster Case</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idx="1"/>
          </p:nvPr>
        </p:nvSpPr>
        <p:spPr>
          <a:xfrm>
            <a:off x="304800" y="1905000"/>
            <a:ext cx="8220075" cy="4513263"/>
          </a:xfrm>
        </p:spPr>
        <p:txBody>
          <a:bodyPr/>
          <a:lstStyle/>
          <a:p>
            <a:pPr marL="339725" indent="-339725" fontAlgn="auto">
              <a:lnSpc>
                <a:spcPct val="93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600" dirty="0"/>
              <a:t>What is exactly copyrighted software?</a:t>
            </a:r>
          </a:p>
          <a:p>
            <a:pPr marL="339725" indent="-339725" fontAlgn="auto">
              <a:lnSpc>
                <a:spcPct val="90000"/>
              </a:lnSpc>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600" dirty="0"/>
              <a:t>Copyright protects the expression of idea. </a:t>
            </a:r>
            <a:r>
              <a:rPr lang="en-GB" sz="2600" dirty="0" err="1"/>
              <a:t>Eg</a:t>
            </a:r>
            <a:r>
              <a:rPr lang="en-GB" sz="2600" dirty="0"/>
              <a:t>, implementation of a relational DBMS; not the concept of using relational database to store information</a:t>
            </a:r>
          </a:p>
          <a:p>
            <a:pPr marL="339725" indent="-339725" fontAlgn="auto">
              <a:lnSpc>
                <a:spcPct val="90000"/>
              </a:lnSpc>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600" dirty="0"/>
              <a:t>Usually protect the object (executable) program, not the source program</a:t>
            </a:r>
          </a:p>
          <a:p>
            <a:pPr marL="339725" indent="-339725" fontAlgn="auto">
              <a:lnSpc>
                <a:spcPct val="90000"/>
              </a:lnSpc>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600" dirty="0"/>
              <a:t>Typically the source code to a program is confidential which is a trade secret</a:t>
            </a:r>
          </a:p>
          <a:p>
            <a:pPr marL="339725" indent="-339725" fontAlgn="auto">
              <a:lnSpc>
                <a:spcPct val="90000"/>
              </a:lnSpc>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600" dirty="0"/>
              <a:t>Protects the screen displays produced by the program as it executes</a:t>
            </a:r>
          </a:p>
        </p:txBody>
      </p:sp>
      <p:sp>
        <p:nvSpPr>
          <p:cNvPr id="49154"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Protection for Software</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idx="1"/>
          </p:nvPr>
        </p:nvSpPr>
        <p:spPr>
          <a:xfrm>
            <a:off x="228600" y="1905000"/>
            <a:ext cx="8296275" cy="4648200"/>
          </a:xfrm>
        </p:spPr>
        <p:txBody>
          <a:bodyPr>
            <a:noAutofit/>
          </a:bodyPr>
          <a:lstStyle/>
          <a:p>
            <a:pPr marL="339725" indent="-339725" fontAlgn="auto">
              <a:lnSpc>
                <a:spcPct val="93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The act of theft through copying software, use or distribute software product without authorization</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Copying of software ( and documentation) to give or sell</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Illegal copying business or organization for their own use</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Distribution of software over the internet</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Preloading software onto the hard disk of a computer being sold</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Intentionally put copyrighted software on web sites for others to download</a:t>
            </a:r>
          </a:p>
        </p:txBody>
      </p:sp>
      <p:sp>
        <p:nvSpPr>
          <p:cNvPr id="50178"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Software Piracy – violation of software copyright</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idx="1"/>
          </p:nvPr>
        </p:nvSpPr>
        <p:spPr>
          <a:xfrm>
            <a:off x="304800" y="1905000"/>
            <a:ext cx="8220075" cy="4105275"/>
          </a:xfrm>
        </p:spPr>
        <p:txBody>
          <a:bodyPr/>
          <a:lstStyle/>
          <a:p>
            <a:pPr marL="339725" indent="-339725" fontAlgn="auto">
              <a:lnSpc>
                <a:spcPct val="93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800" dirty="0"/>
              <a:t>Counterfeiting – to produce, transport, and sell copies of the disks, documentation, and sometimes identical packaging for popular business and personal computer software</a:t>
            </a:r>
          </a:p>
          <a:p>
            <a:pPr marL="339725" indent="-339725" fontAlgn="auto">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800" dirty="0"/>
              <a:t>Counterfeiting software are sold at lower prices but they profit because they do not pay </a:t>
            </a:r>
            <a:r>
              <a:rPr lang="en-GB" sz="2800" dirty="0" err="1"/>
              <a:t>designers,developers</a:t>
            </a:r>
            <a:r>
              <a:rPr lang="en-GB" sz="2800" dirty="0"/>
              <a:t>, programmers, managers etc</a:t>
            </a:r>
          </a:p>
        </p:txBody>
      </p:sp>
      <p:sp>
        <p:nvSpPr>
          <p:cNvPr id="51202"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Software Piracy – violation of software copyright</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idx="1"/>
          </p:nvPr>
        </p:nvSpPr>
        <p:spPr>
          <a:xfrm>
            <a:off x="228600" y="1752600"/>
            <a:ext cx="8296275" cy="4876800"/>
          </a:xfrm>
        </p:spPr>
        <p:txBody>
          <a:bodyPr>
            <a:noAutofit/>
          </a:bodyPr>
          <a:lstStyle/>
          <a:p>
            <a:pPr marL="339725" indent="-339725" fontAlgn="auto">
              <a:lnSpc>
                <a:spcPct val="93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Why occurs?</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Copying is easy</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Lack of awareness about copyright act</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Lack of government enforcement</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Do not understand the benefits of original software</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Lack of recognition for IP</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Greedy and careless</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High demand from users</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Problem with cash flow</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Problem with bribery</a:t>
            </a:r>
          </a:p>
        </p:txBody>
      </p:sp>
      <p:sp>
        <p:nvSpPr>
          <p:cNvPr id="52226"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Software Piracy – violation of software copyright</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idx="1"/>
          </p:nvPr>
        </p:nvSpPr>
        <p:spPr>
          <a:xfrm>
            <a:off x="304800" y="1905000"/>
            <a:ext cx="8220075" cy="4572000"/>
          </a:xfrm>
        </p:spPr>
        <p:txBody>
          <a:bodyPr>
            <a:noAutofit/>
          </a:bodyPr>
          <a:lstStyle/>
          <a:p>
            <a:pPr marL="339725" indent="-339725" fontAlgn="auto">
              <a:lnSpc>
                <a:spcPct val="93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Effect of piracy</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Reduces competitiveness in software industry</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Reduces investment in new development of software</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Users who are using pirated software do not get technical support, assurance, and update</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Risk of being affected by virus, un-functional, incompatible with hardware </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Increase in software cost</a:t>
            </a:r>
          </a:p>
          <a:p>
            <a:pPr marL="339725" indent="-339725" fontAlgn="auto">
              <a:spcAft>
                <a:spcPts val="0"/>
              </a:spcAft>
              <a:buFont typeface="Wingdings" pitchFamily="2" charset="2"/>
              <a:buChar char=""/>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500" dirty="0"/>
              <a:t>Reduces software development</a:t>
            </a:r>
          </a:p>
        </p:txBody>
      </p:sp>
      <p:sp>
        <p:nvSpPr>
          <p:cNvPr id="53250"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Software Piracy – violation of software copyright</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idx="1"/>
          </p:nvPr>
        </p:nvSpPr>
        <p:spPr>
          <a:xfrm>
            <a:off x="304800" y="1905000"/>
            <a:ext cx="8220075" cy="4105275"/>
          </a:xfrm>
        </p:spPr>
        <p:txBody>
          <a:bodyPr>
            <a:normAutofit/>
          </a:bodyPr>
          <a:lstStyle/>
          <a:p>
            <a:pPr marL="339725" indent="-339725" fontAlgn="auto">
              <a:lnSpc>
                <a:spcPct val="93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3600" dirty="0"/>
              <a:t>Is it right to copy proprietary software?</a:t>
            </a:r>
          </a:p>
          <a:p>
            <a:pPr marL="339725" indent="-339725" fontAlgn="auto">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3600" dirty="0"/>
              <a:t>If you violate a licensing agreement, you are breaking the law</a:t>
            </a:r>
          </a:p>
          <a:p>
            <a:pPr marL="339725" indent="-339725" fontAlgn="auto">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3600" dirty="0"/>
              <a:t>What is the morality of breaking the law?</a:t>
            </a:r>
          </a:p>
        </p:txBody>
      </p:sp>
      <p:sp>
        <p:nvSpPr>
          <p:cNvPr id="54274"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Morality of copying software</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idx="1"/>
          </p:nvPr>
        </p:nvSpPr>
        <p:spPr>
          <a:xfrm>
            <a:off x="304800" y="1752600"/>
            <a:ext cx="8220075" cy="4625975"/>
          </a:xfrm>
        </p:spPr>
        <p:txBody>
          <a:bodyPr/>
          <a:lstStyle/>
          <a:p>
            <a:pPr marL="339725" indent="-339725" fontAlgn="auto">
              <a:lnSpc>
                <a:spcPct val="93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400" dirty="0"/>
              <a:t>Assumption : everyone in society ought to bear certain burdens in order to receive certain benefits</a:t>
            </a:r>
          </a:p>
          <a:p>
            <a:pPr marL="339725" indent="-339725" fontAlgn="auto">
              <a:lnSpc>
                <a:spcPct val="90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400" dirty="0"/>
              <a:t>Legal system: to guarantee that people’s rights are protected</a:t>
            </a:r>
          </a:p>
          <a:p>
            <a:pPr marL="339725" indent="-339725" fontAlgn="auto">
              <a:lnSpc>
                <a:spcPct val="90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400" dirty="0"/>
              <a:t>Guarantees people will not choose their selfish interests over the common good</a:t>
            </a:r>
          </a:p>
          <a:p>
            <a:pPr marL="339725" indent="-339725" fontAlgn="auto">
              <a:lnSpc>
                <a:spcPct val="90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400" dirty="0"/>
              <a:t>Thus we have </a:t>
            </a:r>
            <a:r>
              <a:rPr lang="en-GB" sz="2400" i="1" dirty="0"/>
              <a:t>prima facie</a:t>
            </a:r>
            <a:r>
              <a:rPr lang="en-GB" sz="2400" dirty="0"/>
              <a:t> obligation to obey the law.</a:t>
            </a:r>
          </a:p>
          <a:p>
            <a:pPr marL="339725" indent="-339725" fontAlgn="auto">
              <a:lnSpc>
                <a:spcPct val="90000"/>
              </a:lnSpc>
              <a:spcAft>
                <a:spcPts val="0"/>
              </a:spcAft>
              <a:tabLst>
                <a:tab pos="463550" algn="l"/>
                <a:tab pos="920750" algn="l"/>
                <a:tab pos="1377950" algn="l"/>
                <a:tab pos="1835150" algn="l"/>
                <a:tab pos="2292350" algn="l"/>
                <a:tab pos="2749550" algn="l"/>
                <a:tab pos="3206750" algn="l"/>
                <a:tab pos="3663950" algn="l"/>
                <a:tab pos="4121150" algn="l"/>
                <a:tab pos="4578350" algn="l"/>
                <a:tab pos="5035550" algn="l"/>
                <a:tab pos="5492750" algn="l"/>
                <a:tab pos="5949950" algn="l"/>
                <a:tab pos="6407150" algn="l"/>
                <a:tab pos="6864350" algn="l"/>
                <a:tab pos="7321550" algn="l"/>
                <a:tab pos="7778750" algn="l"/>
                <a:tab pos="8235950" algn="l"/>
                <a:tab pos="8693150" algn="l"/>
                <a:tab pos="9150350" algn="l"/>
              </a:tabLst>
              <a:defRPr/>
            </a:pPr>
            <a:r>
              <a:rPr lang="en-GB" sz="2400" dirty="0"/>
              <a:t>Therefore, it is wrong to copy software, because copying violates the legal rights of the person or organization owning the copyright.</a:t>
            </a:r>
          </a:p>
        </p:txBody>
      </p:sp>
      <p:sp>
        <p:nvSpPr>
          <p:cNvPr id="55298"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Social contract theory</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idx="1"/>
          </p:nvPr>
        </p:nvSpPr>
        <p:spPr>
          <a:xfrm>
            <a:off x="304800" y="1752600"/>
            <a:ext cx="8839200" cy="4352925"/>
          </a:xfrm>
        </p:spPr>
        <p:txBody>
          <a:bodyPr>
            <a:noAutofit/>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i="1" dirty="0"/>
              <a:t>I cannot afford to buy the product</a:t>
            </a:r>
          </a:p>
          <a:p>
            <a:pPr marL="274320" fontAlgn="auto">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There are many things we cannot afford; not being able to afford something is not an excuse for taking it</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i="1" dirty="0"/>
              <a:t>The company is large, wealthy corporation</a:t>
            </a:r>
          </a:p>
          <a:p>
            <a:pPr marL="274320" fontAlgn="auto">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The size and success of the company do not justify taking from it. Programmers and writers lose income too when copying is common</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i="1" dirty="0"/>
              <a:t>Making a copy for a friend is just an act of generosity</a:t>
            </a:r>
          </a:p>
          <a:p>
            <a:pPr marL="274320" fontAlgn="auto">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Surely we have a liberty to be generous, and we can exercise it by buying a copy of the program for the friend</a:t>
            </a:r>
          </a:p>
          <a:p>
            <a:pPr marL="274320" fontAlgn="auto">
              <a:spcAft>
                <a:spcPts val="0"/>
              </a:spcAft>
              <a:buFont typeface="Arial" charse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400" dirty="0"/>
          </a:p>
        </p:txBody>
      </p:sp>
      <p:sp>
        <p:nvSpPr>
          <p:cNvPr id="56322"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400"/>
              <a:t>Arguments in support personal copying and counterpoints</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idx="1"/>
          </p:nvPr>
        </p:nvSpPr>
        <p:spPr>
          <a:xfrm>
            <a:off x="381000" y="1752600"/>
            <a:ext cx="8220075" cy="4267200"/>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i="1" dirty="0"/>
              <a:t>This violation is insignificant compared to the billion of dollars lost to piracy by dishonest resellers making big profit</a:t>
            </a:r>
          </a:p>
          <a:p>
            <a:pPr marL="274320" fontAlgn="auto">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Yes, large-scale commercial piracy is worse. That does not imply individual copying is ethical. And, if the practice is widespread, the losses become significant</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i="1" dirty="0"/>
              <a:t>Everyone does it. You would be foolish not to</a:t>
            </a:r>
          </a:p>
          <a:p>
            <a:pPr marL="274320" fontAlgn="auto">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The number of people doing something does not determine whether it is right.</a:t>
            </a:r>
          </a:p>
          <a:p>
            <a:pPr marL="274320" fontAlgn="auto">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400" i="1" dirty="0"/>
          </a:p>
          <a:p>
            <a:pPr marL="274320" fontAlgn="auto">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400" dirty="0"/>
          </a:p>
          <a:p>
            <a:pPr marL="274320" fontAlgn="auto">
              <a:spcAft>
                <a:spcPts val="0"/>
              </a:spcAft>
              <a:buFont typeface="Arial" charse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400" dirty="0"/>
          </a:p>
        </p:txBody>
      </p:sp>
      <p:sp>
        <p:nvSpPr>
          <p:cNvPr id="57346" name="Rectangle 1"/>
          <p:cNvSpPr>
            <a:spLocks noGrp="1" noChangeArrowheads="1"/>
          </p:cNvSpPr>
          <p:nvPr>
            <p:ph type="title"/>
          </p:nvPr>
        </p:nvSpPr>
        <p:spPr>
          <a:xfrm>
            <a:off x="1524000" y="190500"/>
            <a:ext cx="7000875" cy="1517650"/>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sz="2400"/>
              <a:t>Arguments in support personal copying and counterpoints</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idx="1"/>
          </p:nvPr>
        </p:nvSpPr>
        <p:spPr>
          <a:xfrm>
            <a:off x="304800" y="1676400"/>
            <a:ext cx="8534400" cy="4876800"/>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dirty="0"/>
              <a:t>An art lecturer takes slide photographs of a number of paintings reproduced in a book about Renaissance artists. She uses the slides in her class lectures</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US" sz="2400" dirty="0"/>
              <a:t>You have scanned the entire text of Md. </a:t>
            </a:r>
            <a:r>
              <a:rPr lang="en-US" sz="2400" dirty="0" err="1"/>
              <a:t>Akhir</a:t>
            </a:r>
            <a:r>
              <a:rPr lang="en-US" sz="2400" dirty="0"/>
              <a:t> Leman's novel "</a:t>
            </a:r>
            <a:r>
              <a:rPr lang="en-US" sz="2400" i="1" dirty="0" err="1"/>
              <a:t>Bahagia</a:t>
            </a:r>
            <a:r>
              <a:rPr lang="en-US" sz="2400" i="1" dirty="0"/>
              <a:t> </a:t>
            </a:r>
            <a:r>
              <a:rPr lang="en-US" sz="2400" i="1" dirty="0" err="1"/>
              <a:t>Sesudah</a:t>
            </a:r>
            <a:r>
              <a:rPr lang="en-US" sz="2400" i="1" dirty="0"/>
              <a:t> </a:t>
            </a:r>
            <a:r>
              <a:rPr lang="en-US" sz="2400" i="1" dirty="0" err="1"/>
              <a:t>Derita</a:t>
            </a:r>
            <a:r>
              <a:rPr lang="en-US" sz="2400" dirty="0"/>
              <a:t>" (1958) and placed it on Blackboard for your students to use. Is this use okay? </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US" sz="2400" dirty="0"/>
              <a:t>You have found a website which legally streams a copyrighted version of the title track from Bob </a:t>
            </a:r>
            <a:r>
              <a:rPr lang="en-US" sz="2400" dirty="0" err="1"/>
              <a:t>Seger’s</a:t>
            </a:r>
            <a:r>
              <a:rPr lang="en-US" sz="2400" dirty="0"/>
              <a:t> 1976 album “</a:t>
            </a:r>
            <a:r>
              <a:rPr lang="en-US" sz="2400" dirty="0" err="1"/>
              <a:t>NightMoves</a:t>
            </a:r>
            <a:r>
              <a:rPr lang="en-US" sz="2400" dirty="0"/>
              <a:t>”. You decide to add a link to this page on your course’s </a:t>
            </a:r>
            <a:r>
              <a:rPr lang="en-US" sz="2400" dirty="0" err="1"/>
              <a:t>Blackbord</a:t>
            </a:r>
            <a:r>
              <a:rPr lang="en-US" sz="2400" dirty="0"/>
              <a:t> site so that students can listen to the song. Is this use okay?</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dirty="0"/>
          </a:p>
        </p:txBody>
      </p:sp>
      <p:sp>
        <p:nvSpPr>
          <p:cNvPr id="58370" name="Rectangle 1"/>
          <p:cNvSpPr>
            <a:spLocks noGrp="1" noChangeArrowheads="1"/>
          </p:cNvSpPr>
          <p:nvPr>
            <p:ph type="title"/>
          </p:nvPr>
        </p:nvSpPr>
        <p:spPr>
          <a:xfrm>
            <a:off x="1524000" y="190500"/>
            <a:ext cx="7000875" cy="1519238"/>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Fair use – group discussion</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Content Placeholder 2"/>
          <p:cNvSpPr>
            <a:spLocks noGrp="1"/>
          </p:cNvSpPr>
          <p:nvPr>
            <p:ph idx="1"/>
          </p:nvPr>
        </p:nvSpPr>
        <p:spPr/>
        <p:txBody>
          <a:bodyPr>
            <a:noAutofit/>
          </a:bodyPr>
          <a:lstStyle/>
          <a:p>
            <a:pPr marL="274320" fontAlgn="auto">
              <a:spcAft>
                <a:spcPts val="0"/>
              </a:spcAft>
              <a:defRPr/>
            </a:pPr>
            <a:r>
              <a:rPr lang="en-US" sz="2800" dirty="0"/>
              <a:t>You have scanned an advertisement from a recent issue of Time magazine and placed it on your course's Blackboard site for your students to interpret and critique. Is this use likely to be considered a fair use?</a:t>
            </a:r>
          </a:p>
          <a:p>
            <a:pPr marL="274320" fontAlgn="auto">
              <a:spcAft>
                <a:spcPts val="0"/>
              </a:spcAft>
              <a:defRPr/>
            </a:pPr>
            <a:r>
              <a:rPr lang="en-US" sz="2800" dirty="0"/>
              <a:t>You have scanned a book written by one of your colleagues at another university. She has given you written permission </a:t>
            </a:r>
            <a:r>
              <a:rPr lang="en-US" sz="2800" dirty="0" err="1"/>
              <a:t>topost</a:t>
            </a:r>
            <a:r>
              <a:rPr lang="en-US" sz="2800" dirty="0"/>
              <a:t> the work on your Blackboard site. Is this use permitted under copyright law?</a:t>
            </a:r>
          </a:p>
        </p:txBody>
      </p:sp>
      <p:sp>
        <p:nvSpPr>
          <p:cNvPr id="59394" name="Title 1"/>
          <p:cNvSpPr>
            <a:spLocks noGrp="1"/>
          </p:cNvSpPr>
          <p:nvPr>
            <p:ph type="title"/>
          </p:nvPr>
        </p:nvSpPr>
        <p:spPr/>
        <p:txBody>
          <a:bodyPr/>
          <a:lstStyle/>
          <a:p>
            <a:pPr fontAlgn="auto">
              <a:spcAft>
                <a:spcPts val="0"/>
              </a:spcAft>
              <a:defRPr/>
            </a:pPr>
            <a:r>
              <a:rPr lang="en-US"/>
              <a:t>…continue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idx="1"/>
          </p:nvPr>
        </p:nvSpPr>
        <p:spPr>
          <a:xfrm>
            <a:off x="304800" y="1676400"/>
            <a:ext cx="8218488" cy="502761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Encoding an expiration date in free sample</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Hardware dongle</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Copy protection scheme</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Digital right management</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A collection of techniques that allow prevention of copying or viewing</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Allow the producer to specify what may be done</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Encrypt digital content</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Digital marking so devices can recognize content as copy-protected</a:t>
            </a:r>
          </a:p>
        </p:txBody>
      </p:sp>
      <p:sp>
        <p:nvSpPr>
          <p:cNvPr id="60418"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Solution - Technology</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idx="1"/>
          </p:nvPr>
        </p:nvSpPr>
        <p:spPr>
          <a:xfrm>
            <a:off x="304800" y="1752600"/>
            <a:ext cx="8218488" cy="485616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Secure digital music initiative (SDMI)</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Goals :- create copy-protected CDs, secure digital music downloads</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Consortium of 200 companies developed “digital watermarking” scheme</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Failed</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Internet copying became huge before SDMI ready</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Some SDMI sponsors were electronics companies</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Digital watermarking encryption cracked</a:t>
            </a:r>
          </a:p>
        </p:txBody>
      </p:sp>
      <p:sp>
        <p:nvSpPr>
          <p:cNvPr id="61442"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Solution - Technology</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idx="1"/>
          </p:nvPr>
        </p:nvSpPr>
        <p:spPr>
          <a:xfrm>
            <a:off x="228600" y="1828800"/>
            <a:ext cx="8294688" cy="477996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Encrypting DVDs</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Contents of DVDs encrypted using Content Scramble System (CSS)</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Need decryption keys to view a DVD</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Jon Johansen wrote a decryption program for Linux</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2600 Magazine published the code</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Motion picture studios sued 2600 Magazine and won</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Johansen tried in Norway and found not guilty</a:t>
            </a:r>
          </a:p>
        </p:txBody>
      </p:sp>
      <p:sp>
        <p:nvSpPr>
          <p:cNvPr id="62466"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Solution - Technology</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idx="1"/>
          </p:nvPr>
        </p:nvSpPr>
        <p:spPr>
          <a:xfrm>
            <a:off x="304800" y="1752600"/>
            <a:ext cx="8218488" cy="4489450"/>
          </a:xfrm>
        </p:spPr>
        <p:txBody>
          <a:bodyPr/>
          <a:lstStyle/>
          <a:p>
            <a:pPr marL="460375" indent="-460375" fontAlgn="auto">
              <a:lnSpc>
                <a:spcPct val="93000"/>
              </a:lnSpc>
              <a:spcAft>
                <a:spcPts val="0"/>
              </a:spcAft>
              <a:tabLst>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 pos="9271000" algn="l"/>
              </a:tabLst>
              <a:defRPr/>
            </a:pPr>
            <a:r>
              <a:rPr lang="en-GB" sz="2600" dirty="0"/>
              <a:t>Making CDs </a:t>
            </a:r>
            <a:r>
              <a:rPr lang="en-GB" sz="2600" dirty="0" err="1"/>
              <a:t>Copyproof</a:t>
            </a:r>
            <a:endParaRPr lang="en-GB" sz="2600" dirty="0"/>
          </a:p>
          <a:p>
            <a:pPr marL="460375" indent="-460375" fontAlgn="auto">
              <a:lnSpc>
                <a:spcPct val="90000"/>
              </a:lnSpc>
              <a:spcAft>
                <a:spcPts val="0"/>
              </a:spcAft>
              <a:buFont typeface="Wingdings" pitchFamily="2" charset="2"/>
              <a:buChar char=""/>
              <a:tabLst>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 pos="9271000" algn="l"/>
              </a:tabLst>
              <a:defRPr/>
            </a:pPr>
            <a:r>
              <a:rPr lang="en-GB" sz="2600" dirty="0"/>
              <a:t>Two approaches</a:t>
            </a:r>
          </a:p>
          <a:p>
            <a:pPr marL="460375" indent="-460375" fontAlgn="auto">
              <a:lnSpc>
                <a:spcPct val="90000"/>
              </a:lnSpc>
              <a:spcAft>
                <a:spcPts val="0"/>
              </a:spcAft>
              <a:buFont typeface="Wingdings" pitchFamily="2" charset="2"/>
              <a:buChar char=""/>
              <a:tabLst>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 pos="9271000" algn="l"/>
              </a:tabLst>
              <a:defRPr/>
            </a:pPr>
            <a:r>
              <a:rPr lang="en-GB" sz="2600" dirty="0"/>
              <a:t>Exploit difference between CD-ROM drives in computers and CD </a:t>
            </a:r>
            <a:r>
              <a:rPr lang="en-GB" sz="2600" dirty="0" err="1"/>
              <a:t>palyers</a:t>
            </a:r>
            <a:endParaRPr lang="en-GB" sz="2600" dirty="0"/>
          </a:p>
          <a:p>
            <a:pPr marL="460375" indent="-460375" fontAlgn="auto">
              <a:lnSpc>
                <a:spcPct val="90000"/>
              </a:lnSpc>
              <a:spcAft>
                <a:spcPts val="0"/>
              </a:spcAft>
              <a:buFont typeface="Wingdings" pitchFamily="2" charset="2"/>
              <a:buChar char=""/>
              <a:tabLst>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 pos="9271000" algn="l"/>
              </a:tabLst>
              <a:defRPr/>
            </a:pPr>
            <a:r>
              <a:rPr lang="en-GB" sz="2600" dirty="0"/>
              <a:t>Encode patterns into audio that translate into annoying sounds when decode</a:t>
            </a:r>
          </a:p>
          <a:p>
            <a:pPr marL="460375" indent="-460375" fontAlgn="auto">
              <a:lnSpc>
                <a:spcPct val="90000"/>
              </a:lnSpc>
              <a:spcAft>
                <a:spcPts val="0"/>
              </a:spcAft>
              <a:buFont typeface="Wingdings" pitchFamily="2" charset="2"/>
              <a:buChar char=""/>
              <a:tabLst>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 pos="9271000" algn="l"/>
              </a:tabLst>
              <a:defRPr/>
            </a:pPr>
            <a:r>
              <a:rPr lang="en-GB" sz="2600" dirty="0"/>
              <a:t>Two obstacles</a:t>
            </a:r>
          </a:p>
          <a:p>
            <a:pPr marL="460375" indent="-460375" fontAlgn="auto">
              <a:lnSpc>
                <a:spcPct val="90000"/>
              </a:lnSpc>
              <a:spcAft>
                <a:spcPts val="0"/>
              </a:spcAft>
              <a:buFont typeface="Wingdings" pitchFamily="2" charset="2"/>
              <a:buChar char=""/>
              <a:tabLst>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 pos="9271000" algn="l"/>
              </a:tabLst>
              <a:defRPr/>
            </a:pPr>
            <a:r>
              <a:rPr lang="en-GB" sz="2600" dirty="0"/>
              <a:t>Large community eager to “crack” encryption schemes</a:t>
            </a:r>
          </a:p>
          <a:p>
            <a:pPr marL="460375" indent="-460375" fontAlgn="auto">
              <a:lnSpc>
                <a:spcPct val="90000"/>
              </a:lnSpc>
              <a:spcAft>
                <a:spcPts val="0"/>
              </a:spcAft>
              <a:buFont typeface="Wingdings" pitchFamily="2" charset="2"/>
              <a:buChar char=""/>
              <a:tabLst>
                <a:tab pos="584200" algn="l"/>
                <a:tab pos="1041400" algn="l"/>
                <a:tab pos="1498600" algn="l"/>
                <a:tab pos="1955800" algn="l"/>
                <a:tab pos="2413000" algn="l"/>
                <a:tab pos="2870200" algn="l"/>
                <a:tab pos="3327400" algn="l"/>
                <a:tab pos="3784600" algn="l"/>
                <a:tab pos="4241800" algn="l"/>
                <a:tab pos="4699000" algn="l"/>
                <a:tab pos="5156200" algn="l"/>
                <a:tab pos="5613400" algn="l"/>
                <a:tab pos="6070600" algn="l"/>
                <a:tab pos="6527800" algn="l"/>
                <a:tab pos="6985000" algn="l"/>
                <a:tab pos="7442200" algn="l"/>
                <a:tab pos="7899400" algn="l"/>
                <a:tab pos="8356600" algn="l"/>
                <a:tab pos="8813800" algn="l"/>
                <a:tab pos="9271000" algn="l"/>
              </a:tabLst>
              <a:defRPr/>
            </a:pPr>
            <a:r>
              <a:rPr lang="en-GB" sz="2600" dirty="0"/>
              <a:t>People can record what they hear</a:t>
            </a:r>
          </a:p>
        </p:txBody>
      </p:sp>
      <p:sp>
        <p:nvSpPr>
          <p:cNvPr id="63490"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Solution - Technology</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ChangeArrowheads="1"/>
          </p:cNvSpPr>
          <p:nvPr>
            <p:ph idx="1"/>
          </p:nvPr>
        </p:nvSpPr>
        <p:spPr>
          <a:xfrm>
            <a:off x="304800" y="1676400"/>
            <a:ext cx="8218488" cy="43322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Subscribe to services</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Collect fees from users and large organization</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Meter usage of IP on a network</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Offer discounts to educational users</a:t>
            </a:r>
          </a:p>
          <a:p>
            <a:pPr marL="27432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Educate the public about the value of IP belonging to creators and publishers</a:t>
            </a:r>
          </a:p>
        </p:txBody>
      </p:sp>
      <p:sp>
        <p:nvSpPr>
          <p:cNvPr id="64514"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Solution – Markets and Management</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idx="1"/>
          </p:nvPr>
        </p:nvSpPr>
        <p:spPr>
          <a:xfrm>
            <a:off x="304800" y="1905000"/>
            <a:ext cx="8218488" cy="41036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Identify abusers and shut them down</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Monitor abuses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Enforce laws and punish abusers</a:t>
            </a:r>
          </a:p>
          <a:p>
            <a:pPr marL="274320" fontAlgn="auto">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65538"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Solution - Enforcement</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idx="1"/>
          </p:nvPr>
        </p:nvSpPr>
        <p:spPr>
          <a:xfrm>
            <a:off x="304800" y="1905000"/>
            <a:ext cx="8218488" cy="411321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Digital Millennium Copyright Act</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Extends length of copyright</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Extends copyright protection to music broadcast over internet</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Makes it illegal for anyone to circumvent copy controls, even for fair use purpose</a:t>
            </a:r>
          </a:p>
          <a:p>
            <a:pPr marL="274320" fontAlgn="auto">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66562"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Solution - Enforcement</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idx="1"/>
          </p:nvPr>
        </p:nvSpPr>
        <p:spPr>
          <a:xfrm>
            <a:off x="228600" y="1905000"/>
            <a:ext cx="8294688" cy="41036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err="1"/>
              <a:t>Napters</a:t>
            </a:r>
            <a:endParaRPr lang="en-GB" sz="2800" dirty="0"/>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err="1"/>
              <a:t>FastTrack</a:t>
            </a:r>
            <a:endParaRPr lang="en-GB" sz="2800" dirty="0"/>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err="1"/>
              <a:t>BitTorrent</a:t>
            </a:r>
            <a:endParaRPr lang="en-GB" sz="2800" dirty="0"/>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MP3 spoofing</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Universities caught in the middle</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Legal music services on the internet</a:t>
            </a:r>
          </a:p>
        </p:txBody>
      </p:sp>
      <p:sp>
        <p:nvSpPr>
          <p:cNvPr id="67586"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Peer-to-peer Networks</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idx="1"/>
          </p:nvPr>
        </p:nvSpPr>
        <p:spPr>
          <a:xfrm>
            <a:off x="304800" y="1905000"/>
            <a:ext cx="8218488" cy="41036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Peer-to-peer music exchange network</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Began operation in 1999</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Sued by RIAA for copyright violations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Courts ruled in </a:t>
            </a:r>
            <a:r>
              <a:rPr lang="en-GB" sz="2800" dirty="0" err="1"/>
              <a:t>favor</a:t>
            </a:r>
            <a:r>
              <a:rPr lang="en-GB" sz="2800" dirty="0"/>
              <a:t> of RIAA</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Went off-line in </a:t>
            </a:r>
            <a:r>
              <a:rPr lang="en-GB" sz="2800" dirty="0" err="1"/>
              <a:t>july</a:t>
            </a:r>
            <a:r>
              <a:rPr lang="en-GB" sz="2800" dirty="0"/>
              <a:t> 2001</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Re-emerged in 2003 as a subscription music service</a:t>
            </a:r>
          </a:p>
        </p:txBody>
      </p:sp>
      <p:sp>
        <p:nvSpPr>
          <p:cNvPr id="68610"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Napster</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idx="1"/>
          </p:nvPr>
        </p:nvSpPr>
        <p:spPr>
          <a:xfrm>
            <a:off x="381000" y="1905000"/>
            <a:ext cx="8142288" cy="41036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Second-generation Peer-to-peer network</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Used by </a:t>
            </a:r>
            <a:r>
              <a:rPr lang="en-GB" sz="2800" dirty="0" err="1"/>
              <a:t>KaZaA</a:t>
            </a:r>
            <a:r>
              <a:rPr lang="en-GB" sz="2800" dirty="0"/>
              <a:t> and </a:t>
            </a:r>
            <a:r>
              <a:rPr lang="en-GB" sz="2800" dirty="0" err="1"/>
              <a:t>Grokster</a:t>
            </a:r>
            <a:endParaRPr lang="en-GB" sz="2800" dirty="0"/>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Sued by RIAA for copyright violations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Distributes index among large number of “</a:t>
            </a:r>
            <a:r>
              <a:rPr lang="en-GB" sz="2800" dirty="0" err="1"/>
              <a:t>supernodes</a:t>
            </a:r>
            <a:r>
              <a:rPr lang="en-GB" sz="2800" dirty="0"/>
              <a:t>”</a:t>
            </a:r>
          </a:p>
          <a:p>
            <a:pPr marL="274320" fontAlgn="auto">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69634"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FastTrack</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idx="1"/>
          </p:nvPr>
        </p:nvSpPr>
        <p:spPr>
          <a:xfrm>
            <a:off x="304800" y="1905000"/>
            <a:ext cx="8218488" cy="4208463"/>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Broadband connections: download much faster than upload</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err="1"/>
              <a:t>BitTorrent</a:t>
            </a:r>
            <a:r>
              <a:rPr lang="en-GB" sz="2800" dirty="0"/>
              <a:t> speeds downloading</a:t>
            </a:r>
          </a:p>
          <a:p>
            <a:pPr marL="274320" fontAlgn="auto">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Files broken into pieces</a:t>
            </a:r>
          </a:p>
          <a:p>
            <a:pPr marL="274320" fontAlgn="auto">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Different pieces downloaded from different computers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Used for downloading large files</a:t>
            </a:r>
          </a:p>
          <a:p>
            <a:pPr marL="274320" fontAlgn="auto">
              <a:spcAft>
                <a:spcPts val="0"/>
              </a:spcAft>
              <a:buFont typeface="Wingdings" pitchFamily="2" charset="2"/>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sz="2800" dirty="0"/>
          </a:p>
        </p:txBody>
      </p:sp>
      <p:sp>
        <p:nvSpPr>
          <p:cNvPr id="70658"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BitTorrent</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idx="1"/>
          </p:nvPr>
        </p:nvSpPr>
        <p:spPr>
          <a:xfrm>
            <a:off x="228600" y="1905000"/>
            <a:ext cx="8294688" cy="41036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Companies support efforts to post bad MP3 files on peer-to-peer networks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Goals: make downloading of MP3 files unreliable</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Peer-to-peer software makers responded by adding user ratings</a:t>
            </a:r>
          </a:p>
        </p:txBody>
      </p:sp>
      <p:sp>
        <p:nvSpPr>
          <p:cNvPr id="71682"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MP3 Spoofing</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idx="1"/>
          </p:nvPr>
        </p:nvSpPr>
        <p:spPr>
          <a:xfrm>
            <a:off x="304800" y="1905000"/>
            <a:ext cx="8218488" cy="4432300"/>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Universities hotbed for file sharing</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High-speed internet access</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High-capacity file servers</a:t>
            </a:r>
          </a:p>
          <a:p>
            <a:pPr marL="548640" lvl="1" indent="-18288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b="1" i="1" dirty="0"/>
              <a:t>In 2003 RIAA sued four students for about $100 billion (settle for $50,000)</a:t>
            </a:r>
          </a:p>
          <a:p>
            <a:pPr marL="548640" lvl="1" indent="-182880" fontAlgn="auto">
              <a:lnSpc>
                <a:spcPct val="90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400" b="1" i="1" dirty="0"/>
              <a:t>Different university responses</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Taking PCs of students</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Banning file-sharing</a:t>
            </a:r>
          </a:p>
          <a:p>
            <a:pPr marL="274320" fontAlgn="auto">
              <a:lnSpc>
                <a:spcPct val="90000"/>
              </a:lnSpc>
              <a:spcAft>
                <a:spcPts val="0"/>
              </a:spcAft>
              <a:buFont typeface="Wingdings" pitchFamily="2" charset="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Signing agreements with legal file-sharing services</a:t>
            </a:r>
          </a:p>
        </p:txBody>
      </p:sp>
      <p:sp>
        <p:nvSpPr>
          <p:cNvPr id="72706"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Universities caught in middle</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idx="1"/>
          </p:nvPr>
        </p:nvSpPr>
        <p:spPr>
          <a:xfrm>
            <a:off x="304800" y="1905000"/>
            <a:ext cx="8218488" cy="4103688"/>
          </a:xfrm>
        </p:spPr>
        <p:txBody>
          <a:bodyPr/>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Subscription services for legal downloading</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Some based on monthly fee; some free</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Consumers pay for each download</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Apple’s iTunes Music Store leading service</a:t>
            </a:r>
          </a:p>
        </p:txBody>
      </p:sp>
      <p:sp>
        <p:nvSpPr>
          <p:cNvPr id="73730" name="Rectangle 1"/>
          <p:cNvSpPr>
            <a:spLocks noGrp="1" noChangeArrowheads="1"/>
          </p:cNvSpPr>
          <p:nvPr>
            <p:ph type="title"/>
          </p:nvPr>
        </p:nvSpPr>
        <p:spPr>
          <a:xfrm>
            <a:off x="1524000" y="190500"/>
            <a:ext cx="6999288" cy="1516063"/>
          </a:xfrm>
        </p:spPr>
        <p:txBody>
          <a:bodyPr/>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Legal music services on the internet</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idx="1"/>
          </p:nvPr>
        </p:nvSpPr>
        <p:spPr>
          <a:xfrm>
            <a:off x="228600" y="1905000"/>
            <a:ext cx="8294688" cy="4103688"/>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Increasingly harsh measures being taken to enforce copyrights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Copyrights are not serving their purpose of promoting progress</a:t>
            </a:r>
          </a:p>
          <a:p>
            <a:pPr marL="274320" fontAlgn="auto">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It is wrong to allow someone to “own” a piece of intellectual property</a:t>
            </a:r>
          </a:p>
        </p:txBody>
      </p:sp>
      <p:sp>
        <p:nvSpPr>
          <p:cNvPr id="74754" name="Rectangle 1"/>
          <p:cNvSpPr>
            <a:spLocks noGrp="1" noChangeArrowheads="1"/>
          </p:cNvSpPr>
          <p:nvPr>
            <p:ph type="title"/>
          </p:nvPr>
        </p:nvSpPr>
        <p:spPr>
          <a:xfrm>
            <a:off x="1524000" y="190500"/>
            <a:ext cx="6999288" cy="1516063"/>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Open-source software :</a:t>
            </a:r>
            <a:br>
              <a:rPr lang="en-GB"/>
            </a:br>
            <a:r>
              <a:rPr lang="en-GB"/>
              <a:t>consequences of proprietary software</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idx="1"/>
          </p:nvPr>
        </p:nvSpPr>
        <p:spPr>
          <a:xfrm>
            <a:off x="304800" y="1905000"/>
            <a:ext cx="8218488" cy="4103688"/>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An idea, an ethic, advocated and supported by a large loose-knit group of programmers who let people copy and modify their software, often without charge, and encourage to do so</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i="1" dirty="0"/>
              <a:t>Free</a:t>
            </a:r>
            <a:r>
              <a:rPr lang="en-GB" sz="2600" dirty="0"/>
              <a:t> in free software means freedom, not necessarily lack of cost, though often there is no charge</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Advocate allows unrestricted copying and making source code available(open source)</a:t>
            </a:r>
            <a:endParaRPr lang="en-GB" sz="2600" i="1" dirty="0"/>
          </a:p>
        </p:txBody>
      </p:sp>
      <p:sp>
        <p:nvSpPr>
          <p:cNvPr id="75778" name="Rectangle 2"/>
          <p:cNvSpPr>
            <a:spLocks noGrp="1" noChangeArrowheads="1"/>
          </p:cNvSpPr>
          <p:nvPr>
            <p:ph type="title"/>
          </p:nvPr>
        </p:nvSpPr>
        <p:spPr>
          <a:xfrm>
            <a:off x="1524000" y="190500"/>
            <a:ext cx="6999288" cy="1516063"/>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 Free Software </a:t>
            </a: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1"/>
          </p:nvPr>
        </p:nvSpPr>
        <p:spPr>
          <a:xfrm>
            <a:off x="381000" y="1905000"/>
            <a:ext cx="8142288" cy="4103688"/>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No restrictions preventing others from selling or giving away software</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Source code include in distribution</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No restrictions preventing others from modifying source code</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No restrictions regarding how people can use software</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600" dirty="0"/>
              <a:t>Same rights apply to everyone receiving redistributions of the software (</a:t>
            </a:r>
            <a:r>
              <a:rPr lang="en-GB" sz="2600" dirty="0" err="1"/>
              <a:t>copyleft</a:t>
            </a:r>
            <a:r>
              <a:rPr lang="en-GB" sz="2600" dirty="0"/>
              <a:t>)</a:t>
            </a:r>
            <a:endParaRPr lang="en-GB" sz="2600" i="1" dirty="0"/>
          </a:p>
        </p:txBody>
      </p:sp>
      <p:sp>
        <p:nvSpPr>
          <p:cNvPr id="76802" name="Rectangle 2"/>
          <p:cNvSpPr>
            <a:spLocks noGrp="1" noChangeArrowheads="1"/>
          </p:cNvSpPr>
          <p:nvPr>
            <p:ph type="title"/>
          </p:nvPr>
        </p:nvSpPr>
        <p:spPr>
          <a:xfrm>
            <a:off x="1524000" y="190500"/>
            <a:ext cx="6999288" cy="1516063"/>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 Open source definition</a:t>
            </a: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idx="1"/>
          </p:nvPr>
        </p:nvSpPr>
        <p:spPr>
          <a:xfrm>
            <a:off x="304800" y="1905000"/>
            <a:ext cx="8534400" cy="4103688"/>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Gives everyone opportunity to improve program</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Frequent appearance of new version</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Eliminates tension between obeying copyright law and helping others</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Programs belong to entire community</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Shifting focus from manufacturing to service</a:t>
            </a:r>
          </a:p>
        </p:txBody>
      </p:sp>
      <p:sp>
        <p:nvSpPr>
          <p:cNvPr id="77826" name="Rectangle 2"/>
          <p:cNvSpPr>
            <a:spLocks noGrp="1" noChangeArrowheads="1"/>
          </p:cNvSpPr>
          <p:nvPr>
            <p:ph type="title"/>
          </p:nvPr>
        </p:nvSpPr>
        <p:spPr>
          <a:xfrm>
            <a:off x="1524000" y="190500"/>
            <a:ext cx="6999288" cy="1516063"/>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 Beneficial Consequences of Open source</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idx="1"/>
          </p:nvPr>
        </p:nvSpPr>
        <p:spPr>
          <a:xfrm>
            <a:off x="5181600" y="1752600"/>
            <a:ext cx="3962400" cy="4648200"/>
          </a:xfrm>
        </p:spPr>
        <p:txBody>
          <a:bodyPr lIns="0" tIns="0" rIns="0" bIns="0"/>
          <a:lstStyle/>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BIND</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Apache web server</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err="1"/>
              <a:t>Sendmail</a:t>
            </a:r>
            <a:endParaRPr lang="en-GB" sz="2800" dirty="0"/>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Perl</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Python, Ruby, TCL/TK,PHP</a:t>
            </a:r>
          </a:p>
          <a:p>
            <a:pPr marL="274320" fontAlgn="auto">
              <a:lnSpc>
                <a:spcPct val="93000"/>
              </a:lnSpc>
              <a:spcAft>
                <a:spcPts val="0"/>
              </a:spcAft>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2800" dirty="0"/>
              <a:t>GNU compilers for C, C++, objective-C, </a:t>
            </a:r>
            <a:r>
              <a:rPr lang="en-GB" sz="2800" dirty="0" err="1"/>
              <a:t>fortran</a:t>
            </a:r>
            <a:r>
              <a:rPr lang="en-GB" sz="2800" dirty="0"/>
              <a:t>, Java, and </a:t>
            </a:r>
            <a:r>
              <a:rPr lang="en-GB" sz="2800" dirty="0" err="1"/>
              <a:t>Ada</a:t>
            </a:r>
            <a:endParaRPr lang="en-GB" sz="2800" dirty="0"/>
          </a:p>
        </p:txBody>
      </p:sp>
      <p:sp>
        <p:nvSpPr>
          <p:cNvPr id="78850" name="Rectangle 2"/>
          <p:cNvSpPr>
            <a:spLocks noGrp="1" noChangeArrowheads="1"/>
          </p:cNvSpPr>
          <p:nvPr>
            <p:ph type="title"/>
          </p:nvPr>
        </p:nvSpPr>
        <p:spPr>
          <a:xfrm>
            <a:off x="381000" y="190500"/>
            <a:ext cx="8142288" cy="1257300"/>
          </a:xfrm>
        </p:spPr>
        <p:txBody>
          <a:bodyPr lIns="0" tIns="0" rIns="0" bIns="0"/>
          <a:lstStyle/>
          <a:p>
            <a:pPr fontAlgn="auto">
              <a:lnSpc>
                <a:spcPct val="93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dirty="0"/>
              <a:t>examples of Open Source Software</a:t>
            </a:r>
          </a:p>
        </p:txBody>
      </p:sp>
      <p:pic>
        <p:nvPicPr>
          <p:cNvPr id="84996" name="Picture 5" descr="http://webhostinggeeks.com/blog/wp-content/uploads/2011/12/open-source-software.jpg"/>
          <p:cNvPicPr>
            <a:picLocks noChangeAspect="1" noChangeArrowheads="1"/>
          </p:cNvPicPr>
          <p:nvPr/>
        </p:nvPicPr>
        <p:blipFill>
          <a:blip r:embed="rId3" cstate="print"/>
          <a:srcRect/>
          <a:stretch>
            <a:fillRect/>
          </a:stretch>
        </p:blipFill>
        <p:spPr bwMode="auto">
          <a:xfrm>
            <a:off x="228600" y="1752600"/>
            <a:ext cx="4800600" cy="4724400"/>
          </a:xfrm>
          <a:prstGeom prst="rect">
            <a:avLst/>
          </a:prstGeom>
          <a:noFill/>
          <a:ln w="9525">
            <a:noFill/>
            <a:miter lim="800000"/>
            <a:headEnd/>
            <a:tailEnd/>
          </a:ln>
        </p:spPr>
      </p:pic>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idx="1"/>
          </p:nvPr>
        </p:nvSpPr>
        <p:spPr>
          <a:xfrm>
            <a:off x="304800" y="1905000"/>
            <a:ext cx="8216900" cy="4102100"/>
          </a:xfrm>
        </p:spPr>
        <p:txBody>
          <a:bodyPr>
            <a:noAutofit/>
          </a:bodyPr>
          <a:lstStyle/>
          <a:p>
            <a:pPr marL="274320" fontAlgn="auto">
              <a:spcAft>
                <a:spcPts val="0"/>
              </a:spcAft>
              <a:defRPr/>
            </a:pPr>
            <a:r>
              <a:rPr lang="en-US" sz="2800" dirty="0"/>
              <a:t>Should you copyright or patent software?</a:t>
            </a:r>
          </a:p>
          <a:p>
            <a:pPr marL="274320" fontAlgn="auto">
              <a:spcAft>
                <a:spcPts val="0"/>
              </a:spcAft>
              <a:defRPr/>
            </a:pPr>
            <a:r>
              <a:rPr lang="en-US" sz="2800" dirty="0"/>
              <a:t>First aspect: what is the nature of a new program, or a new kind of program? Is it an invention, a new idea? Or is it a “writing,” an expression of ideas, algorithms, techniques?</a:t>
            </a:r>
          </a:p>
          <a:p>
            <a:pPr marL="274320" fontAlgn="auto">
              <a:spcAft>
                <a:spcPts val="0"/>
              </a:spcAft>
              <a:defRPr/>
            </a:pPr>
            <a:r>
              <a:rPr lang="en-US" sz="2800" dirty="0"/>
              <a:t>Second aspect: what are the practical consequences of each choice in term of encouraging innovation and production of new products?</a:t>
            </a:r>
          </a:p>
        </p:txBody>
      </p:sp>
      <p:sp>
        <p:nvSpPr>
          <p:cNvPr id="79874" name="Rectangle 2"/>
          <p:cNvSpPr>
            <a:spLocks noGrp="1" noChangeArrowheads="1"/>
          </p:cNvSpPr>
          <p:nvPr>
            <p:ph type="title"/>
          </p:nvPr>
        </p:nvSpPr>
        <p:spPr/>
        <p:txBody>
          <a:bodyPr/>
          <a:lstStyle/>
          <a:p>
            <a:pPr fontAlgn="auto">
              <a:spcAft>
                <a:spcPts val="0"/>
              </a:spcAft>
              <a:defRPr/>
            </a:pPr>
            <a:r>
              <a:rPr lang="en-US"/>
              <a:t>Issues for software developers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idx="1"/>
          </p:nvPr>
        </p:nvSpPr>
        <p:spPr>
          <a:xfrm>
            <a:off x="304800" y="1905000"/>
            <a:ext cx="8216900" cy="4102100"/>
          </a:xfrm>
        </p:spPr>
        <p:txBody>
          <a:bodyPr/>
          <a:lstStyle/>
          <a:p>
            <a:pPr marL="274320" fontAlgn="auto">
              <a:spcAft>
                <a:spcPts val="0"/>
              </a:spcAft>
              <a:defRPr/>
            </a:pPr>
            <a:r>
              <a:rPr lang="en-US" sz="2800" dirty="0"/>
              <a:t>Should you copyright or patent software?</a:t>
            </a:r>
          </a:p>
          <a:p>
            <a:pPr marL="274320" fontAlgn="auto">
              <a:spcAft>
                <a:spcPts val="0"/>
              </a:spcAft>
              <a:defRPr/>
            </a:pPr>
            <a:r>
              <a:rPr lang="en-US" sz="2800" dirty="0"/>
              <a:t>Copyrights :</a:t>
            </a:r>
          </a:p>
          <a:p>
            <a:pPr marL="274320" fontAlgn="auto">
              <a:spcAft>
                <a:spcPts val="0"/>
              </a:spcAft>
              <a:buFont typeface="Wingdings" pitchFamily="2" charset="2"/>
              <a:buChar char="Ø"/>
              <a:defRPr/>
            </a:pPr>
            <a:r>
              <a:rPr lang="en-US" sz="2800" dirty="0"/>
              <a:t>Protect the expression of an idea in a fix and tangible form</a:t>
            </a:r>
          </a:p>
          <a:p>
            <a:pPr marL="274320" fontAlgn="auto">
              <a:spcAft>
                <a:spcPts val="0"/>
              </a:spcAft>
              <a:buFont typeface="Wingdings" pitchFamily="2" charset="2"/>
              <a:buChar char="Ø"/>
              <a:defRPr/>
            </a:pPr>
            <a:r>
              <a:rPr lang="en-US" sz="2800" dirty="0"/>
              <a:t>Are cheap, easy to obtain, and last a long time</a:t>
            </a:r>
          </a:p>
          <a:p>
            <a:pPr marL="274320" fontAlgn="auto">
              <a:spcAft>
                <a:spcPts val="0"/>
              </a:spcAft>
              <a:buFont typeface="Wingdings" pitchFamily="2" charset="2"/>
              <a:buChar char="Ø"/>
              <a:defRPr/>
            </a:pPr>
            <a:r>
              <a:rPr lang="en-US" sz="2800" dirty="0"/>
              <a:t>Allow fair use of the IP</a:t>
            </a:r>
          </a:p>
        </p:txBody>
      </p:sp>
      <p:sp>
        <p:nvSpPr>
          <p:cNvPr id="80898" name="Rectangle 2"/>
          <p:cNvSpPr>
            <a:spLocks noGrp="1" noChangeArrowheads="1"/>
          </p:cNvSpPr>
          <p:nvPr>
            <p:ph type="title"/>
          </p:nvPr>
        </p:nvSpPr>
        <p:spPr/>
        <p:txBody>
          <a:bodyPr/>
          <a:lstStyle/>
          <a:p>
            <a:pPr fontAlgn="auto">
              <a:spcAft>
                <a:spcPts val="0"/>
              </a:spcAft>
              <a:defRPr/>
            </a:pPr>
            <a:r>
              <a:rPr lang="en-US"/>
              <a:t>Issues for software developers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1"/>
          </p:nvPr>
        </p:nvSpPr>
        <p:spPr>
          <a:xfrm>
            <a:off x="304800" y="1905000"/>
            <a:ext cx="8216900" cy="4102100"/>
          </a:xfrm>
        </p:spPr>
        <p:txBody>
          <a:bodyPr/>
          <a:lstStyle/>
          <a:p>
            <a:pPr marL="274320" fontAlgn="auto">
              <a:spcAft>
                <a:spcPts val="0"/>
              </a:spcAft>
              <a:defRPr/>
            </a:pPr>
            <a:r>
              <a:rPr lang="en-US" sz="2800" dirty="0"/>
              <a:t>Should you copyright or patent software?</a:t>
            </a:r>
          </a:p>
          <a:p>
            <a:pPr marL="274320" fontAlgn="auto">
              <a:spcAft>
                <a:spcPts val="0"/>
              </a:spcAft>
              <a:defRPr/>
            </a:pPr>
            <a:r>
              <a:rPr lang="en-US" sz="2800" dirty="0"/>
              <a:t>Patents :</a:t>
            </a:r>
          </a:p>
          <a:p>
            <a:pPr marL="274320" fontAlgn="auto">
              <a:spcAft>
                <a:spcPts val="0"/>
              </a:spcAft>
              <a:buFont typeface="Wingdings" pitchFamily="2" charset="2"/>
              <a:buChar char="Ø"/>
              <a:defRPr/>
            </a:pPr>
            <a:r>
              <a:rPr lang="en-US" sz="2800" dirty="0"/>
              <a:t>Protect new, non-obvious, and useful processes</a:t>
            </a:r>
          </a:p>
          <a:p>
            <a:pPr marL="274320" fontAlgn="auto">
              <a:spcAft>
                <a:spcPts val="0"/>
              </a:spcAft>
              <a:buFont typeface="Wingdings" pitchFamily="2" charset="2"/>
              <a:buChar char="Ø"/>
              <a:defRPr/>
            </a:pPr>
            <a:r>
              <a:rPr lang="en-US" sz="2800" dirty="0"/>
              <a:t>Are expensive, difficult to obtain, and last for short period of time</a:t>
            </a:r>
          </a:p>
          <a:p>
            <a:pPr marL="274320" fontAlgn="auto">
              <a:spcAft>
                <a:spcPts val="0"/>
              </a:spcAft>
              <a:buFont typeface="Wingdings" pitchFamily="2" charset="2"/>
              <a:buChar char="Ø"/>
              <a:defRPr/>
            </a:pPr>
            <a:r>
              <a:rPr lang="en-US" sz="2800" dirty="0"/>
              <a:t>Allow licensing to other developers</a:t>
            </a:r>
          </a:p>
        </p:txBody>
      </p:sp>
      <p:sp>
        <p:nvSpPr>
          <p:cNvPr id="81922" name="Rectangle 2"/>
          <p:cNvSpPr>
            <a:spLocks noGrp="1" noChangeArrowheads="1"/>
          </p:cNvSpPr>
          <p:nvPr>
            <p:ph type="title"/>
          </p:nvPr>
        </p:nvSpPr>
        <p:spPr/>
        <p:txBody>
          <a:bodyPr/>
          <a:lstStyle/>
          <a:p>
            <a:pPr fontAlgn="auto">
              <a:spcAft>
                <a:spcPts val="0"/>
              </a:spcAft>
              <a:defRPr/>
            </a:pPr>
            <a:r>
              <a:rPr lang="en-US"/>
              <a:t>Issues for software developers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idx="1"/>
          </p:nvPr>
        </p:nvSpPr>
        <p:spPr>
          <a:xfrm>
            <a:off x="304800" y="1905000"/>
            <a:ext cx="8216900" cy="4102100"/>
          </a:xfrm>
        </p:spPr>
        <p:txBody>
          <a:bodyPr/>
          <a:lstStyle/>
          <a:p>
            <a:pPr marL="274320" fontAlgn="auto">
              <a:spcAft>
                <a:spcPts val="0"/>
              </a:spcAft>
              <a:defRPr/>
            </a:pPr>
            <a:r>
              <a:rPr lang="en-US" sz="2800" i="1" dirty="0"/>
              <a:t>Whelan Associates </a:t>
            </a:r>
            <a:r>
              <a:rPr lang="en-US" sz="2800" i="1" dirty="0" err="1"/>
              <a:t>vs</a:t>
            </a:r>
            <a:r>
              <a:rPr lang="en-US" sz="2800" i="1" dirty="0"/>
              <a:t> </a:t>
            </a:r>
            <a:r>
              <a:rPr lang="en-US" sz="2800" i="1" dirty="0" err="1"/>
              <a:t>Jaslow</a:t>
            </a:r>
            <a:r>
              <a:rPr lang="en-US" sz="2800" i="1" dirty="0"/>
              <a:t> Dental Laboratory </a:t>
            </a:r>
            <a:r>
              <a:rPr lang="en-US" sz="2800" dirty="0"/>
              <a:t>(1986)</a:t>
            </a:r>
          </a:p>
          <a:p>
            <a:pPr marL="274320" fontAlgn="auto">
              <a:spcAft>
                <a:spcPts val="0"/>
              </a:spcAft>
              <a:defRPr/>
            </a:pPr>
            <a:r>
              <a:rPr lang="en-US" sz="2800" dirty="0"/>
              <a:t>Court ruled a program that was similar in structure and performance, although written in a different language for a different computer, infringed copyright</a:t>
            </a:r>
            <a:endParaRPr lang="en-US" sz="2800" i="1" dirty="0"/>
          </a:p>
        </p:txBody>
      </p:sp>
      <p:sp>
        <p:nvSpPr>
          <p:cNvPr id="82946" name="Rectangle 2"/>
          <p:cNvSpPr>
            <a:spLocks noGrp="1" noChangeArrowheads="1"/>
          </p:cNvSpPr>
          <p:nvPr>
            <p:ph type="title"/>
          </p:nvPr>
        </p:nvSpPr>
        <p:spPr/>
        <p:txBody>
          <a:bodyPr/>
          <a:lstStyle/>
          <a:p>
            <a:pPr fontAlgn="auto">
              <a:spcAft>
                <a:spcPts val="0"/>
              </a:spcAft>
              <a:defRPr/>
            </a:pPr>
            <a:r>
              <a:rPr lang="en-US"/>
              <a:t>Similar Software Products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p:cNvSpPr>
            <a:spLocks noGrp="1" noChangeArrowheads="1"/>
          </p:cNvSpPr>
          <p:nvPr>
            <p:ph idx="1"/>
          </p:nvPr>
        </p:nvSpPr>
        <p:spPr>
          <a:xfrm>
            <a:off x="381000" y="1905000"/>
            <a:ext cx="8140700" cy="4102100"/>
          </a:xfrm>
        </p:spPr>
        <p:txBody>
          <a:bodyPr/>
          <a:lstStyle/>
          <a:p>
            <a:pPr marL="274320" fontAlgn="auto">
              <a:spcAft>
                <a:spcPts val="0"/>
              </a:spcAft>
              <a:defRPr/>
            </a:pPr>
            <a:r>
              <a:rPr lang="en-US" sz="2800" i="1" dirty="0"/>
              <a:t>Plain Cotton Co-op Association </a:t>
            </a:r>
            <a:r>
              <a:rPr lang="en-US" sz="2800" i="1" dirty="0" err="1"/>
              <a:t>vs</a:t>
            </a:r>
            <a:r>
              <a:rPr lang="en-US" sz="2800" i="1" dirty="0"/>
              <a:t> </a:t>
            </a:r>
            <a:r>
              <a:rPr lang="en-US" sz="2800" i="1" dirty="0" err="1"/>
              <a:t>Goodpasture</a:t>
            </a:r>
            <a:r>
              <a:rPr lang="en-US" sz="2800" i="1" dirty="0"/>
              <a:t> Computer Service </a:t>
            </a:r>
            <a:r>
              <a:rPr lang="en-US" sz="2800" dirty="0"/>
              <a:t>(1987)</a:t>
            </a:r>
          </a:p>
          <a:p>
            <a:pPr marL="274320" fontAlgn="auto">
              <a:spcAft>
                <a:spcPts val="0"/>
              </a:spcAft>
              <a:defRPr/>
            </a:pPr>
            <a:r>
              <a:rPr lang="en-US" sz="2800" dirty="0"/>
              <a:t>Only literal copying of code was infringement</a:t>
            </a:r>
          </a:p>
          <a:p>
            <a:pPr marL="274320" fontAlgn="auto">
              <a:spcAft>
                <a:spcPts val="0"/>
              </a:spcAft>
              <a:defRPr/>
            </a:pPr>
            <a:endParaRPr lang="en-US" sz="2800" i="1" dirty="0"/>
          </a:p>
        </p:txBody>
      </p:sp>
      <p:sp>
        <p:nvSpPr>
          <p:cNvPr id="83970" name="Rectangle 2"/>
          <p:cNvSpPr>
            <a:spLocks noGrp="1" noChangeArrowheads="1"/>
          </p:cNvSpPr>
          <p:nvPr>
            <p:ph type="title"/>
          </p:nvPr>
        </p:nvSpPr>
        <p:spPr/>
        <p:txBody>
          <a:bodyPr/>
          <a:lstStyle/>
          <a:p>
            <a:pPr fontAlgn="auto">
              <a:spcAft>
                <a:spcPts val="0"/>
              </a:spcAft>
              <a:buFont typeface="Wingdings" pitchFamily="2" charset="2"/>
              <a:buChar char="Ø"/>
              <a:defRPr/>
            </a:pPr>
            <a:r>
              <a:rPr lang="en-US"/>
              <a:t>Similar Software Products</a:t>
            </a:r>
          </a:p>
        </p:txBody>
      </p:sp>
      <p:pic>
        <p:nvPicPr>
          <p:cNvPr id="90116" name="Picture 5" descr="Bales of cotton, stacked 2 high, sit in PCCA's warehouse in Big Spring, TX."/>
          <p:cNvPicPr>
            <a:picLocks noChangeAspect="1" noChangeArrowheads="1"/>
          </p:cNvPicPr>
          <p:nvPr/>
        </p:nvPicPr>
        <p:blipFill>
          <a:blip r:embed="rId2" cstate="print"/>
          <a:srcRect/>
          <a:stretch>
            <a:fillRect/>
          </a:stretch>
        </p:blipFill>
        <p:spPr bwMode="auto">
          <a:xfrm>
            <a:off x="1295400" y="3962400"/>
            <a:ext cx="6438900" cy="2381250"/>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1"/>
          </p:nvPr>
        </p:nvSpPr>
        <p:spPr>
          <a:xfrm>
            <a:off x="381000" y="1905000"/>
            <a:ext cx="8140700" cy="4495800"/>
          </a:xfrm>
        </p:spPr>
        <p:txBody>
          <a:bodyPr>
            <a:noAutofit/>
          </a:bodyPr>
          <a:lstStyle/>
          <a:p>
            <a:pPr marL="274320" fontAlgn="auto">
              <a:lnSpc>
                <a:spcPct val="90000"/>
              </a:lnSpc>
              <a:spcAft>
                <a:spcPts val="0"/>
              </a:spcAft>
              <a:defRPr/>
            </a:pPr>
            <a:r>
              <a:rPr lang="en-US" sz="2500" i="1" dirty="0"/>
              <a:t>Computer Associates International </a:t>
            </a:r>
            <a:r>
              <a:rPr lang="en-US" sz="2500" i="1" dirty="0" err="1"/>
              <a:t>vs</a:t>
            </a:r>
            <a:r>
              <a:rPr lang="en-US" sz="2500" i="1" dirty="0"/>
              <a:t> Altai </a:t>
            </a:r>
            <a:r>
              <a:rPr lang="en-US" sz="2500" dirty="0"/>
              <a:t>(1992)</a:t>
            </a:r>
          </a:p>
          <a:p>
            <a:pPr marL="274320" fontAlgn="auto">
              <a:lnSpc>
                <a:spcPct val="90000"/>
              </a:lnSpc>
              <a:spcAft>
                <a:spcPts val="0"/>
              </a:spcAft>
              <a:defRPr/>
            </a:pPr>
            <a:r>
              <a:rPr lang="en-US" sz="2500" dirty="0"/>
              <a:t>Court decided by</a:t>
            </a:r>
          </a:p>
          <a:p>
            <a:pPr marL="274320" fontAlgn="auto">
              <a:lnSpc>
                <a:spcPct val="90000"/>
              </a:lnSpc>
              <a:spcAft>
                <a:spcPts val="0"/>
              </a:spcAft>
              <a:buFont typeface="Wingdings" pitchFamily="2" charset="2"/>
              <a:buChar char="Ø"/>
              <a:defRPr/>
            </a:pPr>
            <a:r>
              <a:rPr lang="en-US" sz="2500" dirty="0"/>
              <a:t>Identify the purpose of the program</a:t>
            </a:r>
          </a:p>
          <a:p>
            <a:pPr marL="274320" fontAlgn="auto">
              <a:lnSpc>
                <a:spcPct val="90000"/>
              </a:lnSpc>
              <a:spcAft>
                <a:spcPts val="0"/>
              </a:spcAft>
              <a:buFont typeface="Wingdings" pitchFamily="2" charset="2"/>
              <a:buChar char="Ø"/>
              <a:defRPr/>
            </a:pPr>
            <a:r>
              <a:rPr lang="en-US" sz="2500" dirty="0"/>
              <a:t>Remove from consideration the parts that are in the public domain, are common practice, or are the only efficient way of accomplishing some part</a:t>
            </a:r>
          </a:p>
          <a:p>
            <a:pPr marL="274320" fontAlgn="auto">
              <a:lnSpc>
                <a:spcPct val="90000"/>
              </a:lnSpc>
              <a:spcAft>
                <a:spcPts val="0"/>
              </a:spcAft>
              <a:buFont typeface="Wingdings" pitchFamily="2" charset="2"/>
              <a:buChar char="Ø"/>
              <a:defRPr/>
            </a:pPr>
            <a:r>
              <a:rPr lang="en-US" sz="2500" dirty="0"/>
              <a:t>Compare the remaining parts and see how similar they are</a:t>
            </a:r>
          </a:p>
          <a:p>
            <a:pPr marL="274320" fontAlgn="auto">
              <a:lnSpc>
                <a:spcPct val="90000"/>
              </a:lnSpc>
              <a:spcAft>
                <a:spcPts val="0"/>
              </a:spcAft>
              <a:buFont typeface="Wingdings" pitchFamily="2" charset="2"/>
              <a:buChar char="Ø"/>
              <a:defRPr/>
            </a:pPr>
            <a:r>
              <a:rPr lang="en-US" sz="2500" dirty="0"/>
              <a:t>Any particular case need expert witnesses and complex analysis of the program</a:t>
            </a:r>
          </a:p>
        </p:txBody>
      </p:sp>
      <p:sp>
        <p:nvSpPr>
          <p:cNvPr id="84994" name="Rectangle 2"/>
          <p:cNvSpPr>
            <a:spLocks noGrp="1" noChangeArrowheads="1"/>
          </p:cNvSpPr>
          <p:nvPr>
            <p:ph type="title"/>
          </p:nvPr>
        </p:nvSpPr>
        <p:spPr/>
        <p:txBody>
          <a:bodyPr/>
          <a:lstStyle/>
          <a:p>
            <a:pPr fontAlgn="auto">
              <a:spcAft>
                <a:spcPts val="0"/>
              </a:spcAft>
              <a:defRPr/>
            </a:pPr>
            <a:r>
              <a:rPr lang="en-US"/>
              <a:t>Similar Software Products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themeOverride>
</file>

<file path=docProps/app.xml><?xml version="1.0" encoding="utf-8"?>
<Properties xmlns="http://schemas.openxmlformats.org/officeDocument/2006/extended-properties" xmlns:vt="http://schemas.openxmlformats.org/officeDocument/2006/docPropsVTypes">
  <Template/>
  <TotalTime>1443</TotalTime>
  <Words>4163</Words>
  <Application>Microsoft Macintosh PowerPoint</Application>
  <PresentationFormat>On-screen Show (4:3)</PresentationFormat>
  <Paragraphs>459</Paragraphs>
  <Slides>81</Slides>
  <Notes>67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Franklin Gothic Medium</vt:lpstr>
      <vt:lpstr>StarSymbol</vt:lpstr>
      <vt:lpstr>Times New Roman</vt:lpstr>
      <vt:lpstr>Wingdings</vt:lpstr>
      <vt:lpstr>Wingdings 2</vt:lpstr>
      <vt:lpstr>Theme1</vt:lpstr>
      <vt:lpstr>CHAPTER 4 (PART I): INTELLECTUAL PROPERTY</vt:lpstr>
      <vt:lpstr>Objectives</vt:lpstr>
      <vt:lpstr>Introduction</vt:lpstr>
      <vt:lpstr>Definition - IP</vt:lpstr>
      <vt:lpstr>Intellectual Property</vt:lpstr>
      <vt:lpstr>Analogy is Imperfect</vt:lpstr>
      <vt:lpstr>Legal Protection</vt:lpstr>
      <vt:lpstr>Why Legal Protection?</vt:lpstr>
      <vt:lpstr>Benefits of IP Protection</vt:lpstr>
      <vt:lpstr>Limits to IP Protection</vt:lpstr>
      <vt:lpstr>Protecting IP – Trade Secrets</vt:lpstr>
      <vt:lpstr>Protecting IP – Trade Secrets</vt:lpstr>
      <vt:lpstr>Trade Secrets</vt:lpstr>
      <vt:lpstr>Trade Secret</vt:lpstr>
      <vt:lpstr>Protecting IP – Trademark, Service Mark</vt:lpstr>
      <vt:lpstr>PowerPoint Presentation</vt:lpstr>
      <vt:lpstr>Protecting IP - Patent</vt:lpstr>
      <vt:lpstr>Patents</vt:lpstr>
      <vt:lpstr>Copyright</vt:lpstr>
      <vt:lpstr>Problems from New Technologies</vt:lpstr>
      <vt:lpstr>Problems from New Technologies – technological factors</vt:lpstr>
      <vt:lpstr>Problems from New Technologies – technological factors</vt:lpstr>
      <vt:lpstr>Copyright Act 1987</vt:lpstr>
      <vt:lpstr>History of Copyright in Malaysia</vt:lpstr>
      <vt:lpstr>Conditions for Copyright Protection</vt:lpstr>
      <vt:lpstr>Conditions for Copyright Protection</vt:lpstr>
      <vt:lpstr>Copyright Infringement</vt:lpstr>
      <vt:lpstr>Copyright Infringement</vt:lpstr>
      <vt:lpstr>Fair Use Concept</vt:lpstr>
      <vt:lpstr>Fair Use Concept</vt:lpstr>
      <vt:lpstr>Fair Use Concept – cont..</vt:lpstr>
      <vt:lpstr>Fair Use : example 1</vt:lpstr>
      <vt:lpstr>Fair Use : example 1</vt:lpstr>
      <vt:lpstr>Fair Use : example 1</vt:lpstr>
      <vt:lpstr>Fair-Use Cases</vt:lpstr>
      <vt:lpstr>Fair-Use Cases</vt:lpstr>
      <vt:lpstr>Fair-Use Cases</vt:lpstr>
      <vt:lpstr>Fair-Use Cases</vt:lpstr>
      <vt:lpstr>Fair-Use Cases</vt:lpstr>
      <vt:lpstr>Fair-Use Cases</vt:lpstr>
      <vt:lpstr>Copying Music</vt:lpstr>
      <vt:lpstr>Copying Movies and TV programs</vt:lpstr>
      <vt:lpstr>Copying Books</vt:lpstr>
      <vt:lpstr>Copying software</vt:lpstr>
      <vt:lpstr>The Napster Case</vt:lpstr>
      <vt:lpstr>Protection for Software</vt:lpstr>
      <vt:lpstr>Software Piracy – violation of software copyright</vt:lpstr>
      <vt:lpstr>Software Piracy – violation of software copyright</vt:lpstr>
      <vt:lpstr>Software Piracy – violation of software copyright</vt:lpstr>
      <vt:lpstr>Software Piracy – violation of software copyright</vt:lpstr>
      <vt:lpstr>Morality of copying software</vt:lpstr>
      <vt:lpstr>Social contract theory</vt:lpstr>
      <vt:lpstr>Arguments in support personal copying and counterpoints</vt:lpstr>
      <vt:lpstr>Arguments in support personal copying and counterpoints</vt:lpstr>
      <vt:lpstr>Fair use – group discussion</vt:lpstr>
      <vt:lpstr>…continue</vt:lpstr>
      <vt:lpstr>Solution - Technology</vt:lpstr>
      <vt:lpstr>Solution - Technology</vt:lpstr>
      <vt:lpstr>Solution - Technology</vt:lpstr>
      <vt:lpstr>Solution - Technology</vt:lpstr>
      <vt:lpstr>Solution – Markets and Management</vt:lpstr>
      <vt:lpstr>Solution - Enforcement</vt:lpstr>
      <vt:lpstr>Solution - Enforcement</vt:lpstr>
      <vt:lpstr>Peer-to-peer Networks</vt:lpstr>
      <vt:lpstr>Napster</vt:lpstr>
      <vt:lpstr>FastTrack</vt:lpstr>
      <vt:lpstr>BitTorrent</vt:lpstr>
      <vt:lpstr>MP3 Spoofing</vt:lpstr>
      <vt:lpstr>Universities caught in middle</vt:lpstr>
      <vt:lpstr>Legal music services on the internet</vt:lpstr>
      <vt:lpstr>Open-source software : consequences of proprietary software</vt:lpstr>
      <vt:lpstr> Free Software </vt:lpstr>
      <vt:lpstr> Open source definition</vt:lpstr>
      <vt:lpstr> Beneficial Consequences of Open source</vt:lpstr>
      <vt:lpstr>examples of Open Source Software</vt:lpstr>
      <vt:lpstr>Issues for software developers</vt:lpstr>
      <vt:lpstr>Issues for software developers</vt:lpstr>
      <vt:lpstr>Issues for software developers</vt:lpstr>
      <vt:lpstr>Similar Software Products</vt:lpstr>
      <vt:lpstr>Similar Software Products</vt:lpstr>
      <vt:lpstr>Similar Software Products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INTELLECTUAL PROPERTY</dc:title>
  <dc:creator>ROZI</dc:creator>
  <cp:lastModifiedBy>ROZI NOR HAIZAN BINTI NOR</cp:lastModifiedBy>
  <cp:revision>74</cp:revision>
  <dcterms:modified xsi:type="dcterms:W3CDTF">2025-03-20T13:41:16Z</dcterms:modified>
</cp:coreProperties>
</file>