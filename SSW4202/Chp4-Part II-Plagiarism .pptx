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3" r:id="rId1"/>
  </p:sldMasterIdLst>
  <p:notesMasterIdLst>
    <p:notesMasterId r:id="rId78"/>
  </p:notesMasterIdLst>
  <p:sldIdLst>
    <p:sldId id="339" r:id="rId2"/>
    <p:sldId id="340" r:id="rId3"/>
    <p:sldId id="341" r:id="rId4"/>
    <p:sldId id="342" r:id="rId5"/>
    <p:sldId id="343" r:id="rId6"/>
    <p:sldId id="344" r:id="rId7"/>
    <p:sldId id="345" r:id="rId8"/>
    <p:sldId id="346" r:id="rId9"/>
    <p:sldId id="347" r:id="rId10"/>
    <p:sldId id="348" r:id="rId11"/>
    <p:sldId id="349" r:id="rId12"/>
    <p:sldId id="350" r:id="rId13"/>
    <p:sldId id="351" r:id="rId14"/>
    <p:sldId id="352" r:id="rId15"/>
    <p:sldId id="353" r:id="rId16"/>
    <p:sldId id="354" r:id="rId17"/>
    <p:sldId id="355" r:id="rId18"/>
    <p:sldId id="356" r:id="rId19"/>
    <p:sldId id="357" r:id="rId20"/>
    <p:sldId id="358" r:id="rId21"/>
    <p:sldId id="359" r:id="rId22"/>
    <p:sldId id="360" r:id="rId23"/>
    <p:sldId id="361" r:id="rId24"/>
    <p:sldId id="362" r:id="rId25"/>
    <p:sldId id="363" r:id="rId26"/>
    <p:sldId id="261" r:id="rId27"/>
    <p:sldId id="364" r:id="rId28"/>
    <p:sldId id="365" r:id="rId29"/>
    <p:sldId id="366" r:id="rId30"/>
    <p:sldId id="367" r:id="rId31"/>
    <p:sldId id="368" r:id="rId32"/>
    <p:sldId id="369" r:id="rId33"/>
    <p:sldId id="370" r:id="rId34"/>
    <p:sldId id="371" r:id="rId35"/>
    <p:sldId id="372" r:id="rId36"/>
    <p:sldId id="373" r:id="rId37"/>
    <p:sldId id="374" r:id="rId38"/>
    <p:sldId id="375" r:id="rId39"/>
    <p:sldId id="376" r:id="rId40"/>
    <p:sldId id="377" r:id="rId41"/>
    <p:sldId id="378" r:id="rId42"/>
    <p:sldId id="379" r:id="rId43"/>
    <p:sldId id="380" r:id="rId44"/>
    <p:sldId id="381" r:id="rId45"/>
    <p:sldId id="382" r:id="rId46"/>
    <p:sldId id="383" r:id="rId47"/>
    <p:sldId id="384" r:id="rId48"/>
    <p:sldId id="385" r:id="rId49"/>
    <p:sldId id="386" r:id="rId50"/>
    <p:sldId id="387" r:id="rId51"/>
    <p:sldId id="388" r:id="rId52"/>
    <p:sldId id="389" r:id="rId53"/>
    <p:sldId id="390" r:id="rId54"/>
    <p:sldId id="391" r:id="rId55"/>
    <p:sldId id="392" r:id="rId56"/>
    <p:sldId id="393" r:id="rId57"/>
    <p:sldId id="394" r:id="rId58"/>
    <p:sldId id="395" r:id="rId59"/>
    <p:sldId id="396" r:id="rId60"/>
    <p:sldId id="397" r:id="rId61"/>
    <p:sldId id="398" r:id="rId62"/>
    <p:sldId id="399" r:id="rId63"/>
    <p:sldId id="400" r:id="rId64"/>
    <p:sldId id="401" r:id="rId65"/>
    <p:sldId id="402" r:id="rId66"/>
    <p:sldId id="403" r:id="rId67"/>
    <p:sldId id="404" r:id="rId68"/>
    <p:sldId id="405" r:id="rId69"/>
    <p:sldId id="406" r:id="rId70"/>
    <p:sldId id="407" r:id="rId71"/>
    <p:sldId id="408" r:id="rId72"/>
    <p:sldId id="409" r:id="rId73"/>
    <p:sldId id="410" r:id="rId74"/>
    <p:sldId id="411" r:id="rId75"/>
    <p:sldId id="412" r:id="rId76"/>
    <p:sldId id="413" r:id="rId77"/>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bg1"/>
        </a:solidFill>
        <a:latin typeface="Times New Roman" charset="0"/>
        <a:ea typeface="MS Gothic" charset="-128"/>
        <a:cs typeface="+mn-cs"/>
      </a:defRPr>
    </a:lvl1pPr>
    <a:lvl2pPr marL="457200" algn="l" rtl="0" eaLnBrk="0" fontAlgn="base" hangingPunct="0">
      <a:spcBef>
        <a:spcPct val="0"/>
      </a:spcBef>
      <a:spcAft>
        <a:spcPct val="0"/>
      </a:spcAft>
      <a:defRPr kern="1200">
        <a:solidFill>
          <a:schemeClr val="bg1"/>
        </a:solidFill>
        <a:latin typeface="Times New Roman" charset="0"/>
        <a:ea typeface="MS Gothic" charset="-128"/>
        <a:cs typeface="+mn-cs"/>
      </a:defRPr>
    </a:lvl2pPr>
    <a:lvl3pPr marL="914400" algn="l" rtl="0" eaLnBrk="0" fontAlgn="base" hangingPunct="0">
      <a:spcBef>
        <a:spcPct val="0"/>
      </a:spcBef>
      <a:spcAft>
        <a:spcPct val="0"/>
      </a:spcAft>
      <a:defRPr kern="1200">
        <a:solidFill>
          <a:schemeClr val="bg1"/>
        </a:solidFill>
        <a:latin typeface="Times New Roman" charset="0"/>
        <a:ea typeface="MS Gothic" charset="-128"/>
        <a:cs typeface="+mn-cs"/>
      </a:defRPr>
    </a:lvl3pPr>
    <a:lvl4pPr marL="1371600" algn="l" rtl="0" eaLnBrk="0" fontAlgn="base" hangingPunct="0">
      <a:spcBef>
        <a:spcPct val="0"/>
      </a:spcBef>
      <a:spcAft>
        <a:spcPct val="0"/>
      </a:spcAft>
      <a:defRPr kern="1200">
        <a:solidFill>
          <a:schemeClr val="bg1"/>
        </a:solidFill>
        <a:latin typeface="Times New Roman" charset="0"/>
        <a:ea typeface="MS Gothic" charset="-128"/>
        <a:cs typeface="+mn-cs"/>
      </a:defRPr>
    </a:lvl4pPr>
    <a:lvl5pPr marL="1828800" algn="l" rtl="0" eaLnBrk="0" fontAlgn="base" hangingPunct="0">
      <a:spcBef>
        <a:spcPct val="0"/>
      </a:spcBef>
      <a:spcAft>
        <a:spcPct val="0"/>
      </a:spcAft>
      <a:defRPr kern="1200">
        <a:solidFill>
          <a:schemeClr val="bg1"/>
        </a:solidFill>
        <a:latin typeface="Times New Roman" charset="0"/>
        <a:ea typeface="MS Gothic" charset="-128"/>
        <a:cs typeface="+mn-cs"/>
      </a:defRPr>
    </a:lvl5pPr>
    <a:lvl6pPr marL="2286000" algn="l" defTabSz="914400" rtl="0" eaLnBrk="1" latinLnBrk="0" hangingPunct="1">
      <a:defRPr kern="1200">
        <a:solidFill>
          <a:schemeClr val="bg1"/>
        </a:solidFill>
        <a:latin typeface="Times New Roman" charset="0"/>
        <a:ea typeface="MS Gothic" charset="-128"/>
        <a:cs typeface="+mn-cs"/>
      </a:defRPr>
    </a:lvl6pPr>
    <a:lvl7pPr marL="2743200" algn="l" defTabSz="914400" rtl="0" eaLnBrk="1" latinLnBrk="0" hangingPunct="1">
      <a:defRPr kern="1200">
        <a:solidFill>
          <a:schemeClr val="bg1"/>
        </a:solidFill>
        <a:latin typeface="Times New Roman" charset="0"/>
        <a:ea typeface="MS Gothic" charset="-128"/>
        <a:cs typeface="+mn-cs"/>
      </a:defRPr>
    </a:lvl7pPr>
    <a:lvl8pPr marL="3200400" algn="l" defTabSz="914400" rtl="0" eaLnBrk="1" latinLnBrk="0" hangingPunct="1">
      <a:defRPr kern="1200">
        <a:solidFill>
          <a:schemeClr val="bg1"/>
        </a:solidFill>
        <a:latin typeface="Times New Roman" charset="0"/>
        <a:ea typeface="MS Gothic" charset="-128"/>
        <a:cs typeface="+mn-cs"/>
      </a:defRPr>
    </a:lvl8pPr>
    <a:lvl9pPr marL="3657600" algn="l" defTabSz="914400" rtl="0" eaLnBrk="1" latinLnBrk="0" hangingPunct="1">
      <a:defRPr kern="1200">
        <a:solidFill>
          <a:schemeClr val="bg1"/>
        </a:solidFill>
        <a:latin typeface="Times New Roman" charset="0"/>
        <a:ea typeface="MS Gothic"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AB79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53"/>
    <p:restoredTop sz="90839"/>
  </p:normalViewPr>
  <p:slideViewPr>
    <p:cSldViewPr>
      <p:cViewPr varScale="1">
        <p:scale>
          <a:sx n="100" d="100"/>
          <a:sy n="100" d="100"/>
        </p:scale>
        <p:origin x="976" y="176"/>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sorterViewPr>
    <p:cViewPr>
      <p:scale>
        <a:sx n="66" d="100"/>
        <a:sy n="66" d="100"/>
      </p:scale>
      <p:origin x="0" y="1872"/>
    </p:cViewPr>
  </p:sorterViewPr>
  <p:notesViewPr>
    <p:cSldViewPr>
      <p:cViewPr varScale="1">
        <p:scale>
          <a:sx n="59" d="100"/>
          <a:sy n="59" d="100"/>
        </p:scale>
        <p:origin x="-175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AutoShape 1"/>
          <p:cNvSpPr>
            <a:spLocks noChangeArrowheads="1"/>
          </p:cNvSpPr>
          <p:nvPr/>
        </p:nvSpPr>
        <p:spPr bwMode="auto">
          <a:xfrm>
            <a:off x="0" y="0"/>
            <a:ext cx="6858000" cy="9144000"/>
          </a:xfrm>
          <a:prstGeom prst="roundRect">
            <a:avLst>
              <a:gd name="adj" fmla="val 23"/>
            </a:avLst>
          </a:prstGeom>
          <a:solidFill>
            <a:srgbClr val="FFFFFF"/>
          </a:solidFill>
          <a:ln w="9360">
            <a:noFill/>
            <a:round/>
            <a:headEnd/>
            <a:tailEnd/>
          </a:ln>
        </p:spPr>
        <p:txBody>
          <a:bodyPr wrap="none" anchor="ctr"/>
          <a:lstStyle/>
          <a:p>
            <a:pPr>
              <a:defRPr/>
            </a:pPr>
            <a:endParaRPr lang="en-US">
              <a:latin typeface="Times New Roman" pitchFamily="18" charset="0"/>
              <a:ea typeface="+mn-ea"/>
            </a:endParaRPr>
          </a:p>
        </p:txBody>
      </p:sp>
      <p:sp>
        <p:nvSpPr>
          <p:cNvPr id="3074" name="AutoShape 2"/>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latin typeface="Times New Roman" pitchFamily="18" charset="0"/>
              <a:ea typeface="+mn-ea"/>
            </a:endParaRPr>
          </a:p>
        </p:txBody>
      </p:sp>
      <p:sp>
        <p:nvSpPr>
          <p:cNvPr id="3075" name="AutoShape 3"/>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latin typeface="Times New Roman" pitchFamily="18" charset="0"/>
              <a:ea typeface="+mn-ea"/>
            </a:endParaRPr>
          </a:p>
        </p:txBody>
      </p:sp>
      <p:sp>
        <p:nvSpPr>
          <p:cNvPr id="3076" name="AutoShape 4"/>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latin typeface="Times New Roman" pitchFamily="18" charset="0"/>
              <a:ea typeface="+mn-ea"/>
            </a:endParaRPr>
          </a:p>
        </p:txBody>
      </p:sp>
      <p:sp>
        <p:nvSpPr>
          <p:cNvPr id="3077" name="AutoShape 5"/>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latin typeface="Times New Roman" pitchFamily="18" charset="0"/>
              <a:ea typeface="+mn-ea"/>
            </a:endParaRPr>
          </a:p>
        </p:txBody>
      </p:sp>
      <p:sp>
        <p:nvSpPr>
          <p:cNvPr id="3078" name="AutoShape 6"/>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latin typeface="Times New Roman" pitchFamily="18" charset="0"/>
              <a:ea typeface="+mn-ea"/>
            </a:endParaRPr>
          </a:p>
        </p:txBody>
      </p:sp>
      <p:sp>
        <p:nvSpPr>
          <p:cNvPr id="3079" name="AutoShape 7"/>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latin typeface="Times New Roman" pitchFamily="18" charset="0"/>
              <a:ea typeface="+mn-ea"/>
            </a:endParaRPr>
          </a:p>
        </p:txBody>
      </p:sp>
      <p:sp>
        <p:nvSpPr>
          <p:cNvPr id="92169" name="Rectangle 8"/>
          <p:cNvSpPr>
            <a:spLocks noGrp="1" noRot="1" noChangeAspect="1" noChangeArrowheads="1" noTextEdit="1"/>
          </p:cNvSpPr>
          <p:nvPr>
            <p:ph type="sldImg"/>
          </p:nvPr>
        </p:nvSpPr>
        <p:spPr bwMode="auto">
          <a:xfrm>
            <a:off x="0" y="303213"/>
            <a:ext cx="1588" cy="15286037"/>
          </a:xfrm>
          <a:prstGeom prst="rect">
            <a:avLst/>
          </a:prstGeom>
          <a:solidFill>
            <a:srgbClr val="FFFFFF"/>
          </a:solidFill>
          <a:ln w="9525">
            <a:solidFill>
              <a:srgbClr val="000000"/>
            </a:solidFill>
            <a:miter lim="800000"/>
            <a:headEnd/>
            <a:tailEnd/>
          </a:ln>
        </p:spPr>
      </p:sp>
      <p:sp>
        <p:nvSpPr>
          <p:cNvPr id="3081" name="Rectangle 9"/>
          <p:cNvSpPr txBox="1">
            <a:spLocks noGrp="1" noChangeArrowheads="1"/>
          </p:cNvSpPr>
          <p:nvPr>
            <p:ph type="body" idx="1"/>
          </p:nvPr>
        </p:nvSpPr>
        <p:spPr bwMode="auto">
          <a:xfrm>
            <a:off x="503238" y="4316413"/>
            <a:ext cx="5856287" cy="405923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endParaRPr lang="en-US" noProof="0"/>
          </a:p>
        </p:txBody>
      </p:sp>
    </p:spTree>
    <p:extLst>
      <p:ext uri="{BB962C8B-B14F-4D97-AF65-F5344CB8AC3E}">
        <p14:creationId xmlns:p14="http://schemas.microsoft.com/office/powerpoint/2010/main" val="1349416473"/>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pitchFamily="18"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pitchFamily="18"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pitchFamily="18"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pitchFamily="18"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fld id="{9A2E7D52-8EEA-41B4-BB92-89449C2DF973}" type="slidenum">
              <a:rPr lang="en-US" altLang="en-US" sz="1200" smtClean="0"/>
              <a:pPr/>
              <a:t>10</a:t>
            </a:fld>
            <a:endParaRPr lang="en-US" altLang="en-US" sz="1200"/>
          </a:p>
        </p:txBody>
      </p:sp>
      <p:sp>
        <p:nvSpPr>
          <p:cNvPr id="39939" name="Rectangle 2"/>
          <p:cNvSpPr>
            <a:spLocks noGrp="1" noRot="1" noChangeAspect="1" noChangeArrowheads="1" noTextEdit="1"/>
          </p:cNvSpPr>
          <p:nvPr>
            <p:ph type="sldImg"/>
          </p:nvPr>
        </p:nvSpPr>
        <p:spPr>
          <a:xfrm>
            <a:off x="-10188575" y="303213"/>
            <a:ext cx="20378738" cy="15286037"/>
          </a:xfrm>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ar-SA" altLang="en-US"/>
          </a:p>
        </p:txBody>
      </p:sp>
    </p:spTree>
    <p:extLst>
      <p:ext uri="{BB962C8B-B14F-4D97-AF65-F5344CB8AC3E}">
        <p14:creationId xmlns:p14="http://schemas.microsoft.com/office/powerpoint/2010/main" val="402260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fld id="{85D6B212-536A-486B-A691-B6C17457FAB4}" type="slidenum">
              <a:rPr lang="en-US" altLang="en-US" sz="1200" smtClean="0"/>
              <a:pPr/>
              <a:t>11</a:t>
            </a:fld>
            <a:endParaRPr lang="en-US" altLang="en-US" sz="1200"/>
          </a:p>
        </p:txBody>
      </p:sp>
      <p:sp>
        <p:nvSpPr>
          <p:cNvPr id="40963" name="Rectangle 2"/>
          <p:cNvSpPr>
            <a:spLocks noGrp="1" noRot="1" noChangeAspect="1" noChangeArrowheads="1" noTextEdit="1"/>
          </p:cNvSpPr>
          <p:nvPr>
            <p:ph type="sldImg"/>
          </p:nvPr>
        </p:nvSpPr>
        <p:spPr>
          <a:xfrm>
            <a:off x="-10188575" y="303213"/>
            <a:ext cx="20378738" cy="15286037"/>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ar-SA" altLang="en-US"/>
          </a:p>
        </p:txBody>
      </p:sp>
    </p:spTree>
    <p:extLst>
      <p:ext uri="{BB962C8B-B14F-4D97-AF65-F5344CB8AC3E}">
        <p14:creationId xmlns:p14="http://schemas.microsoft.com/office/powerpoint/2010/main" val="136648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fld id="{5CE68951-18DA-4E49-8A9C-E8497487F3AE}" type="slidenum">
              <a:rPr lang="en-US" altLang="en-US" sz="1200" smtClean="0"/>
              <a:pPr/>
              <a:t>12</a:t>
            </a:fld>
            <a:endParaRPr lang="en-US" altLang="en-US" sz="1200"/>
          </a:p>
        </p:txBody>
      </p:sp>
      <p:sp>
        <p:nvSpPr>
          <p:cNvPr id="41987" name="Rectangle 2"/>
          <p:cNvSpPr>
            <a:spLocks noGrp="1" noRot="1" noChangeAspect="1" noChangeArrowheads="1" noTextEdit="1"/>
          </p:cNvSpPr>
          <p:nvPr>
            <p:ph type="sldImg"/>
          </p:nvPr>
        </p:nvSpPr>
        <p:spPr>
          <a:xfrm>
            <a:off x="-10188575" y="303213"/>
            <a:ext cx="20378738" cy="15286037"/>
          </a:xfrm>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ar-SA" altLang="en-US" dirty="0"/>
          </a:p>
        </p:txBody>
      </p:sp>
    </p:spTree>
    <p:extLst>
      <p:ext uri="{BB962C8B-B14F-4D97-AF65-F5344CB8AC3E}">
        <p14:creationId xmlns:p14="http://schemas.microsoft.com/office/powerpoint/2010/main" val="3351755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xfrm>
            <a:off x="-10188575" y="303213"/>
            <a:ext cx="20378738" cy="15286037"/>
          </a:xfrm>
          <a:ln/>
        </p:spPr>
      </p:sp>
      <p:sp>
        <p:nvSpPr>
          <p:cNvPr id="552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53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fld id="{F798B93C-365E-43A2-A9F4-5EC254420F58}" type="slidenum">
              <a:rPr lang="en-US" altLang="en-US" sz="1200" smtClean="0"/>
              <a:pPr/>
              <a:t>13</a:t>
            </a:fld>
            <a:endParaRPr lang="en-US" altLang="en-US" sz="1200"/>
          </a:p>
        </p:txBody>
      </p:sp>
    </p:spTree>
    <p:extLst>
      <p:ext uri="{BB962C8B-B14F-4D97-AF65-F5344CB8AC3E}">
        <p14:creationId xmlns:p14="http://schemas.microsoft.com/office/powerpoint/2010/main" val="24940990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fld id="{30E8C80D-1FE2-4DD8-AA09-D46262DA0A49}" type="slidenum">
              <a:rPr lang="en-US" altLang="en-US" sz="1200" smtClean="0"/>
              <a:pPr/>
              <a:t>17</a:t>
            </a:fld>
            <a:endParaRPr lang="en-US" altLang="en-US" sz="1200"/>
          </a:p>
        </p:txBody>
      </p:sp>
      <p:sp>
        <p:nvSpPr>
          <p:cNvPr id="57347" name="Rectangle 2"/>
          <p:cNvSpPr>
            <a:spLocks noGrp="1" noRot="1" noChangeAspect="1" noChangeArrowheads="1" noTextEdit="1"/>
          </p:cNvSpPr>
          <p:nvPr>
            <p:ph type="sldImg"/>
          </p:nvPr>
        </p:nvSpPr>
        <p:spPr>
          <a:xfrm>
            <a:off x="-10188575" y="303213"/>
            <a:ext cx="20378738" cy="15286037"/>
          </a:xfrm>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ar-SA" altLang="en-US"/>
          </a:p>
        </p:txBody>
      </p:sp>
    </p:spTree>
    <p:extLst>
      <p:ext uri="{BB962C8B-B14F-4D97-AF65-F5344CB8AC3E}">
        <p14:creationId xmlns:p14="http://schemas.microsoft.com/office/powerpoint/2010/main" val="41960677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fld id="{1CF60F8B-C554-47B5-9644-21A51AA4A620}" type="slidenum">
              <a:rPr lang="en-US" altLang="en-US" sz="1200" smtClean="0"/>
              <a:pPr/>
              <a:t>22</a:t>
            </a:fld>
            <a:endParaRPr lang="en-US" altLang="en-US" sz="1200"/>
          </a:p>
        </p:txBody>
      </p:sp>
      <p:sp>
        <p:nvSpPr>
          <p:cNvPr id="37891" name="Rectangle 2"/>
          <p:cNvSpPr>
            <a:spLocks noGrp="1" noRot="1" noChangeAspect="1" noChangeArrowheads="1" noTextEdit="1"/>
          </p:cNvSpPr>
          <p:nvPr>
            <p:ph type="sldImg"/>
          </p:nvPr>
        </p:nvSpPr>
        <p:spPr>
          <a:xfrm>
            <a:off x="-10188575" y="303213"/>
            <a:ext cx="20378738" cy="15286037"/>
          </a:xfrm>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ar-SA" altLang="en-US"/>
          </a:p>
        </p:txBody>
      </p:sp>
    </p:spTree>
    <p:extLst>
      <p:ext uri="{BB962C8B-B14F-4D97-AF65-F5344CB8AC3E}">
        <p14:creationId xmlns:p14="http://schemas.microsoft.com/office/powerpoint/2010/main" val="1870257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fld id="{F8402797-3F6E-4293-8F96-4DACC89C2C01}" type="slidenum">
              <a:rPr lang="en-US" altLang="en-US" sz="1200" smtClean="0"/>
              <a:pPr/>
              <a:t>27</a:t>
            </a:fld>
            <a:endParaRPr lang="en-US" altLang="en-US" sz="1200"/>
          </a:p>
        </p:txBody>
      </p:sp>
      <p:sp>
        <p:nvSpPr>
          <p:cNvPr id="47107" name="Rectangle 2"/>
          <p:cNvSpPr>
            <a:spLocks noGrp="1" noRot="1" noChangeAspect="1" noChangeArrowheads="1" noTextEdit="1"/>
          </p:cNvSpPr>
          <p:nvPr>
            <p:ph type="sldImg"/>
          </p:nvPr>
        </p:nvSpPr>
        <p:spPr>
          <a:xfrm>
            <a:off x="-10188575" y="303213"/>
            <a:ext cx="20378738" cy="15286037"/>
          </a:xfrm>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ar-SA" altLang="en-US"/>
          </a:p>
        </p:txBody>
      </p:sp>
    </p:spTree>
    <p:extLst>
      <p:ext uri="{BB962C8B-B14F-4D97-AF65-F5344CB8AC3E}">
        <p14:creationId xmlns:p14="http://schemas.microsoft.com/office/powerpoint/2010/main" val="35674629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fld id="{FA4259E8-70E3-4599-A8F4-C9BC509D9D09}" type="slidenum">
              <a:rPr lang="en-US" altLang="en-US" sz="1200" smtClean="0"/>
              <a:pPr/>
              <a:t>34</a:t>
            </a:fld>
            <a:endParaRPr lang="en-US" altLang="en-US" sz="1200"/>
          </a:p>
        </p:txBody>
      </p:sp>
      <p:sp>
        <p:nvSpPr>
          <p:cNvPr id="48131" name="Rectangle 2"/>
          <p:cNvSpPr>
            <a:spLocks noGrp="1" noRot="1" noChangeAspect="1" noChangeArrowheads="1" noTextEdit="1"/>
          </p:cNvSpPr>
          <p:nvPr>
            <p:ph type="sldImg"/>
          </p:nvPr>
        </p:nvSpPr>
        <p:spPr>
          <a:xfrm>
            <a:off x="-10188575" y="303213"/>
            <a:ext cx="20378738" cy="15286037"/>
          </a:xfrm>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ar-SA" altLang="en-US"/>
          </a:p>
        </p:txBody>
      </p:sp>
    </p:spTree>
    <p:extLst>
      <p:ext uri="{BB962C8B-B14F-4D97-AF65-F5344CB8AC3E}">
        <p14:creationId xmlns:p14="http://schemas.microsoft.com/office/powerpoint/2010/main" val="9815877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188575" y="303213"/>
            <a:ext cx="20378738" cy="15286037"/>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585518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188575" y="303213"/>
            <a:ext cx="20378738" cy="15286037"/>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542928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188575" y="303213"/>
            <a:ext cx="20378738" cy="1528603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MY" dirty="0"/>
              <a:t>1,3,4,6,7,9</a:t>
            </a:r>
            <a:endParaRPr lang="en-US" dirty="0"/>
          </a:p>
          <a:p>
            <a:endParaRPr lang="en-US" dirty="0"/>
          </a:p>
        </p:txBody>
      </p:sp>
      <p:sp>
        <p:nvSpPr>
          <p:cNvPr id="4" name="Slide Number Placeholder 3"/>
          <p:cNvSpPr>
            <a:spLocks noGrp="1"/>
          </p:cNvSpPr>
          <p:nvPr>
            <p:ph type="sldNum" sz="quarter" idx="10"/>
          </p:nvPr>
        </p:nvSpPr>
        <p:spPr/>
        <p:txBody>
          <a:bodyPr/>
          <a:lstStyle/>
          <a:p>
            <a:fld id="{4A3A591D-BEFC-48D8-AA66-52B85F964850}" type="slidenum">
              <a:rPr lang="en-US" smtClean="0"/>
              <a:t>49</a:t>
            </a:fld>
            <a:endParaRPr lang="en-US"/>
          </a:p>
        </p:txBody>
      </p:sp>
    </p:spTree>
    <p:extLst>
      <p:ext uri="{BB962C8B-B14F-4D97-AF65-F5344CB8AC3E}">
        <p14:creationId xmlns:p14="http://schemas.microsoft.com/office/powerpoint/2010/main" val="10984550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188575" y="303213"/>
            <a:ext cx="20378738" cy="15286037"/>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721393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fld id="{0B90D517-F0D2-44B0-AAAE-9BA642FB0CF8}" type="slidenum">
              <a:rPr lang="en-US" altLang="en-US" sz="1200" smtClean="0"/>
              <a:pPr/>
              <a:t>57</a:t>
            </a:fld>
            <a:endParaRPr lang="en-US" altLang="en-US" sz="1200"/>
          </a:p>
        </p:txBody>
      </p:sp>
      <p:sp>
        <p:nvSpPr>
          <p:cNvPr id="44035" name="Rectangle 2"/>
          <p:cNvSpPr>
            <a:spLocks noGrp="1" noRot="1" noChangeAspect="1" noChangeArrowheads="1" noTextEdit="1"/>
          </p:cNvSpPr>
          <p:nvPr>
            <p:ph type="sldImg"/>
          </p:nvPr>
        </p:nvSpPr>
        <p:spPr>
          <a:xfrm>
            <a:off x="-10188575" y="303213"/>
            <a:ext cx="20378738" cy="15286037"/>
          </a:xfrm>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ar-SA" altLang="en-US" dirty="0"/>
          </a:p>
        </p:txBody>
      </p:sp>
    </p:spTree>
    <p:extLst>
      <p:ext uri="{BB962C8B-B14F-4D97-AF65-F5344CB8AC3E}">
        <p14:creationId xmlns:p14="http://schemas.microsoft.com/office/powerpoint/2010/main" val="1926852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fld id="{4FB14CEF-3C38-481F-B4FB-D1FB2501942A}" type="slidenum">
              <a:rPr lang="en-US" altLang="en-US" sz="1200" smtClean="0"/>
              <a:pPr/>
              <a:t>63</a:t>
            </a:fld>
            <a:endParaRPr lang="en-US" altLang="en-US" sz="1200"/>
          </a:p>
        </p:txBody>
      </p:sp>
      <p:sp>
        <p:nvSpPr>
          <p:cNvPr id="45059" name="Rectangle 2"/>
          <p:cNvSpPr>
            <a:spLocks noGrp="1" noRot="1" noChangeAspect="1" noChangeArrowheads="1" noTextEdit="1"/>
          </p:cNvSpPr>
          <p:nvPr>
            <p:ph type="sldImg"/>
          </p:nvPr>
        </p:nvSpPr>
        <p:spPr>
          <a:xfrm>
            <a:off x="-10188575" y="303213"/>
            <a:ext cx="20378738" cy="15286037"/>
          </a:xfrm>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ar-SA" altLang="en-US"/>
          </a:p>
        </p:txBody>
      </p:sp>
    </p:spTree>
    <p:extLst>
      <p:ext uri="{BB962C8B-B14F-4D97-AF65-F5344CB8AC3E}">
        <p14:creationId xmlns:p14="http://schemas.microsoft.com/office/powerpoint/2010/main" val="31980399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fld id="{1F77148C-5464-4C12-9FA0-4BA2A6F3DD79}" type="slidenum">
              <a:rPr lang="en-US" altLang="en-US" sz="1200" smtClean="0"/>
              <a:pPr/>
              <a:t>64</a:t>
            </a:fld>
            <a:endParaRPr lang="en-US" altLang="en-US" sz="1200"/>
          </a:p>
        </p:txBody>
      </p:sp>
      <p:sp>
        <p:nvSpPr>
          <p:cNvPr id="50179" name="Rectangle 2"/>
          <p:cNvSpPr>
            <a:spLocks noGrp="1" noRot="1" noChangeAspect="1" noChangeArrowheads="1" noTextEdit="1"/>
          </p:cNvSpPr>
          <p:nvPr>
            <p:ph type="sldImg"/>
          </p:nvPr>
        </p:nvSpPr>
        <p:spPr>
          <a:xfrm>
            <a:off x="-10188575" y="303213"/>
            <a:ext cx="20378738" cy="15286037"/>
          </a:xfrm>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ar-SA" altLang="en-US"/>
          </a:p>
        </p:txBody>
      </p:sp>
    </p:spTree>
    <p:extLst>
      <p:ext uri="{BB962C8B-B14F-4D97-AF65-F5344CB8AC3E}">
        <p14:creationId xmlns:p14="http://schemas.microsoft.com/office/powerpoint/2010/main" val="26744356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fld id="{067EC9DC-5E21-4735-9D8B-8808C946D4E9}" type="slidenum">
              <a:rPr lang="en-US" altLang="en-US" sz="1200" smtClean="0"/>
              <a:pPr/>
              <a:t>65</a:t>
            </a:fld>
            <a:endParaRPr lang="en-US" altLang="en-US" sz="1200"/>
          </a:p>
        </p:txBody>
      </p:sp>
      <p:sp>
        <p:nvSpPr>
          <p:cNvPr id="51203" name="Rectangle 2"/>
          <p:cNvSpPr>
            <a:spLocks noGrp="1" noRot="1" noChangeAspect="1" noChangeArrowheads="1" noTextEdit="1"/>
          </p:cNvSpPr>
          <p:nvPr>
            <p:ph type="sldImg"/>
          </p:nvPr>
        </p:nvSpPr>
        <p:spPr>
          <a:xfrm>
            <a:off x="-10188575" y="303213"/>
            <a:ext cx="20378738" cy="15286037"/>
          </a:xfrm>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ar-SA" altLang="en-US"/>
          </a:p>
        </p:txBody>
      </p:sp>
    </p:spTree>
    <p:extLst>
      <p:ext uri="{BB962C8B-B14F-4D97-AF65-F5344CB8AC3E}">
        <p14:creationId xmlns:p14="http://schemas.microsoft.com/office/powerpoint/2010/main" val="21323194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p:nvPr/>
        </p:nvSpPr>
        <p:spPr>
          <a:xfrm>
            <a:off x="7010400" y="152400"/>
            <a:ext cx="1981200" cy="65563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152400" y="153988"/>
            <a:ext cx="6705600" cy="655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Subtitle 2"/>
          <p:cNvSpPr>
            <a:spLocks noGrp="1"/>
          </p:cNvSpPr>
          <p:nvPr>
            <p:ph type="subTitle" idx="1"/>
          </p:nvPr>
        </p:nvSpPr>
        <p:spPr>
          <a:xfrm>
            <a:off x="7010400" y="2052960"/>
            <a:ext cx="1981200" cy="1828800"/>
          </a:xfrm>
        </p:spPr>
        <p:txBody>
          <a:bodyPr anchor="ctr"/>
          <a:lstStyle>
            <a:lvl1pPr marL="0" indent="0" algn="l">
              <a:buNone/>
              <a:defRPr sz="19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3" name="Title 12"/>
          <p:cNvSpPr>
            <a:spLocks noGrp="1"/>
          </p:cNvSpPr>
          <p:nvPr>
            <p:ph type="title"/>
          </p:nvPr>
        </p:nvSpPr>
        <p:spPr>
          <a:xfrm>
            <a:off x="457200" y="2052960"/>
            <a:ext cx="6324600" cy="1828800"/>
          </a:xfrm>
        </p:spPr>
        <p:txBody>
          <a:bodyPr/>
          <a:lstStyle>
            <a:lvl1pPr algn="r">
              <a:defRPr sz="4200" spc="150" baseline="0"/>
            </a:lvl1pPr>
          </a:lstStyle>
          <a:p>
            <a:r>
              <a:rPr lang="en-US"/>
              <a:t>Click to edit Master title style</a:t>
            </a:r>
            <a:endParaRPr lang="en-US" dirty="0"/>
          </a:p>
        </p:txBody>
      </p:sp>
      <p:sp>
        <p:nvSpPr>
          <p:cNvPr id="6" name="Date Placeholder 9"/>
          <p:cNvSpPr>
            <a:spLocks noGrp="1"/>
          </p:cNvSpPr>
          <p:nvPr>
            <p:ph type="dt" sz="half" idx="10"/>
          </p:nvPr>
        </p:nvSpPr>
        <p:spPr/>
        <p:txBody>
          <a:bodyPr/>
          <a:lstStyle>
            <a:lvl1pPr>
              <a:defRPr>
                <a:solidFill>
                  <a:schemeClr val="bg2"/>
                </a:solidFill>
              </a:defRPr>
            </a:lvl1pPr>
          </a:lstStyle>
          <a:p>
            <a:pPr>
              <a:defRPr/>
            </a:pPr>
            <a:endParaRPr lang="en-US"/>
          </a:p>
        </p:txBody>
      </p:sp>
      <p:sp>
        <p:nvSpPr>
          <p:cNvPr id="7" name="Slide Number Placeholder 10"/>
          <p:cNvSpPr>
            <a:spLocks noGrp="1"/>
          </p:cNvSpPr>
          <p:nvPr>
            <p:ph type="sldNum" sz="quarter" idx="11"/>
          </p:nvPr>
        </p:nvSpPr>
        <p:spPr/>
        <p:txBody>
          <a:bodyPr/>
          <a:lstStyle>
            <a:lvl1pPr>
              <a:defRPr smtClean="0">
                <a:solidFill>
                  <a:srgbClr val="FFFFFF"/>
                </a:solidFill>
              </a:defRPr>
            </a:lvl1pPr>
          </a:lstStyle>
          <a:p>
            <a:pPr>
              <a:defRPr/>
            </a:pPr>
            <a:fld id="{CB2F1A57-2E95-48B5-AFAB-D5329776C88B}" type="slidenum">
              <a:rPr lang="en-US"/>
              <a:pPr>
                <a:defRPr/>
              </a:pPr>
              <a:t>‹#›</a:t>
            </a:fld>
            <a:endParaRPr lang="en-US"/>
          </a:p>
        </p:txBody>
      </p:sp>
      <p:sp>
        <p:nvSpPr>
          <p:cNvPr id="8" name="Footer Placeholder 11"/>
          <p:cNvSpPr>
            <a:spLocks noGrp="1"/>
          </p:cNvSpPr>
          <p:nvPr>
            <p:ph type="ftr" sz="quarter" idx="12"/>
          </p:nvPr>
        </p:nvSpPr>
        <p:spPr/>
        <p:txBody>
          <a:bodyPr/>
          <a:lstStyle>
            <a:lvl1pPr>
              <a:defRPr>
                <a:solidFill>
                  <a:schemeClr val="bg2"/>
                </a:solidFill>
              </a:defRPr>
            </a:lvl1pPr>
          </a:lstStyle>
          <a:p>
            <a:pPr>
              <a:defRPr/>
            </a:pP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p:nvPr>
        </p:nvSpPr>
        <p:spPr/>
        <p:txBody>
          <a:bodyPr/>
          <a:lstStyle/>
          <a:p>
            <a:r>
              <a:rPr lang="en-US"/>
              <a:t>Click to edit Master title style</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a:ln/>
        </p:spPr>
        <p:txBody>
          <a:bodyPr/>
          <a:lstStyle>
            <a:lvl1pPr>
              <a:defRPr/>
            </a:lvl1pPr>
          </a:lstStyle>
          <a:p>
            <a:pPr>
              <a:defRPr/>
            </a:pPr>
            <a:fld id="{92FE9638-4CB2-4CAD-A346-105D64DBE7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p:cNvSpPr/>
          <p:nvPr/>
        </p:nvSpPr>
        <p:spPr>
          <a:xfrm>
            <a:off x="7010400" y="152400"/>
            <a:ext cx="1981200" cy="65563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152400" y="153988"/>
            <a:ext cx="6705600" cy="6553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Text Placeholder 2"/>
          <p:cNvSpPr>
            <a:spLocks noGrp="1"/>
          </p:cNvSpPr>
          <p:nvPr>
            <p:ph type="body" idx="1"/>
          </p:nvPr>
        </p:nvSpPr>
        <p:spPr>
          <a:xfrm>
            <a:off x="7162799" y="2892277"/>
            <a:ext cx="1600201" cy="1645920"/>
          </a:xfrm>
        </p:spPr>
        <p:txBody>
          <a:bodyPr anchor="ctr"/>
          <a:lstStyle>
            <a:lvl1pPr marL="0" indent="0">
              <a:buNone/>
              <a:defRPr sz="20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2" name="Title 11"/>
          <p:cNvSpPr>
            <a:spLocks noGrp="1"/>
          </p:cNvSpPr>
          <p:nvPr>
            <p:ph type="title"/>
          </p:nvPr>
        </p:nvSpPr>
        <p:spPr>
          <a:xfrm>
            <a:off x="381000" y="2892277"/>
            <a:ext cx="6324600" cy="1645920"/>
          </a:xfrm>
        </p:spPr>
        <p:txBody>
          <a:bodyPr/>
          <a:lstStyle>
            <a:lvl1pPr algn="r">
              <a:defRPr sz="4200" spc="150" baseline="0"/>
            </a:lvl1pPr>
          </a:lstStyle>
          <a:p>
            <a:r>
              <a:rPr lang="en-US"/>
              <a:t>Click to edit Master title style</a:t>
            </a:r>
            <a:endParaRPr lang="en-US" dirty="0"/>
          </a:p>
        </p:txBody>
      </p:sp>
      <p:sp>
        <p:nvSpPr>
          <p:cNvPr id="6" name="Date Placeholder 8"/>
          <p:cNvSpPr>
            <a:spLocks noGrp="1"/>
          </p:cNvSpPr>
          <p:nvPr>
            <p:ph type="dt" sz="half" idx="10"/>
          </p:nvPr>
        </p:nvSpPr>
        <p:spPr/>
        <p:txBody>
          <a:bodyPr/>
          <a:lstStyle>
            <a:lvl1pPr>
              <a:defRPr>
                <a:solidFill>
                  <a:srgbClr val="FFFFFF"/>
                </a:solidFill>
              </a:defRPr>
            </a:lvl1pPr>
          </a:lstStyle>
          <a:p>
            <a:pPr>
              <a:defRPr/>
            </a:pPr>
            <a:endParaRPr lang="en-US"/>
          </a:p>
        </p:txBody>
      </p:sp>
      <p:sp>
        <p:nvSpPr>
          <p:cNvPr id="7" name="Slide Number Placeholder 9"/>
          <p:cNvSpPr>
            <a:spLocks noGrp="1"/>
          </p:cNvSpPr>
          <p:nvPr>
            <p:ph type="sldNum" sz="quarter" idx="11"/>
          </p:nvPr>
        </p:nvSpPr>
        <p:spPr/>
        <p:txBody>
          <a:bodyPr/>
          <a:lstStyle>
            <a:lvl1pPr>
              <a:defRPr smtClean="0">
                <a:solidFill>
                  <a:schemeClr val="bg2"/>
                </a:solidFill>
              </a:defRPr>
            </a:lvl1pPr>
          </a:lstStyle>
          <a:p>
            <a:pPr>
              <a:defRPr/>
            </a:pPr>
            <a:fld id="{1EEDC06B-F6B4-4CC2-83F7-023F184C174D}" type="slidenum">
              <a:rPr lang="en-US"/>
              <a:pPr>
                <a:defRPr/>
              </a:pPr>
              <a:t>‹#›</a:t>
            </a:fld>
            <a:endParaRPr lang="en-US"/>
          </a:p>
        </p:txBody>
      </p:sp>
      <p:sp>
        <p:nvSpPr>
          <p:cNvPr id="8" name="Footer Placeholder 10"/>
          <p:cNvSpPr>
            <a:spLocks noGrp="1"/>
          </p:cNvSpPr>
          <p:nvPr>
            <p:ph type="ftr" sz="quarter" idx="12"/>
          </p:nvPr>
        </p:nvSpPr>
        <p:spPr/>
        <p:txBody>
          <a:bodyPr/>
          <a:lstStyle>
            <a:lvl1pPr>
              <a:defRPr>
                <a:solidFill>
                  <a:srgbClr val="FFFFFF"/>
                </a:solidFill>
              </a:defRPr>
            </a:lvl1pPr>
          </a:lstStyle>
          <a:p>
            <a:pPr>
              <a:defRPr/>
            </a:pP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p:cNvSpPr>
            <a:spLocks noGrp="1"/>
          </p:cNvSpPr>
          <p:nvPr>
            <p:ph type="title"/>
          </p:nvPr>
        </p:nvSpPr>
        <p:spPr/>
        <p:txBody>
          <a:bodyPr/>
          <a:lstStyle/>
          <a:p>
            <a:r>
              <a:rPr lang="en-US"/>
              <a:t>Click to edit Master title style</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a:ln/>
        </p:spPr>
        <p:txBody>
          <a:bodyPr/>
          <a:lstStyle>
            <a:lvl1pPr>
              <a:defRPr/>
            </a:lvl1pPr>
          </a:lstStyle>
          <a:p>
            <a:pPr>
              <a:defRPr/>
            </a:pPr>
            <a:fld id="{F710F1BB-7C31-44BB-B795-B1D93AE935FE}"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722438"/>
            <a:ext cx="4040188"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399"/>
            <a:ext cx="4040188"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722438"/>
            <a:ext cx="4041775"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438399"/>
            <a:ext cx="4041775"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p:cNvSpPr>
            <a:spLocks noGrp="1"/>
          </p:cNvSpPr>
          <p:nvPr>
            <p:ph type="title"/>
          </p:nvPr>
        </p:nvSpPr>
        <p:spPr/>
        <p:txBody>
          <a:bodyPr/>
          <a:lstStyle/>
          <a:p>
            <a:r>
              <a:rPr lang="en-US"/>
              <a:t>Click to edit Master title style</a:t>
            </a:r>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a:ln/>
        </p:spPr>
        <p:txBody>
          <a:bodyPr/>
          <a:lstStyle>
            <a:lvl1pPr>
              <a:defRPr/>
            </a:lvl1pPr>
          </a:lstStyle>
          <a:p>
            <a:pPr>
              <a:defRPr/>
            </a:pPr>
            <a:fld id="{C97C31F4-66D5-4C01-9867-2C3730D22F9A}"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a:ln/>
        </p:spPr>
        <p:txBody>
          <a:bodyPr/>
          <a:lstStyle>
            <a:lvl1pPr>
              <a:defRPr/>
            </a:lvl1pPr>
          </a:lstStyle>
          <a:p>
            <a:pPr>
              <a:defRPr/>
            </a:pPr>
            <a:fld id="{6BC81041-331E-4677-85F7-818585CBEA62}"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p:cNvSpPr/>
          <p:nvPr/>
        </p:nvSpPr>
        <p:spPr>
          <a:xfrm>
            <a:off x="152400" y="150813"/>
            <a:ext cx="8831263" cy="65563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Date Placeholder 1"/>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3"/>
          <p:cNvSpPr>
            <a:spLocks noGrp="1"/>
          </p:cNvSpPr>
          <p:nvPr>
            <p:ph type="sldNum" sz="quarter" idx="12"/>
          </p:nvPr>
        </p:nvSpPr>
        <p:spPr/>
        <p:txBody>
          <a:bodyPr/>
          <a:lstStyle>
            <a:lvl1pPr>
              <a:defRPr/>
            </a:lvl1pPr>
          </a:lstStyle>
          <a:p>
            <a:pPr>
              <a:defRPr/>
            </a:pPr>
            <a:fld id="{DCD4339F-7764-41B4-9DB6-29F2E24DA7EF}"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7010400" y="150813"/>
            <a:ext cx="1981200" cy="65563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7" name="Rectangle 6"/>
          <p:cNvSpPr/>
          <p:nvPr/>
        </p:nvSpPr>
        <p:spPr>
          <a:xfrm>
            <a:off x="152400" y="152400"/>
            <a:ext cx="6705600" cy="6553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Content Placeholder 2"/>
          <p:cNvSpPr>
            <a:spLocks noGrp="1"/>
          </p:cNvSpPr>
          <p:nvPr>
            <p:ph idx="1"/>
          </p:nvPr>
        </p:nvSpPr>
        <p:spPr>
          <a:xfrm>
            <a:off x="609600" y="304800"/>
            <a:ext cx="58674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159752" y="2130552"/>
            <a:ext cx="1673352" cy="2816352"/>
          </a:xfrm>
        </p:spPr>
        <p:txBody>
          <a:bodyPr tIns="0"/>
          <a:lstStyle>
            <a:lvl1pPr marL="0" indent="0">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itle 10"/>
          <p:cNvSpPr>
            <a:spLocks noGrp="1"/>
          </p:cNvSpPr>
          <p:nvPr>
            <p:ph type="title"/>
          </p:nvPr>
        </p:nvSpPr>
        <p:spPr>
          <a:xfrm>
            <a:off x="7159752" y="457200"/>
            <a:ext cx="1675660" cy="1673352"/>
          </a:xfrm>
        </p:spPr>
        <p:txBody>
          <a:bodyPr anchor="b"/>
          <a:lstStyle>
            <a:lvl1pPr algn="l">
              <a:defRPr sz="2000" spc="150" baseline="0"/>
            </a:lvl1pPr>
          </a:lstStyle>
          <a:p>
            <a:r>
              <a:rPr lang="en-US"/>
              <a:t>Click to edit Master title style</a:t>
            </a:r>
            <a:endParaRPr lang="en-US" dirty="0"/>
          </a:p>
        </p:txBody>
      </p:sp>
      <p:sp>
        <p:nvSpPr>
          <p:cNvPr id="8" name="Date Placeholder 4"/>
          <p:cNvSpPr>
            <a:spLocks noGrp="1"/>
          </p:cNvSpPr>
          <p:nvPr>
            <p:ph type="dt" sz="half" idx="10"/>
          </p:nvPr>
        </p:nvSpPr>
        <p:spPr/>
        <p:txBody>
          <a:bodyPr/>
          <a:lstStyle>
            <a:lvl1pPr>
              <a:defRPr/>
            </a:lvl1pPr>
          </a:lstStyle>
          <a:p>
            <a:pPr>
              <a:defRPr/>
            </a:pPr>
            <a:endParaRPr lang="en-US"/>
          </a:p>
        </p:txBody>
      </p:sp>
      <p:sp>
        <p:nvSpPr>
          <p:cNvPr id="9" name="Footer Placeholder 5"/>
          <p:cNvSpPr>
            <a:spLocks noGrp="1"/>
          </p:cNvSpPr>
          <p:nvPr>
            <p:ph type="ftr" sz="quarter" idx="11"/>
          </p:nvPr>
        </p:nvSpPr>
        <p:spPr/>
        <p:txBody>
          <a:bodyPr/>
          <a:lstStyle>
            <a:lvl1pPr>
              <a:defRPr/>
            </a:lvl1pPr>
          </a:lstStyle>
          <a:p>
            <a:pPr>
              <a:defRPr/>
            </a:pPr>
            <a:endParaRPr lang="en-US"/>
          </a:p>
        </p:txBody>
      </p:sp>
      <p:sp>
        <p:nvSpPr>
          <p:cNvPr id="10" name="Slide Number Placeholder 6"/>
          <p:cNvSpPr>
            <a:spLocks noGrp="1"/>
          </p:cNvSpPr>
          <p:nvPr>
            <p:ph type="sldNum" sz="quarter" idx="12"/>
          </p:nvPr>
        </p:nvSpPr>
        <p:spPr/>
        <p:txBody>
          <a:bodyPr/>
          <a:lstStyle>
            <a:lvl1pPr>
              <a:defRPr smtClean="0">
                <a:solidFill>
                  <a:srgbClr val="FFFFFF"/>
                </a:solidFill>
              </a:defRPr>
            </a:lvl1pPr>
          </a:lstStyle>
          <a:p>
            <a:pPr>
              <a:defRPr/>
            </a:pPr>
            <a:fld id="{05616C45-7308-4DB3-9E89-356105AD8C15}"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6" name="Rectangle 5"/>
          <p:cNvSpPr/>
          <p:nvPr/>
        </p:nvSpPr>
        <p:spPr>
          <a:xfrm>
            <a:off x="7010400" y="150813"/>
            <a:ext cx="1981200" cy="65563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Picture Placeholder 2"/>
          <p:cNvSpPr>
            <a:spLocks noGrp="1"/>
          </p:cNvSpPr>
          <p:nvPr>
            <p:ph type="pic" idx="1"/>
          </p:nvPr>
        </p:nvSpPr>
        <p:spPr>
          <a:xfrm>
            <a:off x="152400" y="152400"/>
            <a:ext cx="6705600" cy="6553200"/>
          </a:xfrm>
        </p:spPr>
        <p:txBody>
          <a:bodyPr anchor="ct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7162800" y="2133600"/>
            <a:ext cx="1676400" cy="2971800"/>
          </a:xfrm>
        </p:spPr>
        <p:txBody>
          <a:bodyPr tIns="0"/>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itle 9"/>
          <p:cNvSpPr>
            <a:spLocks noGrp="1"/>
          </p:cNvSpPr>
          <p:nvPr>
            <p:ph type="title"/>
          </p:nvPr>
        </p:nvSpPr>
        <p:spPr>
          <a:xfrm>
            <a:off x="7162800" y="460248"/>
            <a:ext cx="1676400" cy="1673352"/>
          </a:xfrm>
        </p:spPr>
        <p:txBody>
          <a:bodyPr anchor="b"/>
          <a:lstStyle>
            <a:lvl1pPr algn="l">
              <a:defRPr sz="2000" spc="150" baseline="0">
                <a:solidFill>
                  <a:schemeClr val="tx2"/>
                </a:solidFill>
              </a:defRPr>
            </a:lvl1pPr>
          </a:lstStyle>
          <a:p>
            <a:r>
              <a:rPr lang="en-US"/>
              <a:t>Click to edit Master title style</a:t>
            </a:r>
            <a:endParaRPr lang="en-US" dirty="0"/>
          </a:p>
        </p:txBody>
      </p:sp>
      <p:sp>
        <p:nvSpPr>
          <p:cNvPr id="7" name="Date Placeholder 4"/>
          <p:cNvSpPr>
            <a:spLocks noGrp="1"/>
          </p:cNvSpPr>
          <p:nvPr>
            <p:ph type="dt" sz="half" idx="10"/>
          </p:nvPr>
        </p:nvSpPr>
        <p:spPr/>
        <p:txBody>
          <a:bodyPr/>
          <a:lstStyle>
            <a:lvl1pPr>
              <a:defRPr/>
            </a:lvl1pPr>
          </a:lstStyle>
          <a:p>
            <a:pPr>
              <a:defRPr/>
            </a:pPr>
            <a:endParaRPr lang="en-US"/>
          </a:p>
        </p:txBody>
      </p:sp>
      <p:sp>
        <p:nvSpPr>
          <p:cNvPr id="8" name="Footer Placeholder 5"/>
          <p:cNvSpPr>
            <a:spLocks noGrp="1"/>
          </p:cNvSpPr>
          <p:nvPr>
            <p:ph type="ftr" sz="quarter" idx="11"/>
          </p:nvPr>
        </p:nvSpPr>
        <p:spPr/>
        <p:txBody>
          <a:bodyPr/>
          <a:lstStyle>
            <a:lvl1pPr>
              <a:defRPr/>
            </a:lvl1pPr>
          </a:lstStyle>
          <a:p>
            <a:pPr>
              <a:defRPr/>
            </a:pPr>
            <a:endParaRPr lang="en-US"/>
          </a:p>
        </p:txBody>
      </p:sp>
      <p:sp>
        <p:nvSpPr>
          <p:cNvPr id="9" name="Slide Number Placeholder 6"/>
          <p:cNvSpPr>
            <a:spLocks noGrp="1"/>
          </p:cNvSpPr>
          <p:nvPr>
            <p:ph type="sldNum" sz="quarter" idx="12"/>
          </p:nvPr>
        </p:nvSpPr>
        <p:spPr/>
        <p:txBody>
          <a:bodyPr/>
          <a:lstStyle>
            <a:lvl1pPr>
              <a:defRPr/>
            </a:lvl1pPr>
          </a:lstStyle>
          <a:p>
            <a:pPr>
              <a:defRPr/>
            </a:pPr>
            <a:fld id="{052245CE-76B4-4C10-8543-DB11931CDD03}"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a:ln/>
        </p:spPr>
        <p:txBody>
          <a:bodyPr/>
          <a:lstStyle>
            <a:lvl1pPr>
              <a:defRPr/>
            </a:lvl1pPr>
          </a:lstStyle>
          <a:p>
            <a:pPr>
              <a:defRPr/>
            </a:pPr>
            <a:fld id="{AC53555C-6715-4405-A0DD-6AA686AFD608}"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4" name="Rectangle 3"/>
          <p:cNvSpPr/>
          <p:nvPr/>
        </p:nvSpPr>
        <p:spPr>
          <a:xfrm>
            <a:off x="152400" y="147638"/>
            <a:ext cx="6705600" cy="65563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7010400" y="147638"/>
            <a:ext cx="1955800" cy="65563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Vertical Title 1"/>
          <p:cNvSpPr>
            <a:spLocks noGrp="1"/>
          </p:cNvSpPr>
          <p:nvPr>
            <p:ph type="title" orient="vert"/>
          </p:nvPr>
        </p:nvSpPr>
        <p:spPr>
          <a:xfrm>
            <a:off x="7162800" y="274638"/>
            <a:ext cx="16764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3"/>
          <p:cNvSpPr>
            <a:spLocks noGrp="1"/>
          </p:cNvSpPr>
          <p:nvPr>
            <p:ph type="dt" sz="half" idx="10"/>
          </p:nvPr>
        </p:nvSpPr>
        <p:spPr/>
        <p:txBody>
          <a:bodyPr/>
          <a:lstStyle>
            <a:lvl1pPr>
              <a:defRPr/>
            </a:lvl1pPr>
          </a:lstStyle>
          <a:p>
            <a:pPr>
              <a:defRPr/>
            </a:pPr>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smtClean="0">
                <a:solidFill>
                  <a:schemeClr val="bg2"/>
                </a:solidFill>
              </a:defRPr>
            </a:lvl1pPr>
          </a:lstStyle>
          <a:p>
            <a:pPr>
              <a:defRPr/>
            </a:pPr>
            <a:fld id="{37FA6FE8-85F0-4400-9DBF-C25901915074}"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p:cNvSpPr>
            <a:spLocks noGrp="1" noChangeArrowheads="1"/>
          </p:cNvSpPr>
          <p:nvPr>
            <p:ph type="dt" sz="half" idx="10"/>
          </p:nvPr>
        </p:nvSpPr>
        <p:spPr>
          <a:ln/>
        </p:spPr>
        <p:txBody>
          <a:bodyPr/>
          <a:lstStyle>
            <a:lvl1pPr>
              <a:defRPr/>
            </a:lvl1pPr>
          </a:lstStyle>
          <a:p>
            <a:pPr>
              <a:defRPr/>
            </a:pPr>
            <a:fld id="{5195D1B7-3325-4DD4-AF9B-3894EFC911C2}" type="datetime1">
              <a:rPr lang="en-US" altLang="en-US" smtClean="0"/>
              <a:t>3/20/25</a:t>
            </a:fld>
            <a:endParaRPr lang="en-GB" alt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GB" altLang="en-US"/>
          </a:p>
        </p:txBody>
      </p:sp>
      <p:sp>
        <p:nvSpPr>
          <p:cNvPr id="5" name="Rectangle 6"/>
          <p:cNvSpPr>
            <a:spLocks noGrp="1" noChangeArrowheads="1"/>
          </p:cNvSpPr>
          <p:nvPr>
            <p:ph type="sldNum" sz="quarter" idx="12"/>
          </p:nvPr>
        </p:nvSpPr>
        <p:spPr>
          <a:ln/>
        </p:spPr>
        <p:txBody>
          <a:bodyPr/>
          <a:lstStyle>
            <a:lvl1pPr>
              <a:defRPr/>
            </a:lvl1pPr>
          </a:lstStyle>
          <a:p>
            <a:pPr>
              <a:defRPr/>
            </a:pPr>
            <a:fld id="{4D2DC3F7-65CF-43E5-812B-9755C25146FA}" type="slidenum">
              <a:rPr lang="en-GB" altLang="en-US"/>
              <a:pPr>
                <a:defRPr/>
              </a:pPr>
              <a:t>‹#›</a:t>
            </a:fld>
            <a:endParaRPr lang="en-GB" altLang="en-US"/>
          </a:p>
        </p:txBody>
      </p:sp>
    </p:spTree>
    <p:extLst>
      <p:ext uri="{BB962C8B-B14F-4D97-AF65-F5344CB8AC3E}">
        <p14:creationId xmlns:p14="http://schemas.microsoft.com/office/powerpoint/2010/main" val="42944189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81075" y="228600"/>
            <a:ext cx="7239000" cy="838200"/>
          </a:xfrm>
        </p:spPr>
        <p:txBody>
          <a:bodyPr/>
          <a:lstStyle/>
          <a:p>
            <a:r>
              <a:rPr lang="en-US"/>
              <a:t>Click to edit Master title style</a:t>
            </a:r>
          </a:p>
        </p:txBody>
      </p:sp>
      <p:sp>
        <p:nvSpPr>
          <p:cNvPr id="3" name="Content Placeholder 2"/>
          <p:cNvSpPr>
            <a:spLocks noGrp="1"/>
          </p:cNvSpPr>
          <p:nvPr>
            <p:ph sz="half" idx="1"/>
          </p:nvPr>
        </p:nvSpPr>
        <p:spPr>
          <a:xfrm>
            <a:off x="981075" y="1524000"/>
            <a:ext cx="358140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14875" y="1524000"/>
            <a:ext cx="358140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6"/>
          <p:cNvSpPr>
            <a:spLocks noGrp="1" noChangeArrowheads="1"/>
          </p:cNvSpPr>
          <p:nvPr>
            <p:ph type="dt" sz="half" idx="10"/>
          </p:nvPr>
        </p:nvSpPr>
        <p:spPr>
          <a:ln/>
        </p:spPr>
        <p:txBody>
          <a:bodyPr/>
          <a:lstStyle>
            <a:lvl1pPr>
              <a:defRPr/>
            </a:lvl1pPr>
          </a:lstStyle>
          <a:p>
            <a:pPr>
              <a:defRPr/>
            </a:pPr>
            <a:fld id="{459A46F1-28D6-4EB0-92AF-67D6ADB37216}" type="datetime1">
              <a:rPr lang="en-US" smtClean="0"/>
              <a:t>3/20/25</a:t>
            </a:fld>
            <a:endParaRPr lang="en-US"/>
          </a:p>
        </p:txBody>
      </p:sp>
      <p:sp>
        <p:nvSpPr>
          <p:cNvPr id="6" name="Rectangle 17"/>
          <p:cNvSpPr>
            <a:spLocks noGrp="1" noChangeArrowheads="1"/>
          </p:cNvSpPr>
          <p:nvPr>
            <p:ph type="ftr" sz="quarter" idx="11"/>
          </p:nvPr>
        </p:nvSpPr>
        <p:spPr>
          <a:ln/>
        </p:spPr>
        <p:txBody>
          <a:bodyPr/>
          <a:lstStyle>
            <a:lvl1pPr>
              <a:defRPr/>
            </a:lvl1pPr>
          </a:lstStyle>
          <a:p>
            <a:pPr>
              <a:defRPr/>
            </a:pPr>
            <a:endParaRPr lang="en-US"/>
          </a:p>
        </p:txBody>
      </p:sp>
      <p:sp>
        <p:nvSpPr>
          <p:cNvPr id="7" name="Rectangle 18"/>
          <p:cNvSpPr>
            <a:spLocks noGrp="1" noChangeArrowheads="1"/>
          </p:cNvSpPr>
          <p:nvPr>
            <p:ph type="sldNum" sz="quarter" idx="12"/>
          </p:nvPr>
        </p:nvSpPr>
        <p:spPr>
          <a:ln/>
        </p:spPr>
        <p:txBody>
          <a:bodyPr/>
          <a:lstStyle>
            <a:lvl1pPr>
              <a:defRPr/>
            </a:lvl1pPr>
          </a:lstStyle>
          <a:p>
            <a:pPr>
              <a:defRPr/>
            </a:pPr>
            <a:fld id="{A4C5C228-2FBA-4F54-BCBC-38914A2BDB3F}" type="slidenum">
              <a:rPr lang="en-US"/>
              <a:pPr>
                <a:defRPr/>
              </a:pPr>
              <a:t>‹#›</a:t>
            </a:fld>
            <a:endParaRPr lang="en-US"/>
          </a:p>
        </p:txBody>
      </p:sp>
    </p:spTree>
    <p:extLst>
      <p:ext uri="{BB962C8B-B14F-4D97-AF65-F5344CB8AC3E}">
        <p14:creationId xmlns:p14="http://schemas.microsoft.com/office/powerpoint/2010/main" val="26582689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981075" y="228600"/>
            <a:ext cx="7239000" cy="838200"/>
          </a:xfrm>
        </p:spPr>
        <p:txBody>
          <a:bodyPr/>
          <a:lstStyle/>
          <a:p>
            <a:r>
              <a:rPr lang="en-US"/>
              <a:t>Click to edit Master title style</a:t>
            </a:r>
          </a:p>
        </p:txBody>
      </p:sp>
      <p:sp>
        <p:nvSpPr>
          <p:cNvPr id="3" name="Content Placeholder 2"/>
          <p:cNvSpPr>
            <a:spLocks noGrp="1"/>
          </p:cNvSpPr>
          <p:nvPr>
            <p:ph sz="quarter" idx="1"/>
          </p:nvPr>
        </p:nvSpPr>
        <p:spPr>
          <a:xfrm>
            <a:off x="981075" y="1524000"/>
            <a:ext cx="3581400" cy="2095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14875" y="1524000"/>
            <a:ext cx="3581400" cy="2095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981075" y="3771900"/>
            <a:ext cx="7315200" cy="2095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16"/>
          <p:cNvSpPr>
            <a:spLocks noGrp="1" noChangeArrowheads="1"/>
          </p:cNvSpPr>
          <p:nvPr>
            <p:ph type="dt" sz="half" idx="10"/>
          </p:nvPr>
        </p:nvSpPr>
        <p:spPr>
          <a:ln/>
        </p:spPr>
        <p:txBody>
          <a:bodyPr/>
          <a:lstStyle>
            <a:lvl1pPr>
              <a:defRPr/>
            </a:lvl1pPr>
          </a:lstStyle>
          <a:p>
            <a:pPr>
              <a:defRPr/>
            </a:pPr>
            <a:fld id="{EE0DF0F4-2A07-4057-84B0-49F65FA58B88}" type="datetime1">
              <a:rPr lang="en-US" smtClean="0"/>
              <a:t>3/20/25</a:t>
            </a:fld>
            <a:endParaRPr lang="en-US"/>
          </a:p>
        </p:txBody>
      </p:sp>
      <p:sp>
        <p:nvSpPr>
          <p:cNvPr id="7" name="Rectangle 17"/>
          <p:cNvSpPr>
            <a:spLocks noGrp="1" noChangeArrowheads="1"/>
          </p:cNvSpPr>
          <p:nvPr>
            <p:ph type="ftr" sz="quarter" idx="11"/>
          </p:nvPr>
        </p:nvSpPr>
        <p:spPr>
          <a:ln/>
        </p:spPr>
        <p:txBody>
          <a:bodyPr/>
          <a:lstStyle>
            <a:lvl1pPr>
              <a:defRPr/>
            </a:lvl1pPr>
          </a:lstStyle>
          <a:p>
            <a:pPr>
              <a:defRPr/>
            </a:pPr>
            <a:endParaRPr lang="en-US"/>
          </a:p>
        </p:txBody>
      </p:sp>
      <p:sp>
        <p:nvSpPr>
          <p:cNvPr id="8" name="Rectangle 18"/>
          <p:cNvSpPr>
            <a:spLocks noGrp="1" noChangeArrowheads="1"/>
          </p:cNvSpPr>
          <p:nvPr>
            <p:ph type="sldNum" sz="quarter" idx="12"/>
          </p:nvPr>
        </p:nvSpPr>
        <p:spPr>
          <a:ln/>
        </p:spPr>
        <p:txBody>
          <a:bodyPr/>
          <a:lstStyle>
            <a:lvl1pPr>
              <a:defRPr/>
            </a:lvl1pPr>
          </a:lstStyle>
          <a:p>
            <a:pPr>
              <a:defRPr/>
            </a:pPr>
            <a:fld id="{715BD0D8-FF60-40E9-9FF9-6899771083AB}" type="slidenum">
              <a:rPr lang="en-US"/>
              <a:pPr>
                <a:defRPr/>
              </a:pPr>
              <a:t>‹#›</a:t>
            </a:fld>
            <a:endParaRPr lang="en-US"/>
          </a:p>
        </p:txBody>
      </p:sp>
    </p:spTree>
    <p:extLst>
      <p:ext uri="{BB962C8B-B14F-4D97-AF65-F5344CB8AC3E}">
        <p14:creationId xmlns:p14="http://schemas.microsoft.com/office/powerpoint/2010/main" val="1466131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152400" y="1635125"/>
            <a:ext cx="8831263" cy="50450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152400" y="152400"/>
            <a:ext cx="8813800" cy="1346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Placeholder 1"/>
          <p:cNvSpPr>
            <a:spLocks noGrp="1"/>
          </p:cNvSpPr>
          <p:nvPr>
            <p:ph type="title"/>
          </p:nvPr>
        </p:nvSpPr>
        <p:spPr>
          <a:xfrm>
            <a:off x="381000" y="355600"/>
            <a:ext cx="8382000" cy="10541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381000" y="1719263"/>
            <a:ext cx="8407400" cy="44069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71475" y="6356350"/>
            <a:ext cx="2133600" cy="274638"/>
          </a:xfrm>
          <a:prstGeom prst="rect">
            <a:avLst/>
          </a:prstGeom>
        </p:spPr>
        <p:txBody>
          <a:bodyPr vert="horz" lIns="91440" tIns="45720" rIns="91440" bIns="45720" rtlCol="0" anchor="ctr"/>
          <a:lstStyle>
            <a:lvl1pPr algn="l">
              <a:defRPr sz="1100">
                <a:solidFill>
                  <a:schemeClr val="tx2"/>
                </a:solidFill>
                <a:latin typeface="Times New Roman" pitchFamily="18" charset="0"/>
              </a:defRPr>
            </a:lvl1pPr>
          </a:lstStyle>
          <a:p>
            <a:pPr>
              <a:defRPr/>
            </a:pPr>
            <a:endParaRPr lang="en-US"/>
          </a:p>
        </p:txBody>
      </p:sp>
      <p:sp>
        <p:nvSpPr>
          <p:cNvPr id="5" name="Footer Placeholder 4"/>
          <p:cNvSpPr>
            <a:spLocks noGrp="1"/>
          </p:cNvSpPr>
          <p:nvPr>
            <p:ph type="ftr" sz="quarter" idx="3"/>
          </p:nvPr>
        </p:nvSpPr>
        <p:spPr>
          <a:xfrm>
            <a:off x="3048000" y="6356350"/>
            <a:ext cx="3352800" cy="274638"/>
          </a:xfrm>
          <a:prstGeom prst="rect">
            <a:avLst/>
          </a:prstGeom>
        </p:spPr>
        <p:txBody>
          <a:bodyPr vert="horz" lIns="91440" tIns="45720" rIns="91440" bIns="45720" rtlCol="0" anchor="ctr"/>
          <a:lstStyle>
            <a:lvl1pPr algn="ctr">
              <a:defRPr sz="1100">
                <a:solidFill>
                  <a:schemeClr val="tx2"/>
                </a:solidFill>
                <a:latin typeface="Times New Roman" pitchFamily="18" charset="0"/>
              </a:defRPr>
            </a:lvl1pPr>
          </a:lstStyle>
          <a:p>
            <a:pPr>
              <a:defRPr/>
            </a:pPr>
            <a:endParaRPr lang="en-US"/>
          </a:p>
        </p:txBody>
      </p:sp>
      <p:sp>
        <p:nvSpPr>
          <p:cNvPr id="6" name="Slide Number Placeholder 5"/>
          <p:cNvSpPr>
            <a:spLocks noGrp="1"/>
          </p:cNvSpPr>
          <p:nvPr>
            <p:ph type="sldNum" sz="quarter" idx="4"/>
          </p:nvPr>
        </p:nvSpPr>
        <p:spPr>
          <a:xfrm>
            <a:off x="8234363" y="6354763"/>
            <a:ext cx="582612" cy="274637"/>
          </a:xfrm>
          <a:prstGeom prst="rect">
            <a:avLst/>
          </a:prstGeom>
          <a:ln w="19050">
            <a:noFill/>
          </a:ln>
        </p:spPr>
        <p:txBody>
          <a:bodyPr vert="horz" lIns="91440" tIns="45720" rIns="91440" bIns="45720" rtlCol="0" anchor="ctr"/>
          <a:lstStyle>
            <a:lvl1pPr algn="ctr">
              <a:defRPr sz="1100" smtClean="0">
                <a:solidFill>
                  <a:schemeClr val="tx2"/>
                </a:solidFill>
                <a:latin typeface="Times New Roman" pitchFamily="18" charset="0"/>
              </a:defRPr>
            </a:lvl1pPr>
          </a:lstStyle>
          <a:p>
            <a:pPr>
              <a:defRPr/>
            </a:pPr>
            <a:fld id="{C8F22159-31E0-43EF-AAB5-CA17E463C499}"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98" r:id="rId1"/>
    <p:sldLayoutId id="2147483693" r:id="rId2"/>
    <p:sldLayoutId id="2147483699" r:id="rId3"/>
    <p:sldLayoutId id="2147483694" r:id="rId4"/>
    <p:sldLayoutId id="2147483695" r:id="rId5"/>
    <p:sldLayoutId id="2147483696" r:id="rId6"/>
    <p:sldLayoutId id="2147483700" r:id="rId7"/>
    <p:sldLayoutId id="2147483701" r:id="rId8"/>
    <p:sldLayoutId id="2147483702" r:id="rId9"/>
    <p:sldLayoutId id="2147483697" r:id="rId10"/>
    <p:sldLayoutId id="2147483703" r:id="rId11"/>
    <p:sldLayoutId id="2147483705" r:id="rId12"/>
    <p:sldLayoutId id="2147483706" r:id="rId13"/>
    <p:sldLayoutId id="2147483707" r:id="rId14"/>
  </p:sldLayoutIdLst>
  <p:txStyles>
    <p:titleStyle>
      <a:lvl1pPr algn="ctr" rtl="0" fontAlgn="base">
        <a:spcBef>
          <a:spcPct val="0"/>
        </a:spcBef>
        <a:spcAft>
          <a:spcPct val="0"/>
        </a:spcAft>
        <a:defRPr sz="3200" kern="1200" cap="all" spc="200">
          <a:solidFill>
            <a:schemeClr val="bg1"/>
          </a:solidFill>
          <a:latin typeface="+mj-lt"/>
          <a:ea typeface="+mj-ea"/>
          <a:cs typeface="+mj-cs"/>
        </a:defRPr>
      </a:lvl1pPr>
      <a:lvl2pPr algn="ctr" rtl="0" fontAlgn="base">
        <a:spcBef>
          <a:spcPct val="0"/>
        </a:spcBef>
        <a:spcAft>
          <a:spcPct val="0"/>
        </a:spcAft>
        <a:defRPr sz="3200">
          <a:solidFill>
            <a:schemeClr val="bg1"/>
          </a:solidFill>
          <a:latin typeface="Franklin Gothic Medium" pitchFamily="34" charset="0"/>
        </a:defRPr>
      </a:lvl2pPr>
      <a:lvl3pPr algn="ctr" rtl="0" fontAlgn="base">
        <a:spcBef>
          <a:spcPct val="0"/>
        </a:spcBef>
        <a:spcAft>
          <a:spcPct val="0"/>
        </a:spcAft>
        <a:defRPr sz="3200">
          <a:solidFill>
            <a:schemeClr val="bg1"/>
          </a:solidFill>
          <a:latin typeface="Franklin Gothic Medium" pitchFamily="34" charset="0"/>
        </a:defRPr>
      </a:lvl3pPr>
      <a:lvl4pPr algn="ctr" rtl="0" fontAlgn="base">
        <a:spcBef>
          <a:spcPct val="0"/>
        </a:spcBef>
        <a:spcAft>
          <a:spcPct val="0"/>
        </a:spcAft>
        <a:defRPr sz="3200">
          <a:solidFill>
            <a:schemeClr val="bg1"/>
          </a:solidFill>
          <a:latin typeface="Franklin Gothic Medium" pitchFamily="34" charset="0"/>
        </a:defRPr>
      </a:lvl4pPr>
      <a:lvl5pPr algn="ctr" rtl="0" fontAlgn="base">
        <a:spcBef>
          <a:spcPct val="0"/>
        </a:spcBef>
        <a:spcAft>
          <a:spcPct val="0"/>
        </a:spcAft>
        <a:defRPr sz="3200">
          <a:solidFill>
            <a:schemeClr val="bg1"/>
          </a:solidFill>
          <a:latin typeface="Franklin Gothic Medium" pitchFamily="34" charset="0"/>
        </a:defRPr>
      </a:lvl5pPr>
      <a:lvl6pPr marL="457200" algn="ctr" rtl="0" fontAlgn="base">
        <a:spcBef>
          <a:spcPct val="0"/>
        </a:spcBef>
        <a:spcAft>
          <a:spcPct val="0"/>
        </a:spcAft>
        <a:defRPr sz="3200">
          <a:solidFill>
            <a:schemeClr val="bg1"/>
          </a:solidFill>
          <a:latin typeface="Franklin Gothic Medium" pitchFamily="34" charset="0"/>
        </a:defRPr>
      </a:lvl6pPr>
      <a:lvl7pPr marL="914400" algn="ctr" rtl="0" fontAlgn="base">
        <a:spcBef>
          <a:spcPct val="0"/>
        </a:spcBef>
        <a:spcAft>
          <a:spcPct val="0"/>
        </a:spcAft>
        <a:defRPr sz="3200">
          <a:solidFill>
            <a:schemeClr val="bg1"/>
          </a:solidFill>
          <a:latin typeface="Franklin Gothic Medium" pitchFamily="34" charset="0"/>
        </a:defRPr>
      </a:lvl7pPr>
      <a:lvl8pPr marL="1371600" algn="ctr" rtl="0" fontAlgn="base">
        <a:spcBef>
          <a:spcPct val="0"/>
        </a:spcBef>
        <a:spcAft>
          <a:spcPct val="0"/>
        </a:spcAft>
        <a:defRPr sz="3200">
          <a:solidFill>
            <a:schemeClr val="bg1"/>
          </a:solidFill>
          <a:latin typeface="Franklin Gothic Medium" pitchFamily="34" charset="0"/>
        </a:defRPr>
      </a:lvl8pPr>
      <a:lvl9pPr marL="1828800" algn="ctr" rtl="0" fontAlgn="base">
        <a:spcBef>
          <a:spcPct val="0"/>
        </a:spcBef>
        <a:spcAft>
          <a:spcPct val="0"/>
        </a:spcAft>
        <a:defRPr sz="3200">
          <a:solidFill>
            <a:schemeClr val="bg1"/>
          </a:solidFill>
          <a:latin typeface="Franklin Gothic Medium" pitchFamily="34" charset="0"/>
        </a:defRPr>
      </a:lvl9pPr>
    </p:titleStyle>
    <p:bodyStyle>
      <a:lvl1pPr marL="273050" indent="-228600" algn="l" rtl="0" fontAlgn="base">
        <a:spcBef>
          <a:spcPct val="20000"/>
        </a:spcBef>
        <a:spcAft>
          <a:spcPct val="0"/>
        </a:spcAft>
        <a:buClr>
          <a:schemeClr val="accent1"/>
        </a:buClr>
        <a:buFont typeface="Wingdings 2" pitchFamily="18" charset="2"/>
        <a:buChar char=""/>
        <a:defRPr sz="2000" kern="1200" spc="150">
          <a:solidFill>
            <a:schemeClr val="tx2"/>
          </a:solidFill>
          <a:latin typeface="+mn-lt"/>
          <a:ea typeface="+mn-ea"/>
          <a:cs typeface="+mn-cs"/>
        </a:defRPr>
      </a:lvl1pPr>
      <a:lvl2pPr marL="547688" indent="-182563" algn="l" rtl="0" fontAlgn="base">
        <a:spcBef>
          <a:spcPct val="20000"/>
        </a:spcBef>
        <a:spcAft>
          <a:spcPct val="0"/>
        </a:spcAft>
        <a:buClr>
          <a:schemeClr val="accent2"/>
        </a:buClr>
        <a:buFont typeface="Wingdings" pitchFamily="2" charset="2"/>
        <a:buChar char="§"/>
        <a:defRPr kern="1200" spc="100">
          <a:solidFill>
            <a:schemeClr val="tx2"/>
          </a:solidFill>
          <a:latin typeface="+mn-lt"/>
          <a:ea typeface="+mn-ea"/>
          <a:cs typeface="+mn-cs"/>
        </a:defRPr>
      </a:lvl2pPr>
      <a:lvl3pPr marL="822325" indent="-182563" algn="l" rtl="0" fontAlgn="base">
        <a:spcBef>
          <a:spcPct val="20000"/>
        </a:spcBef>
        <a:spcAft>
          <a:spcPct val="0"/>
        </a:spcAft>
        <a:buClr>
          <a:srgbClr val="9C007F"/>
        </a:buClr>
        <a:buFont typeface="Wingdings" pitchFamily="2" charset="2"/>
        <a:buChar char="§"/>
        <a:defRPr sz="1600" kern="1200" spc="100">
          <a:solidFill>
            <a:schemeClr val="tx2"/>
          </a:solidFill>
          <a:latin typeface="+mn-lt"/>
          <a:ea typeface="+mn-ea"/>
          <a:cs typeface="+mn-cs"/>
        </a:defRPr>
      </a:lvl3pPr>
      <a:lvl4pPr marL="1096963" indent="-182563" algn="l" rtl="0" fontAlgn="base">
        <a:spcBef>
          <a:spcPct val="20000"/>
        </a:spcBef>
        <a:spcAft>
          <a:spcPct val="0"/>
        </a:spcAft>
        <a:buClr>
          <a:srgbClr val="68007F"/>
        </a:buClr>
        <a:buFont typeface="Wingdings" pitchFamily="2" charset="2"/>
        <a:buChar char="§"/>
        <a:defRPr sz="1400" kern="1200">
          <a:solidFill>
            <a:schemeClr val="tx2"/>
          </a:solidFill>
          <a:latin typeface="+mn-lt"/>
          <a:ea typeface="+mn-ea"/>
          <a:cs typeface="+mn-cs"/>
        </a:defRPr>
      </a:lvl4pPr>
      <a:lvl5pPr marL="1279525" indent="-182563" algn="l" rtl="0" fontAlgn="base">
        <a:spcBef>
          <a:spcPct val="20000"/>
        </a:spcBef>
        <a:spcAft>
          <a:spcPct val="0"/>
        </a:spcAft>
        <a:buClr>
          <a:srgbClr val="00349E"/>
        </a:buClr>
        <a:buFont typeface="Wingdings" pitchFamily="2" charset="2"/>
        <a:buChar char="§"/>
        <a:defRPr sz="1300" kern="1200" spc="100">
          <a:solidFill>
            <a:schemeClr val="tx2"/>
          </a:solidFill>
          <a:latin typeface="+mn-lt"/>
          <a:ea typeface="+mn-ea"/>
          <a:cs typeface="+mn-cs"/>
        </a:defRPr>
      </a:lvl5pPr>
      <a:lvl6pPr marL="1554480" indent="-182880" algn="l" defTabSz="914400" rtl="0" eaLnBrk="1" latinLnBrk="0" hangingPunct="1">
        <a:spcBef>
          <a:spcPct val="20000"/>
        </a:spcBef>
        <a:buClr>
          <a:schemeClr val="accent1"/>
        </a:buClr>
        <a:buFont typeface="Wingdings" pitchFamily="2" charset="2"/>
        <a:buChar char="§"/>
        <a:defRPr sz="1200" kern="1200">
          <a:solidFill>
            <a:schemeClr val="tx2"/>
          </a:solidFill>
          <a:latin typeface="+mn-lt"/>
          <a:ea typeface="+mn-ea"/>
          <a:cs typeface="+mn-cs"/>
        </a:defRPr>
      </a:lvl6pPr>
      <a:lvl7pPr marL="1828800" indent="-182880" algn="l" defTabSz="914400" rtl="0" eaLnBrk="1" latinLnBrk="0" hangingPunct="1">
        <a:spcBef>
          <a:spcPct val="20000"/>
        </a:spcBef>
        <a:buClr>
          <a:schemeClr val="accent2"/>
        </a:buClr>
        <a:buFont typeface="Wingdings" pitchFamily="2" charset="2"/>
        <a:buChar char="§"/>
        <a:defRPr sz="1200" kern="1200">
          <a:solidFill>
            <a:schemeClr val="tx2"/>
          </a:solidFill>
          <a:latin typeface="+mn-lt"/>
          <a:ea typeface="+mn-ea"/>
          <a:cs typeface="+mn-cs"/>
        </a:defRPr>
      </a:lvl7pPr>
      <a:lvl8pPr marL="2103120" indent="-182880" algn="l" defTabSz="914400" rtl="0" eaLnBrk="1" latinLnBrk="0" hangingPunct="1">
        <a:spcBef>
          <a:spcPct val="20000"/>
        </a:spcBef>
        <a:buClr>
          <a:schemeClr val="accent3"/>
        </a:buClr>
        <a:buFont typeface="Wingdings" pitchFamily="2" charset="2"/>
        <a:buChar char="§"/>
        <a:defRPr sz="1200" kern="1200">
          <a:solidFill>
            <a:schemeClr val="tx2"/>
          </a:solidFill>
          <a:latin typeface="+mn-lt"/>
          <a:ea typeface="+mn-ea"/>
          <a:cs typeface="+mn-cs"/>
        </a:defRPr>
      </a:lvl8pPr>
      <a:lvl9pPr marL="2377440" indent="-182880" algn="l" defTabSz="914400" rtl="0" eaLnBrk="1" latinLnBrk="0" hangingPunct="1">
        <a:spcBef>
          <a:spcPct val="20000"/>
        </a:spcBef>
        <a:buClr>
          <a:schemeClr val="accent5"/>
        </a:buClr>
        <a:buFont typeface="Wingdings" pitchFamily="2" charset="2"/>
        <a:buChar char="§"/>
        <a:defRPr sz="12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wmf"/><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www.mstar.com.my/lokal/semasa/2017/12/27/hukum-gantung" TargetMode="External"/><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academicintegrity.org/cai_research.asp"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35.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4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34.w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66.xml.rels><?xml version="1.0" encoding="UTF-8" standalone="yes"?>
<Relationships xmlns="http://schemas.openxmlformats.org/package/2006/relationships"><Relationship Id="rId2" Type="http://schemas.openxmlformats.org/officeDocument/2006/relationships/hyperlink" Target="Plagiarism_Spectrum_US_8.5x11.pdf" TargetMode="Externa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1"/>
          <p:cNvSpPr>
            <a:spLocks noGrp="1"/>
          </p:cNvSpPr>
          <p:nvPr>
            <p:ph type="subTitle" idx="1"/>
          </p:nvPr>
        </p:nvSpPr>
        <p:spPr>
          <a:xfrm>
            <a:off x="6248400" y="5562600"/>
            <a:ext cx="2590800" cy="1143000"/>
          </a:xfrm>
        </p:spPr>
        <p:txBody>
          <a:bodyPr>
            <a:normAutofit/>
          </a:bodyPr>
          <a:lstStyle/>
          <a:p>
            <a:pPr algn="r" fontAlgn="auto">
              <a:spcAft>
                <a:spcPts val="0"/>
              </a:spcAft>
              <a:defRPr/>
            </a:pPr>
            <a:r>
              <a:rPr lang="en-MY" sz="1400" b="1" dirty="0">
                <a:solidFill>
                  <a:schemeClr val="accent3">
                    <a:lumMod val="60000"/>
                    <a:lumOff val="40000"/>
                  </a:schemeClr>
                </a:solidFill>
              </a:rPr>
              <a:t>AP Ts. DR. LILY N</a:t>
            </a:r>
          </a:p>
        </p:txBody>
      </p:sp>
      <p:sp>
        <p:nvSpPr>
          <p:cNvPr id="45058" name="Title 3"/>
          <p:cNvSpPr>
            <a:spLocks noGrp="1"/>
          </p:cNvSpPr>
          <p:nvPr>
            <p:ph type="title"/>
          </p:nvPr>
        </p:nvSpPr>
        <p:spPr>
          <a:xfrm>
            <a:off x="1219200" y="2133600"/>
            <a:ext cx="7848600" cy="1828800"/>
          </a:xfrm>
        </p:spPr>
        <p:txBody>
          <a:bodyPr/>
          <a:lstStyle/>
          <a:p>
            <a:pPr fontAlgn="auto">
              <a:spcAft>
                <a:spcPts val="0"/>
              </a:spcAft>
              <a:defRPr/>
            </a:pPr>
            <a:r>
              <a:rPr lang="en-US" b="1" dirty="0">
                <a:solidFill>
                  <a:srgbClr val="FFFF00"/>
                </a:solidFill>
              </a:rPr>
              <a:t>CHAPTER 4 </a:t>
            </a:r>
            <a:r>
              <a:rPr lang="en-US" b="1" dirty="0">
                <a:solidFill>
                  <a:schemeClr val="tx1"/>
                </a:solidFill>
              </a:rPr>
              <a:t>(PART II):</a:t>
            </a:r>
            <a:br>
              <a:rPr lang="en-US" b="1" dirty="0"/>
            </a:br>
            <a:r>
              <a:rPr lang="en-GB" sz="4400" b="1" dirty="0"/>
              <a:t>PLAGIARISM</a:t>
            </a:r>
            <a:endParaRPr lang="en-MY" b="1" dirty="0">
              <a:solidFill>
                <a:srgbClr val="FFFF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a:xfrm>
            <a:off x="1633513" y="2924944"/>
            <a:ext cx="6400800" cy="3094856"/>
          </a:xfrm>
        </p:spPr>
        <p:txBody>
          <a:bodyPr>
            <a:normAutofit/>
          </a:bodyPr>
          <a:lstStyle/>
          <a:p>
            <a:pPr algn="l" eaLnBrk="1" hangingPunct="1"/>
            <a:r>
              <a:rPr lang="en-US" altLang="en-US" sz="2400" dirty="0"/>
              <a:t>          </a:t>
            </a:r>
          </a:p>
          <a:p>
            <a:pPr algn="r" eaLnBrk="1" hangingPunct="1"/>
            <a:r>
              <a:rPr lang="en-US" altLang="en-US" sz="2400" dirty="0"/>
              <a:t>(And why you should care!)</a:t>
            </a:r>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r>
              <a:rPr lang="en-US" altLang="en-US" dirty="0"/>
              <a:t>                                            </a:t>
            </a:r>
          </a:p>
          <a:p>
            <a:pPr eaLnBrk="1" hangingPunct="1"/>
            <a:endParaRPr lang="en-US" altLang="en-US" dirty="0"/>
          </a:p>
          <a:p>
            <a:pPr eaLnBrk="1" hangingPunct="1"/>
            <a:endParaRPr lang="en-US" altLang="en-US" dirty="0"/>
          </a:p>
        </p:txBody>
      </p:sp>
      <p:sp>
        <p:nvSpPr>
          <p:cNvPr id="3074" name="Rectangle 2"/>
          <p:cNvSpPr>
            <a:spLocks noGrp="1" noChangeArrowheads="1"/>
          </p:cNvSpPr>
          <p:nvPr>
            <p:ph type="title"/>
          </p:nvPr>
        </p:nvSpPr>
        <p:spPr>
          <a:xfrm>
            <a:off x="-50800" y="1850963"/>
            <a:ext cx="8230061" cy="1470025"/>
          </a:xfrm>
          <a:effectLst>
            <a:outerShdw dist="17961" dir="13500000" algn="ctr" rotWithShape="0">
              <a:schemeClr val="bg2"/>
            </a:outerShdw>
          </a:effectLst>
        </p:spPr>
        <p:txBody>
          <a:bodyPr/>
          <a:lstStyle/>
          <a:p>
            <a:r>
              <a:rPr lang="en-US" altLang="en-US" sz="4000" dirty="0"/>
              <a:t>         </a:t>
            </a:r>
            <a:r>
              <a:rPr lang="en-US" altLang="en-US" sz="4000" dirty="0">
                <a:solidFill>
                  <a:schemeClr val="tx1"/>
                </a:solidFill>
              </a:rPr>
              <a:t>What is </a:t>
            </a:r>
            <a:br>
              <a:rPr lang="en-US" altLang="en-US" sz="4000" dirty="0"/>
            </a:br>
            <a:r>
              <a:rPr lang="en-GB" altLang="en-US" sz="4000" b="1" dirty="0">
                <a:solidFill>
                  <a:schemeClr val="accent2"/>
                </a:solidFill>
                <a:effectLst>
                  <a:outerShdw blurRad="38100" dist="38100" dir="2700000" algn="tl">
                    <a:srgbClr val="000000"/>
                  </a:outerShdw>
                </a:effectLst>
                <a:latin typeface="Arial" charset="0"/>
              </a:rPr>
              <a:t>plagiarism</a:t>
            </a:r>
            <a:r>
              <a:rPr lang="en-US" altLang="en-US" sz="4000" dirty="0"/>
              <a:t>?</a:t>
            </a:r>
          </a:p>
        </p:txBody>
      </p:sp>
      <p:sp>
        <p:nvSpPr>
          <p:cNvPr id="3" name="Slide Number Placeholder 2"/>
          <p:cNvSpPr>
            <a:spLocks noGrp="1"/>
          </p:cNvSpPr>
          <p:nvPr>
            <p:ph type="sldNum" sz="quarter" idx="11"/>
          </p:nvPr>
        </p:nvSpPr>
        <p:spPr/>
        <p:txBody>
          <a:bodyPr/>
          <a:lstStyle/>
          <a:p>
            <a:fld id="{77245E78-C62C-4650-B205-598406699489}" type="slidenum">
              <a:rPr lang="en-US" smtClean="0"/>
              <a:t>2</a:t>
            </a:fld>
            <a:endParaRPr lang="en-US"/>
          </a:p>
        </p:txBody>
      </p:sp>
      <p:pic>
        <p:nvPicPr>
          <p:cNvPr id="3076" name="Picture 4" descr="MPj0202202000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4005064"/>
            <a:ext cx="1123950"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Picture 5" descr="MCPE01695_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025" y="1556792"/>
            <a:ext cx="1400175" cy="194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8" name="WordArt 7"/>
          <p:cNvSpPr>
            <a:spLocks noChangeArrowheads="1" noChangeShapeType="1" noTextEdit="1"/>
          </p:cNvSpPr>
          <p:nvPr/>
        </p:nvSpPr>
        <p:spPr bwMode="auto">
          <a:xfrm>
            <a:off x="791543" y="5540375"/>
            <a:ext cx="5334000" cy="647700"/>
          </a:xfrm>
          <a:prstGeom prst="rect">
            <a:avLst/>
          </a:prstGeom>
        </p:spPr>
        <p:txBody>
          <a:bodyPr wrap="none" fromWordArt="1">
            <a:prstTxWarp prst="textPlain">
              <a:avLst>
                <a:gd name="adj" fmla="val 50000"/>
              </a:avLst>
            </a:prstTxWarp>
          </a:bodyPr>
          <a:lstStyle/>
          <a:p>
            <a:pPr algn="ctr"/>
            <a:r>
              <a:rPr lang="en-US" sz="3600" kern="1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Say No To Plagiarism</a:t>
            </a:r>
          </a:p>
        </p:txBody>
      </p:sp>
      <p:sp>
        <p:nvSpPr>
          <p:cNvPr id="3079" name="WordArt 8"/>
          <p:cNvSpPr>
            <a:spLocks noChangeArrowheads="1" noChangeShapeType="1" noTextEdit="1"/>
          </p:cNvSpPr>
          <p:nvPr/>
        </p:nvSpPr>
        <p:spPr bwMode="auto">
          <a:xfrm>
            <a:off x="838200" y="416967"/>
            <a:ext cx="5334000" cy="647700"/>
          </a:xfrm>
          <a:prstGeom prst="rect">
            <a:avLst/>
          </a:prstGeom>
        </p:spPr>
        <p:txBody>
          <a:bodyPr wrap="none" fromWordArt="1">
            <a:prstTxWarp prst="textPlain">
              <a:avLst>
                <a:gd name="adj" fmla="val 50000"/>
              </a:avLst>
            </a:prstTxWarp>
          </a:bodyPr>
          <a:lstStyle/>
          <a:p>
            <a:pPr algn="ctr"/>
            <a:r>
              <a:rPr lang="en-US" sz="3600" kern="1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Say No To Plagiarism</a:t>
            </a:r>
          </a:p>
        </p:txBody>
      </p:sp>
    </p:spTree>
    <p:extLst>
      <p:ext uri="{BB962C8B-B14F-4D97-AF65-F5344CB8AC3E}">
        <p14:creationId xmlns:p14="http://schemas.microsoft.com/office/powerpoint/2010/main" val="2182939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idx="1"/>
          </p:nvPr>
        </p:nvSpPr>
        <p:spPr>
          <a:xfrm>
            <a:off x="251520" y="1676400"/>
            <a:ext cx="8424936" cy="4449763"/>
          </a:xfrm>
        </p:spPr>
        <p:txBody>
          <a:bodyPr>
            <a:normAutofit/>
          </a:bodyPr>
          <a:lstStyle/>
          <a:p>
            <a:pPr marL="342900" indent="-342900" eaLnBrk="1" hangingPunct="1">
              <a:buFont typeface="Arial" panose="020B0604020202020204" pitchFamily="34" charset="0"/>
              <a:buChar char="•"/>
            </a:pPr>
            <a:r>
              <a:rPr lang="en-US" altLang="en-US" sz="2800" dirty="0"/>
              <a:t>The word plagiarism comes from the Latin </a:t>
            </a:r>
            <a:r>
              <a:rPr lang="en-US" altLang="en-US" sz="2800" dirty="0" err="1"/>
              <a:t>plagiarius</a:t>
            </a:r>
            <a:r>
              <a:rPr lang="en-US" altLang="en-US" sz="2800" dirty="0"/>
              <a:t> means  "kidnapper" </a:t>
            </a:r>
          </a:p>
          <a:p>
            <a:pPr marL="342900" indent="-342900" eaLnBrk="1" hangingPunct="1">
              <a:buFont typeface="Arial" panose="020B0604020202020204" pitchFamily="34" charset="0"/>
              <a:buChar char="•"/>
            </a:pPr>
            <a:r>
              <a:rPr lang="en-US" altLang="en-US" sz="2800" dirty="0"/>
              <a:t>It is </a:t>
            </a:r>
            <a:r>
              <a:rPr lang="en-US" altLang="en-US" sz="2800" dirty="0">
                <a:solidFill>
                  <a:srgbClr val="C00000"/>
                </a:solidFill>
              </a:rPr>
              <a:t>intellectual theft</a:t>
            </a:r>
          </a:p>
          <a:p>
            <a:pPr marL="342900" indent="-342900" eaLnBrk="1" hangingPunct="1">
              <a:buFont typeface="Arial" panose="020B0604020202020204" pitchFamily="34" charset="0"/>
              <a:buChar char="•"/>
            </a:pPr>
            <a:r>
              <a:rPr lang="en-US" altLang="en-US" sz="2800" dirty="0"/>
              <a:t>It is a serious scientific misconduct</a:t>
            </a:r>
          </a:p>
          <a:p>
            <a:pPr marL="342900" indent="-342900" eaLnBrk="1" hangingPunct="1">
              <a:buFont typeface="Arial" panose="020B0604020202020204" pitchFamily="34" charset="0"/>
              <a:buChar char="•"/>
            </a:pPr>
            <a:endParaRPr lang="en-US" altLang="en-US" sz="2800" dirty="0"/>
          </a:p>
        </p:txBody>
      </p:sp>
      <p:sp>
        <p:nvSpPr>
          <p:cNvPr id="5122" name="Rectangle 2"/>
          <p:cNvSpPr>
            <a:spLocks noGrp="1" noChangeArrowheads="1"/>
          </p:cNvSpPr>
          <p:nvPr>
            <p:ph type="title"/>
          </p:nvPr>
        </p:nvSpPr>
        <p:spPr>
          <a:xfrm>
            <a:off x="457200" y="420609"/>
            <a:ext cx="5791200" cy="972026"/>
          </a:xfrm>
        </p:spPr>
        <p:txBody>
          <a:bodyPr>
            <a:normAutofit/>
          </a:bodyPr>
          <a:lstStyle/>
          <a:p>
            <a:pPr>
              <a:spcBef>
                <a:spcPct val="50000"/>
              </a:spcBef>
              <a:defRPr/>
            </a:pPr>
            <a:r>
              <a:rPr lang="en-GB" altLang="en-US" sz="4000" b="1" dirty="0">
                <a:solidFill>
                  <a:schemeClr val="accent2"/>
                </a:solidFill>
                <a:effectLst>
                  <a:outerShdw blurRad="38100" dist="38100" dir="2700000" algn="tl">
                    <a:srgbClr val="000000"/>
                  </a:outerShdw>
                </a:effectLst>
                <a:latin typeface="Arial" charset="0"/>
              </a:rPr>
              <a:t>Did you Know?</a:t>
            </a:r>
          </a:p>
        </p:txBody>
      </p:sp>
      <p:sp>
        <p:nvSpPr>
          <p:cNvPr id="3" name="Slide Number Placeholder 2"/>
          <p:cNvSpPr>
            <a:spLocks noGrp="1"/>
          </p:cNvSpPr>
          <p:nvPr>
            <p:ph type="sldNum" sz="quarter" idx="12"/>
          </p:nvPr>
        </p:nvSpPr>
        <p:spPr/>
        <p:txBody>
          <a:bodyPr/>
          <a:lstStyle/>
          <a:p>
            <a:fld id="{77245E78-C62C-4650-B205-598406699489}" type="slidenum">
              <a:rPr lang="en-US" smtClean="0"/>
              <a:t>3</a:t>
            </a:fld>
            <a:endParaRPr lang="en-US"/>
          </a:p>
        </p:txBody>
      </p:sp>
      <p:pic>
        <p:nvPicPr>
          <p:cNvPr id="5124" name="Picture 5" descr="plagiarism = kidnapp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1075" y="4283671"/>
            <a:ext cx="6553200" cy="1304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98609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828800"/>
            <a:ext cx="8568952" cy="4768552"/>
          </a:xfrm>
        </p:spPr>
        <p:txBody>
          <a:bodyPr>
            <a:noAutofit/>
          </a:bodyPr>
          <a:lstStyle/>
          <a:p>
            <a:pPr marL="342900" indent="-342900">
              <a:buFont typeface="Arial" panose="020B0604020202020204" pitchFamily="34" charset="0"/>
              <a:buChar char="•"/>
            </a:pPr>
            <a:r>
              <a:rPr lang="en-MY" sz="3200" b="0" dirty="0"/>
              <a:t>Many people think of plagiarism as copying another's work or </a:t>
            </a:r>
            <a:r>
              <a:rPr lang="en-MY" sz="3200" b="0" dirty="0">
                <a:solidFill>
                  <a:srgbClr val="C00000"/>
                </a:solidFill>
              </a:rPr>
              <a:t>borrowing</a:t>
            </a:r>
            <a:r>
              <a:rPr lang="en-MY" sz="3200" b="0" dirty="0"/>
              <a:t> someone else's original ideas. </a:t>
            </a:r>
          </a:p>
          <a:p>
            <a:pPr marL="342900" indent="-342900">
              <a:buFont typeface="Arial" panose="020B0604020202020204" pitchFamily="34" charset="0"/>
              <a:buChar char="•"/>
            </a:pPr>
            <a:r>
              <a:rPr lang="en-MY" sz="3200" b="0" dirty="0"/>
              <a:t>But terms like "</a:t>
            </a:r>
            <a:r>
              <a:rPr lang="en-MY" sz="3200" dirty="0"/>
              <a:t>copying</a:t>
            </a:r>
            <a:r>
              <a:rPr lang="en-MY" sz="3200" b="0" dirty="0"/>
              <a:t>" and "</a:t>
            </a:r>
            <a:r>
              <a:rPr lang="en-MY" sz="3200" dirty="0"/>
              <a:t>borrowing</a:t>
            </a:r>
            <a:r>
              <a:rPr lang="en-MY" sz="3200" b="0" dirty="0"/>
              <a:t>" can disguise the </a:t>
            </a:r>
            <a:r>
              <a:rPr lang="en-MY" sz="3200" b="0" dirty="0">
                <a:solidFill>
                  <a:srgbClr val="C00000"/>
                </a:solidFill>
              </a:rPr>
              <a:t>seriousness of the offense.</a:t>
            </a:r>
          </a:p>
          <a:p>
            <a:pPr marL="342900" indent="-342900">
              <a:buFont typeface="Arial" panose="020B0604020202020204" pitchFamily="34" charset="0"/>
              <a:buChar char="•"/>
            </a:pPr>
            <a:r>
              <a:rPr lang="en-MY" sz="3200" b="0" dirty="0"/>
              <a:t>In other words, plagiarism is an act of </a:t>
            </a:r>
            <a:r>
              <a:rPr lang="en-MY" sz="3200" b="0" dirty="0">
                <a:solidFill>
                  <a:srgbClr val="C00000"/>
                </a:solidFill>
              </a:rPr>
              <a:t>fraud</a:t>
            </a:r>
            <a:r>
              <a:rPr lang="en-MY" sz="3200" b="0" dirty="0"/>
              <a:t>. It involves both stealing someone else's work and lying about it afterward.</a:t>
            </a:r>
          </a:p>
          <a:p>
            <a:endParaRPr lang="en-MY" sz="3200" b="0" dirty="0"/>
          </a:p>
          <a:p>
            <a:endParaRPr lang="en-US" sz="3200" b="0" dirty="0"/>
          </a:p>
        </p:txBody>
      </p:sp>
      <p:sp>
        <p:nvSpPr>
          <p:cNvPr id="2" name="Title 1"/>
          <p:cNvSpPr>
            <a:spLocks noGrp="1"/>
          </p:cNvSpPr>
          <p:nvPr>
            <p:ph type="title"/>
          </p:nvPr>
        </p:nvSpPr>
        <p:spPr>
          <a:xfrm>
            <a:off x="1115616" y="476673"/>
            <a:ext cx="6965245" cy="864096"/>
          </a:xfrm>
        </p:spPr>
        <p:txBody>
          <a:bodyPr/>
          <a:lstStyle/>
          <a:p>
            <a:r>
              <a:rPr lang="en-GB" altLang="en-US" sz="4800" b="1" dirty="0">
                <a:solidFill>
                  <a:schemeClr val="accent2"/>
                </a:solidFill>
                <a:effectLst>
                  <a:outerShdw blurRad="38100" dist="38100" dir="2700000" algn="tl">
                    <a:srgbClr val="000000"/>
                  </a:outerShdw>
                </a:effectLst>
                <a:latin typeface="Arial" charset="0"/>
              </a:rPr>
              <a:t>plagiarism</a:t>
            </a:r>
            <a:endParaRPr lang="en-US" dirty="0"/>
          </a:p>
        </p:txBody>
      </p:sp>
      <p:sp>
        <p:nvSpPr>
          <p:cNvPr id="5" name="Slide Number Placeholder 4"/>
          <p:cNvSpPr>
            <a:spLocks noGrp="1"/>
          </p:cNvSpPr>
          <p:nvPr>
            <p:ph type="sldNum" sz="quarter" idx="12"/>
          </p:nvPr>
        </p:nvSpPr>
        <p:spPr/>
        <p:txBody>
          <a:bodyPr/>
          <a:lstStyle/>
          <a:p>
            <a:fld id="{77245E78-C62C-4650-B205-598406699489}" type="slidenum">
              <a:rPr lang="en-US" smtClean="0"/>
              <a:t>4</a:t>
            </a:fld>
            <a:endParaRPr lang="en-US" dirty="0"/>
          </a:p>
        </p:txBody>
      </p:sp>
    </p:spTree>
    <p:extLst>
      <p:ext uri="{BB962C8B-B14F-4D97-AF65-F5344CB8AC3E}">
        <p14:creationId xmlns:p14="http://schemas.microsoft.com/office/powerpoint/2010/main" val="2087527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1628800"/>
            <a:ext cx="8219256" cy="5000600"/>
          </a:xfrm>
        </p:spPr>
        <p:txBody>
          <a:bodyPr>
            <a:noAutofit/>
          </a:bodyPr>
          <a:lstStyle/>
          <a:p>
            <a:r>
              <a:rPr lang="en-MY" sz="2400" b="0" dirty="0"/>
              <a:t>According to the Merriam-Webster online dictionary, to "plagiarize" means:</a:t>
            </a:r>
          </a:p>
          <a:p>
            <a:pPr lvl="1"/>
            <a:r>
              <a:rPr lang="en-MY" sz="2400" dirty="0"/>
              <a:t>to</a:t>
            </a:r>
            <a:r>
              <a:rPr lang="en-MY" sz="2400" b="1" u="sng" dirty="0"/>
              <a:t> steal </a:t>
            </a:r>
            <a:r>
              <a:rPr lang="en-MY" sz="2400" dirty="0"/>
              <a:t>and pass off (the ideas or words of another) as one's own</a:t>
            </a:r>
          </a:p>
          <a:p>
            <a:pPr lvl="1"/>
            <a:r>
              <a:rPr lang="en-MY" sz="2400" dirty="0"/>
              <a:t>to use (another's production) </a:t>
            </a:r>
            <a:r>
              <a:rPr lang="en-MY" sz="2400" b="1" u="sng" dirty="0"/>
              <a:t>without crediting</a:t>
            </a:r>
            <a:r>
              <a:rPr lang="en-MY" sz="2400" dirty="0"/>
              <a:t> the source</a:t>
            </a:r>
          </a:p>
          <a:p>
            <a:pPr lvl="1"/>
            <a:r>
              <a:rPr lang="en-MY" sz="2400" dirty="0"/>
              <a:t>to commit literary </a:t>
            </a:r>
            <a:r>
              <a:rPr lang="en-MY" sz="2400" b="1" u="sng" dirty="0"/>
              <a:t>theft</a:t>
            </a:r>
          </a:p>
          <a:p>
            <a:pPr lvl="1"/>
            <a:r>
              <a:rPr lang="en-MY" sz="2400" dirty="0"/>
              <a:t>to present as new and original an idea or product derived from an existing source</a:t>
            </a:r>
          </a:p>
          <a:p>
            <a:pPr lvl="1"/>
            <a:r>
              <a:rPr lang="en-MY" sz="2400" dirty="0"/>
              <a:t>to </a:t>
            </a:r>
            <a:r>
              <a:rPr lang="en-MY" sz="2400" b="1" u="sng" dirty="0"/>
              <a:t>use someone else’s ideas </a:t>
            </a:r>
            <a:r>
              <a:rPr lang="en-MY" sz="2400" dirty="0"/>
              <a:t>without attribution</a:t>
            </a:r>
          </a:p>
          <a:p>
            <a:pPr lvl="1"/>
            <a:r>
              <a:rPr lang="en-MY" sz="2400" dirty="0"/>
              <a:t>to </a:t>
            </a:r>
            <a:r>
              <a:rPr lang="en-MY" sz="2400" b="1" u="sng" dirty="0"/>
              <a:t>use someone else’s words </a:t>
            </a:r>
            <a:r>
              <a:rPr lang="en-MY" sz="2400" dirty="0"/>
              <a:t>without attribution</a:t>
            </a:r>
          </a:p>
          <a:p>
            <a:pPr lvl="1"/>
            <a:r>
              <a:rPr lang="en-MY" sz="2400" dirty="0"/>
              <a:t>to </a:t>
            </a:r>
            <a:r>
              <a:rPr lang="en-MY" sz="2400" b="1" u="sng" dirty="0"/>
              <a:t>cite the source incorrectly</a:t>
            </a:r>
          </a:p>
          <a:p>
            <a:pPr lvl="1"/>
            <a:endParaRPr lang="en-MY" sz="2400" dirty="0"/>
          </a:p>
          <a:p>
            <a:endParaRPr lang="en-US" dirty="0"/>
          </a:p>
        </p:txBody>
      </p:sp>
      <p:sp>
        <p:nvSpPr>
          <p:cNvPr id="2" name="Title 1"/>
          <p:cNvSpPr>
            <a:spLocks noGrp="1"/>
          </p:cNvSpPr>
          <p:nvPr>
            <p:ph type="title"/>
          </p:nvPr>
        </p:nvSpPr>
        <p:spPr>
          <a:xfrm>
            <a:off x="1676400" y="225608"/>
            <a:ext cx="5791200" cy="1260058"/>
          </a:xfrm>
        </p:spPr>
        <p:txBody>
          <a:bodyPr/>
          <a:lstStyle/>
          <a:p>
            <a:r>
              <a:rPr lang="en-GB" altLang="en-US" sz="4800" b="1" dirty="0">
                <a:solidFill>
                  <a:schemeClr val="accent2"/>
                </a:solidFill>
                <a:effectLst>
                  <a:outerShdw blurRad="38100" dist="38100" dir="2700000" algn="tl">
                    <a:srgbClr val="000000"/>
                  </a:outerShdw>
                </a:effectLst>
                <a:latin typeface="Arial" charset="0"/>
              </a:rPr>
              <a:t>plagiarism</a:t>
            </a:r>
            <a:endParaRPr lang="en-US" dirty="0"/>
          </a:p>
        </p:txBody>
      </p:sp>
      <p:sp>
        <p:nvSpPr>
          <p:cNvPr id="5" name="Slide Number Placeholder 4"/>
          <p:cNvSpPr>
            <a:spLocks noGrp="1"/>
          </p:cNvSpPr>
          <p:nvPr>
            <p:ph type="sldNum" sz="quarter" idx="12"/>
          </p:nvPr>
        </p:nvSpPr>
        <p:spPr/>
        <p:txBody>
          <a:bodyPr/>
          <a:lstStyle/>
          <a:p>
            <a:fld id="{77245E78-C62C-4650-B205-598406699489}" type="slidenum">
              <a:rPr lang="en-US" smtClean="0"/>
              <a:t>5</a:t>
            </a:fld>
            <a:endParaRPr lang="en-US"/>
          </a:p>
        </p:txBody>
      </p:sp>
    </p:spTree>
    <p:extLst>
      <p:ext uri="{BB962C8B-B14F-4D97-AF65-F5344CB8AC3E}">
        <p14:creationId xmlns:p14="http://schemas.microsoft.com/office/powerpoint/2010/main" val="3424201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828800"/>
            <a:ext cx="8352928" cy="5486400"/>
          </a:xfrm>
        </p:spPr>
        <p:txBody>
          <a:bodyPr>
            <a:noAutofit/>
          </a:bodyPr>
          <a:lstStyle/>
          <a:p>
            <a:r>
              <a:rPr lang="en-MY" sz="2400" b="1" dirty="0"/>
              <a:t>All of the following are considered plagiarism:</a:t>
            </a:r>
          </a:p>
          <a:p>
            <a:pPr lvl="1"/>
            <a:r>
              <a:rPr lang="en-MY" sz="2400" b="1" dirty="0">
                <a:solidFill>
                  <a:schemeClr val="accent6"/>
                </a:solidFill>
              </a:rPr>
              <a:t>turning</a:t>
            </a:r>
            <a:r>
              <a:rPr lang="en-MY" sz="2400" dirty="0"/>
              <a:t> in someone else's work as your own</a:t>
            </a:r>
          </a:p>
          <a:p>
            <a:pPr lvl="1"/>
            <a:r>
              <a:rPr lang="en-MY" sz="2400" b="1" dirty="0">
                <a:solidFill>
                  <a:schemeClr val="accent6"/>
                </a:solidFill>
              </a:rPr>
              <a:t>copying words or ideas </a:t>
            </a:r>
            <a:r>
              <a:rPr lang="en-MY" sz="2400" dirty="0"/>
              <a:t>from someone else without giving credit</a:t>
            </a:r>
          </a:p>
          <a:p>
            <a:pPr lvl="1"/>
            <a:r>
              <a:rPr lang="en-MY" sz="2400" b="1" dirty="0">
                <a:solidFill>
                  <a:schemeClr val="accent6"/>
                </a:solidFill>
              </a:rPr>
              <a:t>failing to put a quotation </a:t>
            </a:r>
            <a:r>
              <a:rPr lang="en-MY" sz="2400" dirty="0"/>
              <a:t>in quotation marks</a:t>
            </a:r>
          </a:p>
          <a:p>
            <a:pPr lvl="1"/>
            <a:r>
              <a:rPr lang="en-MY" sz="2400" b="1" dirty="0">
                <a:solidFill>
                  <a:schemeClr val="accent6"/>
                </a:solidFill>
              </a:rPr>
              <a:t>giving incorrect information </a:t>
            </a:r>
            <a:r>
              <a:rPr lang="en-MY" sz="2400" dirty="0"/>
              <a:t>about the source of a quotation</a:t>
            </a:r>
          </a:p>
          <a:p>
            <a:pPr lvl="1"/>
            <a:r>
              <a:rPr lang="en-MY" sz="2400" b="1" dirty="0">
                <a:solidFill>
                  <a:schemeClr val="accent6"/>
                </a:solidFill>
              </a:rPr>
              <a:t>changing words </a:t>
            </a:r>
            <a:r>
              <a:rPr lang="en-MY" sz="2400" dirty="0"/>
              <a:t>but copying the sentence structure of a source without giving credit</a:t>
            </a:r>
          </a:p>
          <a:p>
            <a:pPr lvl="1"/>
            <a:r>
              <a:rPr lang="en-MY" sz="2400" b="1" dirty="0">
                <a:solidFill>
                  <a:schemeClr val="accent6"/>
                </a:solidFill>
              </a:rPr>
              <a:t>copying so many words </a:t>
            </a:r>
            <a:r>
              <a:rPr lang="en-MY" sz="2400" dirty="0"/>
              <a:t>or ideas from a source that it makes up the majority of your work, whether you give credit or not</a:t>
            </a:r>
          </a:p>
          <a:p>
            <a:endParaRPr lang="en-US" sz="2400" dirty="0"/>
          </a:p>
        </p:txBody>
      </p:sp>
      <p:sp>
        <p:nvSpPr>
          <p:cNvPr id="2" name="Title 1"/>
          <p:cNvSpPr>
            <a:spLocks noGrp="1"/>
          </p:cNvSpPr>
          <p:nvPr>
            <p:ph type="title"/>
          </p:nvPr>
        </p:nvSpPr>
        <p:spPr>
          <a:xfrm>
            <a:off x="1143000" y="281751"/>
            <a:ext cx="5791200" cy="900018"/>
          </a:xfrm>
        </p:spPr>
        <p:txBody>
          <a:bodyPr>
            <a:normAutofit/>
          </a:bodyPr>
          <a:lstStyle/>
          <a:p>
            <a:r>
              <a:rPr lang="en-GB" altLang="en-US" sz="4800" b="1" dirty="0">
                <a:solidFill>
                  <a:schemeClr val="accent2"/>
                </a:solidFill>
                <a:effectLst>
                  <a:outerShdw blurRad="38100" dist="38100" dir="2700000" algn="tl">
                    <a:srgbClr val="000000"/>
                  </a:outerShdw>
                </a:effectLst>
                <a:latin typeface="Arial" charset="0"/>
              </a:rPr>
              <a:t>plagiarism</a:t>
            </a:r>
            <a:endParaRPr lang="en-US" sz="4800" dirty="0"/>
          </a:p>
        </p:txBody>
      </p:sp>
      <p:sp>
        <p:nvSpPr>
          <p:cNvPr id="5" name="Slide Number Placeholder 4"/>
          <p:cNvSpPr>
            <a:spLocks noGrp="1"/>
          </p:cNvSpPr>
          <p:nvPr>
            <p:ph type="sldNum" sz="quarter" idx="12"/>
          </p:nvPr>
        </p:nvSpPr>
        <p:spPr/>
        <p:txBody>
          <a:bodyPr/>
          <a:lstStyle/>
          <a:p>
            <a:fld id="{77245E78-C62C-4650-B205-598406699489}" type="slidenum">
              <a:rPr lang="en-US" smtClean="0"/>
              <a:t>6</a:t>
            </a:fld>
            <a:endParaRPr lang="en-US"/>
          </a:p>
        </p:txBody>
      </p:sp>
    </p:spTree>
    <p:extLst>
      <p:ext uri="{BB962C8B-B14F-4D97-AF65-F5344CB8AC3E}">
        <p14:creationId xmlns:p14="http://schemas.microsoft.com/office/powerpoint/2010/main" val="3630968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600200"/>
            <a:ext cx="8784976" cy="5069160"/>
          </a:xfrm>
        </p:spPr>
        <p:txBody>
          <a:bodyPr>
            <a:noAutofit/>
          </a:bodyPr>
          <a:lstStyle/>
          <a:p>
            <a:pPr marL="342900" indent="-342900">
              <a:buFont typeface="Arial" panose="020B0604020202020204" pitchFamily="34" charset="0"/>
              <a:buChar char="•"/>
            </a:pPr>
            <a:r>
              <a:rPr lang="en-MY" sz="2400" b="0" dirty="0"/>
              <a:t>Paradise Valley Community College's Definition of Plagiarism</a:t>
            </a:r>
          </a:p>
          <a:p>
            <a:pPr marL="800100" lvl="1" indent="-342900"/>
            <a:r>
              <a:rPr lang="en-MY" sz="2400" dirty="0"/>
              <a:t>Plagiarism includes, but is not limited to, the use of paraphrase or direct quotation of the published or unpublished work of another person without full and clear acknowledgment. </a:t>
            </a:r>
          </a:p>
          <a:p>
            <a:pPr marL="800100" lvl="1" indent="-342900"/>
            <a:r>
              <a:rPr lang="en-MY" sz="2400" dirty="0"/>
              <a:t>It also includes the unacknowledged use of materials prepared by another person or agency engaged in the selling of term papers or other academic materials. </a:t>
            </a:r>
          </a:p>
          <a:p>
            <a:pPr marL="800100" lvl="1" indent="-342900"/>
            <a:r>
              <a:rPr lang="en-MY" sz="2400" dirty="0"/>
              <a:t>Information gathered from the Internet and not properly identified is also considered plagiarism.</a:t>
            </a:r>
          </a:p>
          <a:p>
            <a:pPr marL="274320" lvl="1" indent="0" algn="r">
              <a:buNone/>
            </a:pPr>
            <a:endParaRPr lang="en-MY" sz="1400" i="1" dirty="0"/>
          </a:p>
          <a:p>
            <a:pPr marL="274320" lvl="1" indent="0" algn="r">
              <a:buNone/>
            </a:pPr>
            <a:r>
              <a:rPr lang="en-MY" sz="1400" i="1" dirty="0"/>
              <a:t>PVCC Student Handbook. 2012/2013. p. 136  Section 2.3.11 Academic Misconduct</a:t>
            </a:r>
            <a:endParaRPr lang="en-MY" sz="1400" dirty="0"/>
          </a:p>
          <a:p>
            <a:endParaRPr lang="en-US" sz="1400" b="0" dirty="0"/>
          </a:p>
        </p:txBody>
      </p:sp>
      <p:sp>
        <p:nvSpPr>
          <p:cNvPr id="2" name="Title 1"/>
          <p:cNvSpPr>
            <a:spLocks noGrp="1"/>
          </p:cNvSpPr>
          <p:nvPr>
            <p:ph type="title"/>
          </p:nvPr>
        </p:nvSpPr>
        <p:spPr>
          <a:xfrm>
            <a:off x="1143000" y="188640"/>
            <a:ext cx="5791200" cy="1260058"/>
          </a:xfrm>
        </p:spPr>
        <p:txBody>
          <a:bodyPr/>
          <a:lstStyle/>
          <a:p>
            <a:r>
              <a:rPr lang="en-GB" altLang="en-US" sz="4800" b="1" dirty="0">
                <a:solidFill>
                  <a:schemeClr val="accent2"/>
                </a:solidFill>
                <a:effectLst>
                  <a:outerShdw blurRad="38100" dist="38100" dir="2700000" algn="tl">
                    <a:srgbClr val="000000"/>
                  </a:outerShdw>
                </a:effectLst>
                <a:latin typeface="Arial" charset="0"/>
              </a:rPr>
              <a:t>plagiarism</a:t>
            </a:r>
            <a:endParaRPr lang="en-US" dirty="0"/>
          </a:p>
        </p:txBody>
      </p:sp>
      <p:sp>
        <p:nvSpPr>
          <p:cNvPr id="5" name="Slide Number Placeholder 4"/>
          <p:cNvSpPr>
            <a:spLocks noGrp="1"/>
          </p:cNvSpPr>
          <p:nvPr>
            <p:ph type="sldNum" sz="quarter" idx="12"/>
          </p:nvPr>
        </p:nvSpPr>
        <p:spPr/>
        <p:txBody>
          <a:bodyPr/>
          <a:lstStyle/>
          <a:p>
            <a:fld id="{77245E78-C62C-4650-B205-598406699489}" type="slidenum">
              <a:rPr lang="en-US" smtClean="0"/>
              <a:t>7</a:t>
            </a:fld>
            <a:endParaRPr lang="en-US"/>
          </a:p>
        </p:txBody>
      </p:sp>
    </p:spTree>
    <p:extLst>
      <p:ext uri="{BB962C8B-B14F-4D97-AF65-F5344CB8AC3E}">
        <p14:creationId xmlns:p14="http://schemas.microsoft.com/office/powerpoint/2010/main" val="90880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7"/>
          <p:cNvSpPr txBox="1">
            <a:spLocks noChangeArrowheads="1"/>
          </p:cNvSpPr>
          <p:nvPr/>
        </p:nvSpPr>
        <p:spPr bwMode="auto">
          <a:xfrm>
            <a:off x="762000" y="6263819"/>
            <a:ext cx="76962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r" eaLnBrk="1" hangingPunct="1">
              <a:spcBef>
                <a:spcPct val="50000"/>
              </a:spcBef>
            </a:pPr>
            <a:r>
              <a:rPr lang="en-GB" altLang="en-US" sz="1600" dirty="0">
                <a:latin typeface="Arial" panose="020B0604020202020204" pitchFamily="34" charset="0"/>
                <a:cs typeface="Arial" panose="020B0604020202020204" pitchFamily="34" charset="0"/>
              </a:rPr>
              <a:t>2005-2006 MA/Diploma handbook, p.35-6.</a:t>
            </a:r>
          </a:p>
        </p:txBody>
      </p:sp>
      <p:grpSp>
        <p:nvGrpSpPr>
          <p:cNvPr id="2" name="Group 1"/>
          <p:cNvGrpSpPr/>
          <p:nvPr/>
        </p:nvGrpSpPr>
        <p:grpSpPr>
          <a:xfrm>
            <a:off x="76200" y="1374776"/>
            <a:ext cx="8816280" cy="4807011"/>
            <a:chOff x="2116530" y="1374776"/>
            <a:chExt cx="6759148" cy="4807011"/>
          </a:xfrm>
        </p:grpSpPr>
        <p:pic>
          <p:nvPicPr>
            <p:cNvPr id="5122" name="Picture 5"/>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a:xfrm>
              <a:off x="2116530" y="1374776"/>
              <a:ext cx="6759148" cy="3919906"/>
            </a:xfrm>
            <a:noFill/>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2642310" y="5303594"/>
              <a:ext cx="5971704" cy="878193"/>
            </a:xfrm>
            <a:prstGeom prst="rect">
              <a:avLst/>
            </a:prstGeom>
          </p:spPr>
        </p:pic>
      </p:grpSp>
      <p:sp>
        <p:nvSpPr>
          <p:cNvPr id="7" name="Slide Number Placeholder 6"/>
          <p:cNvSpPr>
            <a:spLocks noGrp="1"/>
          </p:cNvSpPr>
          <p:nvPr>
            <p:ph type="sldNum" sz="quarter" idx="12"/>
          </p:nvPr>
        </p:nvSpPr>
        <p:spPr/>
        <p:txBody>
          <a:bodyPr/>
          <a:lstStyle/>
          <a:p>
            <a:pPr>
              <a:defRPr/>
            </a:pPr>
            <a:fld id="{4D2DC3F7-65CF-43E5-812B-9755C25146FA}" type="slidenum">
              <a:rPr lang="en-GB" altLang="en-US" smtClean="0"/>
              <a:pPr>
                <a:defRPr/>
              </a:pPr>
              <a:t>8</a:t>
            </a:fld>
            <a:endParaRPr lang="en-GB" altLang="en-US"/>
          </a:p>
        </p:txBody>
      </p:sp>
      <p:sp>
        <p:nvSpPr>
          <p:cNvPr id="9" name="Title 1">
            <a:extLst>
              <a:ext uri="{FF2B5EF4-FFF2-40B4-BE49-F238E27FC236}">
                <a16:creationId xmlns:a16="http://schemas.microsoft.com/office/drawing/2014/main" id="{87F2B770-86C9-9848-950F-360490D5189B}"/>
              </a:ext>
            </a:extLst>
          </p:cNvPr>
          <p:cNvSpPr txBox="1">
            <a:spLocks/>
          </p:cNvSpPr>
          <p:nvPr/>
        </p:nvSpPr>
        <p:spPr>
          <a:xfrm>
            <a:off x="1905000" y="346362"/>
            <a:ext cx="5791200" cy="1260058"/>
          </a:xfrm>
          <a:prstGeom prst="rect">
            <a:avLst/>
          </a:prstGeom>
        </p:spPr>
        <p:txBody>
          <a:bodyPr vert="horz" lIns="91440" tIns="45720" rIns="91440" bIns="45720" rtlCol="0">
            <a:normAutofit/>
          </a:bodyPr>
          <a:lstStyle>
            <a:lvl1pPr marL="273050" indent="-228600" algn="l" rtl="0" fontAlgn="base">
              <a:spcBef>
                <a:spcPct val="20000"/>
              </a:spcBef>
              <a:spcAft>
                <a:spcPct val="0"/>
              </a:spcAft>
              <a:buClr>
                <a:schemeClr val="accent1"/>
              </a:buClr>
              <a:buFont typeface="Wingdings 2" pitchFamily="18" charset="2"/>
              <a:buChar char=""/>
              <a:defRPr sz="2000" kern="1200" spc="150">
                <a:solidFill>
                  <a:schemeClr val="tx2"/>
                </a:solidFill>
                <a:latin typeface="+mn-lt"/>
                <a:ea typeface="+mn-ea"/>
                <a:cs typeface="+mn-cs"/>
              </a:defRPr>
            </a:lvl1pPr>
            <a:lvl2pPr marL="547688" indent="-182563" algn="l" rtl="0" fontAlgn="base">
              <a:spcBef>
                <a:spcPct val="20000"/>
              </a:spcBef>
              <a:spcAft>
                <a:spcPct val="0"/>
              </a:spcAft>
              <a:buClr>
                <a:schemeClr val="accent2"/>
              </a:buClr>
              <a:buFont typeface="Wingdings" pitchFamily="2" charset="2"/>
              <a:buChar char="§"/>
              <a:defRPr kern="1200" spc="100">
                <a:solidFill>
                  <a:schemeClr val="tx2"/>
                </a:solidFill>
                <a:latin typeface="+mn-lt"/>
                <a:ea typeface="+mn-ea"/>
                <a:cs typeface="+mn-cs"/>
              </a:defRPr>
            </a:lvl2pPr>
            <a:lvl3pPr marL="822325" indent="-182563" algn="l" rtl="0" fontAlgn="base">
              <a:spcBef>
                <a:spcPct val="20000"/>
              </a:spcBef>
              <a:spcAft>
                <a:spcPct val="0"/>
              </a:spcAft>
              <a:buClr>
                <a:srgbClr val="9C007F"/>
              </a:buClr>
              <a:buFont typeface="Wingdings" pitchFamily="2" charset="2"/>
              <a:buChar char="§"/>
              <a:defRPr sz="1600" kern="1200" spc="100">
                <a:solidFill>
                  <a:schemeClr val="tx2"/>
                </a:solidFill>
                <a:latin typeface="+mn-lt"/>
                <a:ea typeface="+mn-ea"/>
                <a:cs typeface="+mn-cs"/>
              </a:defRPr>
            </a:lvl3pPr>
            <a:lvl4pPr marL="1096963" indent="-182563" algn="l" rtl="0" fontAlgn="base">
              <a:spcBef>
                <a:spcPct val="20000"/>
              </a:spcBef>
              <a:spcAft>
                <a:spcPct val="0"/>
              </a:spcAft>
              <a:buClr>
                <a:srgbClr val="68007F"/>
              </a:buClr>
              <a:buFont typeface="Wingdings" pitchFamily="2" charset="2"/>
              <a:buChar char="§"/>
              <a:defRPr sz="1400" kern="1200">
                <a:solidFill>
                  <a:schemeClr val="tx2"/>
                </a:solidFill>
                <a:latin typeface="+mn-lt"/>
                <a:ea typeface="+mn-ea"/>
                <a:cs typeface="+mn-cs"/>
              </a:defRPr>
            </a:lvl4pPr>
            <a:lvl5pPr marL="1279525" indent="-182563" algn="l" rtl="0" fontAlgn="base">
              <a:spcBef>
                <a:spcPct val="20000"/>
              </a:spcBef>
              <a:spcAft>
                <a:spcPct val="0"/>
              </a:spcAft>
              <a:buClr>
                <a:srgbClr val="00349E"/>
              </a:buClr>
              <a:buFont typeface="Wingdings" pitchFamily="2" charset="2"/>
              <a:buChar char="§"/>
              <a:defRPr sz="1300" kern="1200" spc="100">
                <a:solidFill>
                  <a:schemeClr val="tx2"/>
                </a:solidFill>
                <a:latin typeface="+mn-lt"/>
                <a:ea typeface="+mn-ea"/>
                <a:cs typeface="+mn-cs"/>
              </a:defRPr>
            </a:lvl5pPr>
            <a:lvl6pPr marL="1554480" indent="-182880" algn="l" defTabSz="914400" rtl="0" eaLnBrk="1" latinLnBrk="0" hangingPunct="1">
              <a:spcBef>
                <a:spcPct val="20000"/>
              </a:spcBef>
              <a:buClr>
                <a:schemeClr val="accent1"/>
              </a:buClr>
              <a:buFont typeface="Wingdings" pitchFamily="2" charset="2"/>
              <a:buChar char="§"/>
              <a:defRPr sz="1200" kern="1200">
                <a:solidFill>
                  <a:schemeClr val="tx2"/>
                </a:solidFill>
                <a:latin typeface="+mn-lt"/>
                <a:ea typeface="+mn-ea"/>
                <a:cs typeface="+mn-cs"/>
              </a:defRPr>
            </a:lvl6pPr>
            <a:lvl7pPr marL="1828800" indent="-182880" algn="l" defTabSz="914400" rtl="0" eaLnBrk="1" latinLnBrk="0" hangingPunct="1">
              <a:spcBef>
                <a:spcPct val="20000"/>
              </a:spcBef>
              <a:buClr>
                <a:schemeClr val="accent2"/>
              </a:buClr>
              <a:buFont typeface="Wingdings" pitchFamily="2" charset="2"/>
              <a:buChar char="§"/>
              <a:defRPr sz="1200" kern="1200">
                <a:solidFill>
                  <a:schemeClr val="tx2"/>
                </a:solidFill>
                <a:latin typeface="+mn-lt"/>
                <a:ea typeface="+mn-ea"/>
                <a:cs typeface="+mn-cs"/>
              </a:defRPr>
            </a:lvl7pPr>
            <a:lvl8pPr marL="2103120" indent="-182880" algn="l" defTabSz="914400" rtl="0" eaLnBrk="1" latinLnBrk="0" hangingPunct="1">
              <a:spcBef>
                <a:spcPct val="20000"/>
              </a:spcBef>
              <a:buClr>
                <a:schemeClr val="accent3"/>
              </a:buClr>
              <a:buFont typeface="Wingdings" pitchFamily="2" charset="2"/>
              <a:buChar char="§"/>
              <a:defRPr sz="1200" kern="1200">
                <a:solidFill>
                  <a:schemeClr val="tx2"/>
                </a:solidFill>
                <a:latin typeface="+mn-lt"/>
                <a:ea typeface="+mn-ea"/>
                <a:cs typeface="+mn-cs"/>
              </a:defRPr>
            </a:lvl8pPr>
            <a:lvl9pPr marL="2377440" indent="-182880" algn="l" defTabSz="914400" rtl="0" eaLnBrk="1" latinLnBrk="0" hangingPunct="1">
              <a:spcBef>
                <a:spcPct val="20000"/>
              </a:spcBef>
              <a:buClr>
                <a:schemeClr val="accent5"/>
              </a:buClr>
              <a:buFont typeface="Wingdings" pitchFamily="2" charset="2"/>
              <a:buChar char="§"/>
              <a:defRPr sz="1200" kern="1200">
                <a:solidFill>
                  <a:schemeClr val="tx2"/>
                </a:solidFill>
                <a:latin typeface="+mn-lt"/>
                <a:ea typeface="+mn-ea"/>
                <a:cs typeface="+mn-cs"/>
              </a:defRPr>
            </a:lvl9pPr>
          </a:lstStyle>
          <a:p>
            <a:pPr marL="44450" indent="0" eaLnBrk="1" hangingPunct="1">
              <a:buNone/>
            </a:pPr>
            <a:r>
              <a:rPr lang="en-GB" sz="4800" b="1" dirty="0">
                <a:solidFill>
                  <a:schemeClr val="accent2"/>
                </a:solidFill>
                <a:effectLst>
                  <a:outerShdw blurRad="38100" dist="38100" dir="2700000" algn="tl">
                    <a:srgbClr val="000000"/>
                  </a:outerShdw>
                </a:effectLst>
                <a:latin typeface="Arial" charset="0"/>
              </a:rPr>
              <a:t>PLAGIARISM</a:t>
            </a:r>
            <a:endParaRPr lang="en-US" dirty="0"/>
          </a:p>
        </p:txBody>
      </p:sp>
    </p:spTree>
    <p:extLst>
      <p:ext uri="{BB962C8B-B14F-4D97-AF65-F5344CB8AC3E}">
        <p14:creationId xmlns:p14="http://schemas.microsoft.com/office/powerpoint/2010/main" val="2357616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idx="1"/>
          </p:nvPr>
        </p:nvSpPr>
        <p:spPr>
          <a:xfrm>
            <a:off x="467544" y="1844824"/>
            <a:ext cx="8280920" cy="2514600"/>
          </a:xfrm>
        </p:spPr>
        <p:txBody>
          <a:bodyPr>
            <a:normAutofit/>
          </a:bodyPr>
          <a:lstStyle/>
          <a:p>
            <a:pPr marL="457200" indent="-457200" eaLnBrk="1" hangingPunct="1">
              <a:lnSpc>
                <a:spcPct val="90000"/>
              </a:lnSpc>
              <a:buFont typeface="Arial" panose="020B0604020202020204" pitchFamily="34" charset="0"/>
              <a:buChar char="•"/>
            </a:pPr>
            <a:r>
              <a:rPr lang="en-US" altLang="en-US" sz="3200" b="0" dirty="0"/>
              <a:t>Plagiarism is the presenting the words, ideas, images, sounds, or the creative expression of </a:t>
            </a:r>
            <a:r>
              <a:rPr lang="en-US" altLang="en-US" sz="3200" b="0" dirty="0">
                <a:solidFill>
                  <a:srgbClr val="C00000"/>
                </a:solidFill>
              </a:rPr>
              <a:t>others as your own</a:t>
            </a:r>
            <a:r>
              <a:rPr lang="en-US" altLang="en-US" sz="3200" b="0" dirty="0"/>
              <a:t>.</a:t>
            </a:r>
          </a:p>
          <a:p>
            <a:pPr marL="457200" indent="-457200" eaLnBrk="1" hangingPunct="1">
              <a:lnSpc>
                <a:spcPct val="90000"/>
              </a:lnSpc>
              <a:buFont typeface="Arial" panose="020B0604020202020204" pitchFamily="34" charset="0"/>
              <a:buChar char="•"/>
            </a:pPr>
            <a:r>
              <a:rPr lang="en-US" altLang="en-US" sz="3200" b="0" dirty="0"/>
              <a:t>Using another’s exact words </a:t>
            </a:r>
            <a:r>
              <a:rPr lang="en-US" altLang="en-US" sz="3200" dirty="0">
                <a:solidFill>
                  <a:srgbClr val="C00000"/>
                </a:solidFill>
              </a:rPr>
              <a:t>without proper citation  </a:t>
            </a:r>
          </a:p>
          <a:p>
            <a:pPr marL="457200" indent="-457200" eaLnBrk="1" hangingPunct="1">
              <a:lnSpc>
                <a:spcPct val="90000"/>
              </a:lnSpc>
              <a:buFont typeface="Arial" panose="020B0604020202020204" pitchFamily="34" charset="0"/>
              <a:buChar char="•"/>
            </a:pPr>
            <a:endParaRPr lang="en-US" altLang="en-US" sz="3200" b="0" dirty="0"/>
          </a:p>
        </p:txBody>
      </p:sp>
      <p:sp>
        <p:nvSpPr>
          <p:cNvPr id="4098" name="Rectangle 2"/>
          <p:cNvSpPr>
            <a:spLocks noGrp="1" noChangeArrowheads="1"/>
          </p:cNvSpPr>
          <p:nvPr>
            <p:ph type="title"/>
          </p:nvPr>
        </p:nvSpPr>
        <p:spPr>
          <a:xfrm>
            <a:off x="467544" y="310632"/>
            <a:ext cx="8291264" cy="1047646"/>
          </a:xfrm>
        </p:spPr>
        <p:txBody>
          <a:bodyPr>
            <a:noAutofit/>
          </a:bodyPr>
          <a:lstStyle/>
          <a:p>
            <a:br>
              <a:rPr lang="en-GB" altLang="en-US" sz="5000" b="1" dirty="0">
                <a:solidFill>
                  <a:schemeClr val="accent2"/>
                </a:solidFill>
                <a:effectLst>
                  <a:outerShdw blurRad="38100" dist="38100" dir="2700000" algn="tl">
                    <a:srgbClr val="000000"/>
                  </a:outerShdw>
                </a:effectLst>
                <a:latin typeface="Arial" charset="0"/>
              </a:rPr>
            </a:br>
            <a:br>
              <a:rPr lang="en-GB" altLang="en-US" sz="5000" b="1" dirty="0">
                <a:solidFill>
                  <a:schemeClr val="accent2"/>
                </a:solidFill>
                <a:effectLst>
                  <a:outerShdw blurRad="38100" dist="38100" dir="2700000" algn="tl">
                    <a:srgbClr val="000000"/>
                  </a:outerShdw>
                </a:effectLst>
                <a:latin typeface="Arial" charset="0"/>
              </a:rPr>
            </a:br>
            <a:br>
              <a:rPr lang="en-GB" altLang="en-US" sz="5000" b="1" dirty="0">
                <a:solidFill>
                  <a:schemeClr val="accent2"/>
                </a:solidFill>
                <a:effectLst>
                  <a:outerShdw blurRad="38100" dist="38100" dir="2700000" algn="tl">
                    <a:srgbClr val="000000"/>
                  </a:outerShdw>
                </a:effectLst>
                <a:latin typeface="Arial" charset="0"/>
              </a:rPr>
            </a:br>
            <a:r>
              <a:rPr lang="en-GB" altLang="en-US" sz="5400" b="1" dirty="0">
                <a:solidFill>
                  <a:schemeClr val="accent2"/>
                </a:solidFill>
                <a:effectLst>
                  <a:outerShdw blurRad="38100" dist="38100" dir="2700000" algn="tl">
                    <a:srgbClr val="000000"/>
                  </a:outerShdw>
                </a:effectLst>
                <a:latin typeface="Arial" charset="0"/>
              </a:rPr>
              <a:t>plagiarism</a:t>
            </a:r>
            <a:br>
              <a:rPr lang="en-GB" altLang="en-US" sz="5000" b="1" dirty="0">
                <a:solidFill>
                  <a:schemeClr val="accent2"/>
                </a:solidFill>
                <a:effectLst>
                  <a:outerShdw blurRad="38100" dist="38100" dir="2700000" algn="tl">
                    <a:srgbClr val="000000"/>
                  </a:outerShdw>
                </a:effectLst>
                <a:latin typeface="Arial" charset="0"/>
              </a:rPr>
            </a:br>
            <a:br>
              <a:rPr lang="en-GB" altLang="en-US" sz="5000" b="1" dirty="0">
                <a:solidFill>
                  <a:schemeClr val="accent2"/>
                </a:solidFill>
                <a:effectLst>
                  <a:outerShdw blurRad="38100" dist="38100" dir="2700000" algn="tl">
                    <a:srgbClr val="000000"/>
                  </a:outerShdw>
                </a:effectLst>
                <a:latin typeface="Arial" charset="0"/>
              </a:rPr>
            </a:br>
            <a:br>
              <a:rPr lang="en-GB" altLang="en-US" sz="5000" b="1" dirty="0">
                <a:solidFill>
                  <a:schemeClr val="accent2"/>
                </a:solidFill>
                <a:effectLst>
                  <a:outerShdw blurRad="38100" dist="38100" dir="2700000" algn="tl">
                    <a:srgbClr val="000000"/>
                  </a:outerShdw>
                </a:effectLst>
                <a:latin typeface="Arial" charset="0"/>
              </a:rPr>
            </a:br>
            <a:endParaRPr lang="en-US" altLang="en-US" sz="5000" dirty="0"/>
          </a:p>
        </p:txBody>
      </p:sp>
      <p:sp>
        <p:nvSpPr>
          <p:cNvPr id="3" name="Slide Number Placeholder 2"/>
          <p:cNvSpPr>
            <a:spLocks noGrp="1"/>
          </p:cNvSpPr>
          <p:nvPr>
            <p:ph type="sldNum" sz="quarter" idx="12"/>
          </p:nvPr>
        </p:nvSpPr>
        <p:spPr/>
        <p:txBody>
          <a:bodyPr/>
          <a:lstStyle/>
          <a:p>
            <a:fld id="{77245E78-C62C-4650-B205-598406699489}" type="slidenum">
              <a:rPr lang="en-US" smtClean="0"/>
              <a:t>9</a:t>
            </a:fld>
            <a:endParaRPr lang="en-US"/>
          </a:p>
        </p:txBody>
      </p:sp>
      <p:pic>
        <p:nvPicPr>
          <p:cNvPr id="4100" name="Picture 4" descr="MCj0286954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6596" y="4293096"/>
            <a:ext cx="22098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Picture 5" descr="MCj0290885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83968" y="4311109"/>
            <a:ext cx="2427288" cy="220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31902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idx="1"/>
          </p:nvPr>
        </p:nvSpPr>
        <p:spPr/>
        <p:txBody>
          <a:bodyPr/>
          <a:lstStyle/>
          <a:p>
            <a:pPr eaLnBrk="1" hangingPunct="1"/>
            <a:endParaRPr lang="ar-SA" altLang="en-US"/>
          </a:p>
        </p:txBody>
      </p:sp>
      <p:sp>
        <p:nvSpPr>
          <p:cNvPr id="3" name="Slide Number Placeholder 2"/>
          <p:cNvSpPr>
            <a:spLocks noGrp="1"/>
          </p:cNvSpPr>
          <p:nvPr>
            <p:ph type="sldNum" sz="quarter" idx="12"/>
          </p:nvPr>
        </p:nvSpPr>
        <p:spPr/>
        <p:txBody>
          <a:bodyPr/>
          <a:lstStyle/>
          <a:p>
            <a:fld id="{77245E78-C62C-4650-B205-598406699489}" type="slidenum">
              <a:rPr lang="en-US" smtClean="0"/>
              <a:t>10</a:t>
            </a:fld>
            <a:endParaRPr lang="en-US"/>
          </a:p>
        </p:txBody>
      </p:sp>
      <p:sp>
        <p:nvSpPr>
          <p:cNvPr id="44036" name="AutoShape 4"/>
          <p:cNvSpPr>
            <a:spLocks noChangeArrowheads="1"/>
          </p:cNvSpPr>
          <p:nvPr/>
        </p:nvSpPr>
        <p:spPr bwMode="auto">
          <a:xfrm>
            <a:off x="755576" y="39414"/>
            <a:ext cx="7239000" cy="5257800"/>
          </a:xfrm>
          <a:prstGeom prst="cloudCallout">
            <a:avLst>
              <a:gd name="adj1" fmla="val -53116"/>
              <a:gd name="adj2" fmla="val 52444"/>
            </a:avLst>
          </a:prstGeom>
          <a:gradFill rotWithShape="1">
            <a:gsLst>
              <a:gs pos="0">
                <a:srgbClr val="003300"/>
              </a:gs>
              <a:gs pos="100000">
                <a:schemeClr val="tx1"/>
              </a:gs>
            </a:gsLst>
            <a:path path="rect">
              <a:fillToRect l="50000" t="50000" r="50000" b="50000"/>
            </a:path>
          </a:gradFill>
          <a:ln w="25400">
            <a:solidFill>
              <a:srgbClr val="66FF33"/>
            </a:solidFill>
            <a:prstDash val="dash"/>
            <a:round/>
            <a:headEnd/>
            <a:tailEnd/>
          </a:ln>
          <a:effectLst/>
        </p:spPr>
        <p:txBody>
          <a:bodyPr/>
          <a:lstStyle/>
          <a:p>
            <a:pPr algn="ctr">
              <a:lnSpc>
                <a:spcPct val="110000"/>
              </a:lnSpc>
              <a:defRPr/>
            </a:pPr>
            <a:r>
              <a:rPr lang="en-US" sz="4000" dirty="0">
                <a:solidFill>
                  <a:schemeClr val="bg1"/>
                </a:solidFill>
                <a:latin typeface="Comic Sans MS" pitchFamily="66" charset="0"/>
                <a:ea typeface="ＭＳ Ｐゴシック" pitchFamily="2" charset="-128"/>
              </a:rPr>
              <a:t>Plagiarism is plagiarism…</a:t>
            </a:r>
            <a:r>
              <a:rPr lang="en-US" sz="3600" dirty="0">
                <a:solidFill>
                  <a:srgbClr val="FFFF00"/>
                </a:solidFill>
                <a:latin typeface="Comic Sans MS" pitchFamily="66" charset="0"/>
                <a:ea typeface="ＭＳ Ｐゴシック" pitchFamily="2" charset="-128"/>
              </a:rPr>
              <a:t> irrespective of </a:t>
            </a:r>
            <a:r>
              <a:rPr lang="en-US" sz="3600" b="1" dirty="0">
                <a:solidFill>
                  <a:srgbClr val="FFFF00"/>
                </a:solidFill>
                <a:effectLst>
                  <a:outerShdw blurRad="38100" dist="38100" dir="2700000" algn="tl">
                    <a:srgbClr val="000000"/>
                  </a:outerShdw>
                </a:effectLst>
                <a:latin typeface="Comic Sans MS" pitchFamily="66" charset="0"/>
                <a:ea typeface="ＭＳ Ｐゴシック" pitchFamily="2" charset="-128"/>
              </a:rPr>
              <a:t>Intent, Source, Quantity and Copyright</a:t>
            </a:r>
          </a:p>
        </p:txBody>
      </p:sp>
    </p:spTree>
    <p:extLst>
      <p:ext uri="{BB962C8B-B14F-4D97-AF65-F5344CB8AC3E}">
        <p14:creationId xmlns:p14="http://schemas.microsoft.com/office/powerpoint/2010/main" val="1366456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3"/>
          <p:cNvSpPr>
            <a:spLocks noGrp="1" noChangeArrowheads="1"/>
          </p:cNvSpPr>
          <p:nvPr>
            <p:ph idx="1"/>
          </p:nvPr>
        </p:nvSpPr>
        <p:spPr>
          <a:xfrm>
            <a:off x="457200" y="1920498"/>
            <a:ext cx="8229600" cy="4114800"/>
          </a:xfrm>
        </p:spPr>
        <p:txBody>
          <a:bodyPr>
            <a:normAutofit/>
          </a:bodyPr>
          <a:lstStyle/>
          <a:p>
            <a:pPr eaLnBrk="1" hangingPunct="1">
              <a:lnSpc>
                <a:spcPct val="115000"/>
              </a:lnSpc>
              <a:spcBef>
                <a:spcPct val="35000"/>
              </a:spcBef>
              <a:buClr>
                <a:srgbClr val="66FF33"/>
              </a:buClr>
            </a:pPr>
            <a:r>
              <a:rPr lang="en-US" altLang="en-US" sz="2800" dirty="0"/>
              <a:t>Copying ideas, text, material from the web without proper accreditation</a:t>
            </a:r>
          </a:p>
          <a:p>
            <a:pPr eaLnBrk="1" hangingPunct="1">
              <a:lnSpc>
                <a:spcPct val="115000"/>
              </a:lnSpc>
              <a:spcBef>
                <a:spcPct val="35000"/>
              </a:spcBef>
              <a:buClr>
                <a:srgbClr val="66FF33"/>
              </a:buClr>
            </a:pPr>
            <a:r>
              <a:rPr lang="en-US" altLang="en-US" sz="2800" dirty="0">
                <a:solidFill>
                  <a:srgbClr val="FF0000"/>
                </a:solidFill>
              </a:rPr>
              <a:t>Digital plagiarism </a:t>
            </a:r>
            <a:r>
              <a:rPr lang="en-US" altLang="en-US" sz="2800" dirty="0"/>
              <a:t>is a term used to describe copying using computers</a:t>
            </a:r>
            <a:r>
              <a:rPr lang="en-US" altLang="en-US" sz="2800" dirty="0">
                <a:solidFill>
                  <a:srgbClr val="66FFFF"/>
                </a:solidFill>
              </a:rPr>
              <a:t>  </a:t>
            </a:r>
          </a:p>
          <a:p>
            <a:pPr eaLnBrk="1" hangingPunct="1"/>
            <a:endParaRPr lang="en-US" altLang="en-US" sz="1600" dirty="0"/>
          </a:p>
        </p:txBody>
      </p:sp>
      <p:sp>
        <p:nvSpPr>
          <p:cNvPr id="16386" name="Rectangle 2"/>
          <p:cNvSpPr>
            <a:spLocks noGrp="1" noChangeArrowheads="1"/>
          </p:cNvSpPr>
          <p:nvPr>
            <p:ph type="title"/>
          </p:nvPr>
        </p:nvSpPr>
        <p:spPr>
          <a:xfrm>
            <a:off x="685800" y="228600"/>
            <a:ext cx="7772400" cy="968152"/>
          </a:xfrm>
        </p:spPr>
        <p:txBody>
          <a:bodyPr>
            <a:normAutofit/>
          </a:bodyPr>
          <a:lstStyle/>
          <a:p>
            <a:pPr>
              <a:defRPr/>
            </a:pPr>
            <a:r>
              <a:rPr lang="en-GB" altLang="en-US" sz="4800" b="1" dirty="0">
                <a:solidFill>
                  <a:schemeClr val="accent2"/>
                </a:solidFill>
                <a:effectLst>
                  <a:outerShdw blurRad="38100" dist="38100" dir="2700000" algn="tl">
                    <a:srgbClr val="000000"/>
                  </a:outerShdw>
                </a:effectLst>
                <a:latin typeface="Arial" charset="0"/>
              </a:rPr>
              <a:t>Cyber-plagiarism?</a:t>
            </a:r>
            <a:endParaRPr lang="en-US" sz="4800" b="1" dirty="0"/>
          </a:p>
        </p:txBody>
      </p:sp>
      <p:sp>
        <p:nvSpPr>
          <p:cNvPr id="3" name="Slide Number Placeholder 2"/>
          <p:cNvSpPr>
            <a:spLocks noGrp="1"/>
          </p:cNvSpPr>
          <p:nvPr>
            <p:ph type="sldNum" sz="quarter" idx="12"/>
          </p:nvPr>
        </p:nvSpPr>
        <p:spPr/>
        <p:txBody>
          <a:bodyPr/>
          <a:lstStyle/>
          <a:p>
            <a:fld id="{77245E78-C62C-4650-B205-598406699489}" type="slidenum">
              <a:rPr lang="en-US" smtClean="0"/>
              <a:t>11</a:t>
            </a:fld>
            <a:endParaRPr lang="en-US"/>
          </a:p>
        </p:txBody>
      </p:sp>
      <p:pic>
        <p:nvPicPr>
          <p:cNvPr id="16388" name="Picture 4" descr="ALRIGHT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78625" y="4419600"/>
            <a:ext cx="2365375"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AutoShape 5"/>
          <p:cNvSpPr>
            <a:spLocks noChangeArrowheads="1"/>
          </p:cNvSpPr>
          <p:nvPr/>
        </p:nvSpPr>
        <p:spPr bwMode="auto">
          <a:xfrm>
            <a:off x="1143000" y="4191000"/>
            <a:ext cx="4343400" cy="2362200"/>
          </a:xfrm>
          <a:prstGeom prst="cloudCallout">
            <a:avLst>
              <a:gd name="adj1" fmla="val 84505"/>
              <a:gd name="adj2" fmla="val -23185"/>
            </a:avLst>
          </a:prstGeom>
          <a:gradFill rotWithShape="1">
            <a:gsLst>
              <a:gs pos="0">
                <a:srgbClr val="336600"/>
              </a:gs>
              <a:gs pos="100000">
                <a:schemeClr val="tx1"/>
              </a:gs>
            </a:gsLst>
            <a:path path="rect">
              <a:fillToRect l="50000" t="50000" r="50000" b="50000"/>
            </a:path>
          </a:gradFill>
          <a:ln w="28575">
            <a:solidFill>
              <a:srgbClr val="66FF33"/>
            </a:solidFill>
            <a:round/>
            <a:headEnd/>
            <a:tailEnd/>
          </a:ln>
        </p:spPr>
        <p:txBody>
          <a:bodyPr/>
          <a:lstStyle>
            <a:lvl1pPr>
              <a:spcBef>
                <a:spcPct val="20000"/>
              </a:spcBef>
              <a:buSzPct val="80000"/>
              <a:buFont typeface="Wingdings" pitchFamily="2" charset="2"/>
              <a:buChar char="v"/>
              <a:defRPr sz="3200">
                <a:solidFill>
                  <a:schemeClr val="bg1"/>
                </a:solidFill>
                <a:latin typeface="Arial" charset="0"/>
                <a:ea typeface="MS PGothic" pitchFamily="34" charset="-128"/>
              </a:defRPr>
            </a:lvl1pPr>
            <a:lvl2pPr marL="742950" indent="-285750">
              <a:spcBef>
                <a:spcPct val="20000"/>
              </a:spcBef>
              <a:buSzPct val="85000"/>
              <a:buFont typeface="Wingdings" pitchFamily="2" charset="2"/>
              <a:buChar char="Ø"/>
              <a:defRPr sz="2800">
                <a:solidFill>
                  <a:srgbClr val="FFFF99"/>
                </a:solidFill>
                <a:latin typeface="Arial" charset="0"/>
                <a:ea typeface="MS PGothic" pitchFamily="34" charset="-128"/>
              </a:defRPr>
            </a:lvl2pPr>
            <a:lvl3pPr marL="1143000" indent="-228600">
              <a:spcBef>
                <a:spcPct val="20000"/>
              </a:spcBef>
              <a:buChar char="•"/>
              <a:defRPr sz="2400">
                <a:solidFill>
                  <a:schemeClr val="tx1"/>
                </a:solidFill>
                <a:latin typeface="Arial" charset="0"/>
                <a:ea typeface="MS PGothic" pitchFamily="34" charset="-128"/>
              </a:defRPr>
            </a:lvl3pPr>
            <a:lvl4pPr marL="1600200" indent="-228600">
              <a:spcBef>
                <a:spcPct val="20000"/>
              </a:spcBef>
              <a:buChar char="–"/>
              <a:defRPr sz="2000">
                <a:solidFill>
                  <a:schemeClr val="tx1"/>
                </a:solidFill>
                <a:latin typeface="Arial" charset="0"/>
                <a:ea typeface="MS PGothic" pitchFamily="34" charset="-128"/>
              </a:defRPr>
            </a:lvl4pPr>
            <a:lvl5pPr marL="2057400" indent="-228600">
              <a:spcBef>
                <a:spcPct val="20000"/>
              </a:spcBef>
              <a:buChar char="»"/>
              <a:defRPr sz="2000">
                <a:solidFill>
                  <a:schemeClr val="tx1"/>
                </a:solidFill>
                <a:latin typeface="Arial" charset="0"/>
                <a:ea typeface="MS PGothic"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MS PGothic"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MS PGothic"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MS PGothic"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MS PGothic" pitchFamily="34" charset="-128"/>
              </a:defRPr>
            </a:lvl9pPr>
          </a:lstStyle>
          <a:p>
            <a:pPr algn="ctr" eaLnBrk="1" hangingPunct="1">
              <a:spcBef>
                <a:spcPct val="0"/>
              </a:spcBef>
              <a:buSzTx/>
              <a:buFontTx/>
              <a:buNone/>
            </a:pPr>
            <a:endParaRPr lang="ar-SA" altLang="en-US" sz="1800">
              <a:solidFill>
                <a:schemeClr val="tx1"/>
              </a:solidFill>
            </a:endParaRPr>
          </a:p>
        </p:txBody>
      </p:sp>
      <p:sp>
        <p:nvSpPr>
          <p:cNvPr id="16390" name="Text Box 6"/>
          <p:cNvSpPr txBox="1">
            <a:spLocks noChangeArrowheads="1"/>
          </p:cNvSpPr>
          <p:nvPr/>
        </p:nvSpPr>
        <p:spPr bwMode="auto">
          <a:xfrm>
            <a:off x="1752600" y="4465638"/>
            <a:ext cx="35052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80000"/>
              <a:buFont typeface="Wingdings" pitchFamily="2" charset="2"/>
              <a:buChar char="v"/>
              <a:defRPr sz="3200">
                <a:solidFill>
                  <a:schemeClr val="bg1"/>
                </a:solidFill>
                <a:latin typeface="Arial" charset="0"/>
                <a:ea typeface="MS PGothic" pitchFamily="34" charset="-128"/>
              </a:defRPr>
            </a:lvl1pPr>
            <a:lvl2pPr marL="742950" indent="-285750">
              <a:spcBef>
                <a:spcPct val="20000"/>
              </a:spcBef>
              <a:buSzPct val="85000"/>
              <a:buFont typeface="Wingdings" pitchFamily="2" charset="2"/>
              <a:buChar char="Ø"/>
              <a:defRPr sz="2800">
                <a:solidFill>
                  <a:srgbClr val="FFFF99"/>
                </a:solidFill>
                <a:latin typeface="Arial" charset="0"/>
                <a:ea typeface="MS PGothic" pitchFamily="34" charset="-128"/>
              </a:defRPr>
            </a:lvl2pPr>
            <a:lvl3pPr marL="1143000" indent="-228600">
              <a:spcBef>
                <a:spcPct val="20000"/>
              </a:spcBef>
              <a:buChar char="•"/>
              <a:defRPr sz="2400">
                <a:solidFill>
                  <a:schemeClr val="tx1"/>
                </a:solidFill>
                <a:latin typeface="Arial" charset="0"/>
                <a:ea typeface="MS PGothic" pitchFamily="34" charset="-128"/>
              </a:defRPr>
            </a:lvl3pPr>
            <a:lvl4pPr marL="1600200" indent="-228600">
              <a:spcBef>
                <a:spcPct val="20000"/>
              </a:spcBef>
              <a:buChar char="–"/>
              <a:defRPr sz="2000">
                <a:solidFill>
                  <a:schemeClr val="tx1"/>
                </a:solidFill>
                <a:latin typeface="Arial" charset="0"/>
                <a:ea typeface="MS PGothic" pitchFamily="34" charset="-128"/>
              </a:defRPr>
            </a:lvl4pPr>
            <a:lvl5pPr marL="2057400" indent="-228600">
              <a:spcBef>
                <a:spcPct val="20000"/>
              </a:spcBef>
              <a:buChar char="»"/>
              <a:defRPr sz="2000">
                <a:solidFill>
                  <a:schemeClr val="tx1"/>
                </a:solidFill>
                <a:latin typeface="Arial" charset="0"/>
                <a:ea typeface="MS PGothic"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MS PGothic"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MS PGothic"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MS PGothic"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MS PGothic" pitchFamily="34" charset="-128"/>
              </a:defRPr>
            </a:lvl9pPr>
          </a:lstStyle>
          <a:p>
            <a:pPr eaLnBrk="1" hangingPunct="1">
              <a:spcBef>
                <a:spcPct val="50000"/>
              </a:spcBef>
              <a:buSzTx/>
              <a:buFontTx/>
              <a:buNone/>
            </a:pPr>
            <a:r>
              <a:rPr lang="en-US" altLang="en-US" sz="2800" dirty="0">
                <a:solidFill>
                  <a:srgbClr val="FFFF99"/>
                </a:solidFill>
                <a:latin typeface="Comic Sans MS" pitchFamily="66" charset="0"/>
              </a:rPr>
              <a:t>Creativity is fine but plagiarism is faster…hmmm</a:t>
            </a:r>
          </a:p>
        </p:txBody>
      </p:sp>
    </p:spTree>
    <p:extLst>
      <p:ext uri="{BB962C8B-B14F-4D97-AF65-F5344CB8AC3E}">
        <p14:creationId xmlns:p14="http://schemas.microsoft.com/office/powerpoint/2010/main" val="7172642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nodeType="afterEffect">
                                  <p:stCondLst>
                                    <p:cond delay="0"/>
                                  </p:stCondLst>
                                  <p:childTnLst>
                                    <p:set>
                                      <p:cBhvr>
                                        <p:cTn id="6" dur="1" fill="hold">
                                          <p:stCondLst>
                                            <p:cond delay="0"/>
                                          </p:stCondLst>
                                        </p:cTn>
                                        <p:tgtEl>
                                          <p:spTgt spid="16388"/>
                                        </p:tgtEl>
                                        <p:attrNameLst>
                                          <p:attrName>style.visibility</p:attrName>
                                        </p:attrNameLst>
                                      </p:cBhvr>
                                      <p:to>
                                        <p:strVal val="visible"/>
                                      </p:to>
                                    </p:set>
                                    <p:anim calcmode="lin" valueType="num">
                                      <p:cBhvr additive="base">
                                        <p:cTn id="7" dur="500" fill="hold"/>
                                        <p:tgtEl>
                                          <p:spTgt spid="16388"/>
                                        </p:tgtEl>
                                        <p:attrNameLst>
                                          <p:attrName>ppt_x</p:attrName>
                                        </p:attrNameLst>
                                      </p:cBhvr>
                                      <p:tavLst>
                                        <p:tav tm="0">
                                          <p:val>
                                            <p:strVal val="0-#ppt_w/2"/>
                                          </p:val>
                                        </p:tav>
                                        <p:tav tm="100000">
                                          <p:val>
                                            <p:strVal val="#ppt_x"/>
                                          </p:val>
                                        </p:tav>
                                      </p:tavLst>
                                    </p:anim>
                                    <p:anim calcmode="lin" valueType="num">
                                      <p:cBhvr additive="base">
                                        <p:cTn id="8" dur="500" fill="hold"/>
                                        <p:tgtEl>
                                          <p:spTgt spid="16388"/>
                                        </p:tgtEl>
                                        <p:attrNameLst>
                                          <p:attrName>ppt_y</p:attrName>
                                        </p:attrNameLst>
                                      </p:cBhvr>
                                      <p:tavLst>
                                        <p:tav tm="0">
                                          <p:val>
                                            <p:strVal val="0-#ppt_h/2"/>
                                          </p:val>
                                        </p:tav>
                                        <p:tav tm="100000">
                                          <p:val>
                                            <p:strVal val="#ppt_y"/>
                                          </p:val>
                                        </p:tav>
                                      </p:tavLst>
                                    </p:anim>
                                  </p:childTnLst>
                                </p:cTn>
                              </p:par>
                              <p:par>
                                <p:cTn id="9" presetID="5" presetClass="entr" presetSubtype="10" fill="hold" grpId="0" nodeType="withEffect">
                                  <p:stCondLst>
                                    <p:cond delay="0"/>
                                  </p:stCondLst>
                                  <p:childTnLst>
                                    <p:set>
                                      <p:cBhvr>
                                        <p:cTn id="10" dur="1" fill="hold">
                                          <p:stCondLst>
                                            <p:cond delay="0"/>
                                          </p:stCondLst>
                                        </p:cTn>
                                        <p:tgtEl>
                                          <p:spTgt spid="16389"/>
                                        </p:tgtEl>
                                        <p:attrNameLst>
                                          <p:attrName>style.visibility</p:attrName>
                                        </p:attrNameLst>
                                      </p:cBhvr>
                                      <p:to>
                                        <p:strVal val="visible"/>
                                      </p:to>
                                    </p:set>
                                    <p:animEffect transition="in" filter="checkerboard(across)">
                                      <p:cBhvr>
                                        <p:cTn id="11" dur="500"/>
                                        <p:tgtEl>
                                          <p:spTgt spid="16389"/>
                                        </p:tgtEl>
                                      </p:cBhvr>
                                    </p:animEffect>
                                  </p:childTnLst>
                                </p:cTn>
                              </p:par>
                              <p:par>
                                <p:cTn id="12" presetID="5" presetClass="entr" presetSubtype="10" fill="hold" grpId="0" nodeType="withEffect">
                                  <p:stCondLst>
                                    <p:cond delay="0"/>
                                  </p:stCondLst>
                                  <p:childTnLst>
                                    <p:set>
                                      <p:cBhvr>
                                        <p:cTn id="13" dur="1" fill="hold">
                                          <p:stCondLst>
                                            <p:cond delay="0"/>
                                          </p:stCondLst>
                                        </p:cTn>
                                        <p:tgtEl>
                                          <p:spTgt spid="16390"/>
                                        </p:tgtEl>
                                        <p:attrNameLst>
                                          <p:attrName>style.visibility</p:attrName>
                                        </p:attrNameLst>
                                      </p:cBhvr>
                                      <p:to>
                                        <p:strVal val="visible"/>
                                      </p:to>
                                    </p:set>
                                    <p:animEffect transition="in" filter="checkerboard(across)">
                                      <p:cBhvr>
                                        <p:cTn id="14" dur="500"/>
                                        <p:tgtEl>
                                          <p:spTgt spid="163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animBg="1"/>
      <p:bldP spid="1639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7245E78-C62C-4650-B205-598406699489}" type="slidenum">
              <a:rPr lang="en-US" smtClean="0"/>
              <a:t>12</a:t>
            </a:fld>
            <a:endParaRPr lang="en-US"/>
          </a:p>
        </p:txBody>
      </p:sp>
      <p:pic>
        <p:nvPicPr>
          <p:cNvPr id="1536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533400"/>
            <a:ext cx="8588375"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5366" name="Text Box 8"/>
          <p:cNvSpPr txBox="1">
            <a:spLocks noChangeArrowheads="1"/>
          </p:cNvSpPr>
          <p:nvPr/>
        </p:nvSpPr>
        <p:spPr bwMode="auto">
          <a:xfrm>
            <a:off x="1676400" y="5029200"/>
            <a:ext cx="5791200" cy="1798638"/>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SzPct val="80000"/>
              <a:buFont typeface="Wingdings" pitchFamily="2" charset="2"/>
              <a:buChar char="v"/>
              <a:defRPr sz="3200">
                <a:solidFill>
                  <a:schemeClr val="bg1"/>
                </a:solidFill>
                <a:latin typeface="Arial" charset="0"/>
                <a:ea typeface="MS PGothic" pitchFamily="34" charset="-128"/>
              </a:defRPr>
            </a:lvl1pPr>
            <a:lvl2pPr marL="742950" indent="-285750">
              <a:spcBef>
                <a:spcPct val="20000"/>
              </a:spcBef>
              <a:buSzPct val="85000"/>
              <a:buFont typeface="Wingdings" pitchFamily="2" charset="2"/>
              <a:buChar char="Ø"/>
              <a:defRPr sz="2800">
                <a:solidFill>
                  <a:srgbClr val="FFFF99"/>
                </a:solidFill>
                <a:latin typeface="Arial" charset="0"/>
                <a:ea typeface="MS PGothic" pitchFamily="34" charset="-128"/>
              </a:defRPr>
            </a:lvl2pPr>
            <a:lvl3pPr marL="1143000" indent="-228600">
              <a:spcBef>
                <a:spcPct val="20000"/>
              </a:spcBef>
              <a:buChar char="•"/>
              <a:defRPr sz="2400">
                <a:solidFill>
                  <a:schemeClr val="tx1"/>
                </a:solidFill>
                <a:latin typeface="Arial" charset="0"/>
                <a:ea typeface="MS PGothic" pitchFamily="34" charset="-128"/>
              </a:defRPr>
            </a:lvl3pPr>
            <a:lvl4pPr marL="1600200" indent="-228600">
              <a:spcBef>
                <a:spcPct val="20000"/>
              </a:spcBef>
              <a:buChar char="–"/>
              <a:defRPr sz="2000">
                <a:solidFill>
                  <a:schemeClr val="tx1"/>
                </a:solidFill>
                <a:latin typeface="Arial" charset="0"/>
                <a:ea typeface="MS PGothic" pitchFamily="34" charset="-128"/>
              </a:defRPr>
            </a:lvl4pPr>
            <a:lvl5pPr marL="2057400" indent="-228600">
              <a:spcBef>
                <a:spcPct val="20000"/>
              </a:spcBef>
              <a:buChar char="»"/>
              <a:defRPr sz="2000">
                <a:solidFill>
                  <a:schemeClr val="tx1"/>
                </a:solidFill>
                <a:latin typeface="Arial" charset="0"/>
                <a:ea typeface="MS PGothic"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MS PGothic"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MS PGothic"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MS PGothic"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MS PGothic" pitchFamily="34" charset="-128"/>
              </a:defRPr>
            </a:lvl9pPr>
          </a:lstStyle>
          <a:p>
            <a:pPr algn="ctr">
              <a:spcBef>
                <a:spcPct val="50000"/>
              </a:spcBef>
              <a:buSzTx/>
              <a:buFontTx/>
              <a:buNone/>
            </a:pPr>
            <a:r>
              <a:rPr lang="en-US" altLang="en-US" b="1">
                <a:solidFill>
                  <a:schemeClr val="tx1"/>
                </a:solidFill>
              </a:rPr>
              <a:t>‘You’ve copied all this off the internet…’</a:t>
            </a:r>
          </a:p>
          <a:p>
            <a:pPr algn="ctr">
              <a:spcBef>
                <a:spcPct val="50000"/>
              </a:spcBef>
              <a:buSzTx/>
              <a:buFontTx/>
              <a:buNone/>
            </a:pPr>
            <a:endParaRPr lang="en-US" altLang="en-US" b="1">
              <a:solidFill>
                <a:schemeClr val="tx1"/>
              </a:solidFill>
            </a:endParaRPr>
          </a:p>
        </p:txBody>
      </p:sp>
    </p:spTree>
    <p:extLst>
      <p:ext uri="{BB962C8B-B14F-4D97-AF65-F5344CB8AC3E}">
        <p14:creationId xmlns:p14="http://schemas.microsoft.com/office/powerpoint/2010/main" val="2726402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7245E78-C62C-4650-B205-598406699489}" type="slidenum">
              <a:rPr lang="en-US" smtClean="0"/>
              <a:t>13</a:t>
            </a:fld>
            <a:endParaRPr lang="en-US"/>
          </a:p>
        </p:txBody>
      </p:sp>
      <p:pic>
        <p:nvPicPr>
          <p:cNvPr id="2867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363" y="609600"/>
            <a:ext cx="8572500" cy="5359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Tree>
    <p:extLst>
      <p:ext uri="{BB962C8B-B14F-4D97-AF65-F5344CB8AC3E}">
        <p14:creationId xmlns:p14="http://schemas.microsoft.com/office/powerpoint/2010/main" val="2651559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5166" y="1850702"/>
            <a:ext cx="8496944" cy="4641379"/>
          </a:xfrm>
        </p:spPr>
        <p:txBody>
          <a:bodyPr>
            <a:noAutofit/>
          </a:bodyPr>
          <a:lstStyle/>
          <a:p>
            <a:pPr marL="342900" indent="-342900">
              <a:buFont typeface="Arial" panose="020B0604020202020204" pitchFamily="34" charset="0"/>
              <a:buChar char="•"/>
            </a:pPr>
            <a:r>
              <a:rPr lang="en-MY" b="0" dirty="0"/>
              <a:t>Using an image, video or piece of music in a work you have produced </a:t>
            </a:r>
            <a:r>
              <a:rPr lang="en-MY" b="1" u="sng" dirty="0"/>
              <a:t>without receiving proper permission or providing appropriate citation</a:t>
            </a:r>
            <a:r>
              <a:rPr lang="en-MY" b="0" dirty="0"/>
              <a:t> is </a:t>
            </a:r>
            <a:r>
              <a:rPr lang="en-MY" dirty="0"/>
              <a:t>plagiarism</a:t>
            </a:r>
            <a:r>
              <a:rPr lang="en-MY" b="0" dirty="0"/>
              <a:t>. </a:t>
            </a:r>
          </a:p>
          <a:p>
            <a:pPr marL="342900" indent="-342900">
              <a:buFont typeface="Arial" panose="020B0604020202020204" pitchFamily="34" charset="0"/>
              <a:buChar char="•"/>
            </a:pPr>
            <a:r>
              <a:rPr lang="en-MY" b="0" dirty="0"/>
              <a:t>The following activities are very common in today’s society. Despite their popularity, they still count as </a:t>
            </a:r>
            <a:r>
              <a:rPr lang="en-MY" dirty="0"/>
              <a:t>plagiarism</a:t>
            </a:r>
            <a:r>
              <a:rPr lang="en-MY" b="0" dirty="0"/>
              <a:t>.</a:t>
            </a:r>
          </a:p>
          <a:p>
            <a:pPr marL="800100" lvl="1" indent="-342900" algn="just"/>
            <a:r>
              <a:rPr lang="en-MY" sz="2000" b="0" dirty="0">
                <a:solidFill>
                  <a:srgbClr val="C00000"/>
                </a:solidFill>
              </a:rPr>
              <a:t>Copying media </a:t>
            </a:r>
            <a:r>
              <a:rPr lang="en-MY" sz="2000" b="0" dirty="0"/>
              <a:t>(especially images) from other websites to paste them into your own papers or websites.</a:t>
            </a:r>
          </a:p>
          <a:p>
            <a:pPr marL="800100" lvl="1" indent="-342900" algn="just"/>
            <a:r>
              <a:rPr lang="en-MY" sz="2000" b="0" dirty="0">
                <a:solidFill>
                  <a:srgbClr val="C00000"/>
                </a:solidFill>
              </a:rPr>
              <a:t>Making a video </a:t>
            </a:r>
            <a:r>
              <a:rPr lang="en-MY" sz="2000" b="0" dirty="0"/>
              <a:t>using footage from others’ videos or using copyrighted music as part of the soundtrack.</a:t>
            </a:r>
          </a:p>
          <a:p>
            <a:pPr marL="800100" lvl="1" indent="-342900" algn="just"/>
            <a:r>
              <a:rPr lang="en-MY" sz="2000" b="0" dirty="0">
                <a:solidFill>
                  <a:srgbClr val="C00000"/>
                </a:solidFill>
              </a:rPr>
              <a:t>Performing another person’s copyrighted</a:t>
            </a:r>
            <a:r>
              <a:rPr lang="en-MY" sz="2000" b="0" dirty="0"/>
              <a:t> music (i.e., playing a cover).</a:t>
            </a:r>
          </a:p>
          <a:p>
            <a:pPr marL="800100" lvl="1" indent="-342900" algn="just"/>
            <a:r>
              <a:rPr lang="en-MY" sz="2000" b="0" dirty="0">
                <a:solidFill>
                  <a:srgbClr val="C00000"/>
                </a:solidFill>
              </a:rPr>
              <a:t>Composing a piece of music that borrows </a:t>
            </a:r>
            <a:r>
              <a:rPr lang="en-MY" sz="2000" b="0" dirty="0"/>
              <a:t>heavily from another composition.</a:t>
            </a:r>
          </a:p>
          <a:p>
            <a:pPr marL="342900" indent="-342900">
              <a:buFont typeface="Arial" panose="020B0604020202020204" pitchFamily="34" charset="0"/>
              <a:buChar char="•"/>
            </a:pPr>
            <a:endParaRPr lang="en-US" b="0" dirty="0"/>
          </a:p>
        </p:txBody>
      </p:sp>
      <p:sp>
        <p:nvSpPr>
          <p:cNvPr id="2" name="Title 1"/>
          <p:cNvSpPr>
            <a:spLocks noGrp="1"/>
          </p:cNvSpPr>
          <p:nvPr>
            <p:ph type="title"/>
          </p:nvPr>
        </p:nvSpPr>
        <p:spPr>
          <a:xfrm>
            <a:off x="462372" y="457200"/>
            <a:ext cx="8219256" cy="828010"/>
          </a:xfrm>
        </p:spPr>
        <p:txBody>
          <a:bodyPr>
            <a:normAutofit/>
          </a:bodyPr>
          <a:lstStyle/>
          <a:p>
            <a:r>
              <a:rPr lang="en-GB" altLang="en-US" b="1" dirty="0">
                <a:solidFill>
                  <a:schemeClr val="accent2"/>
                </a:solidFill>
                <a:effectLst>
                  <a:outerShdw blurRad="38100" dist="38100" dir="2700000" algn="tl">
                    <a:srgbClr val="000000"/>
                  </a:outerShdw>
                </a:effectLst>
                <a:latin typeface="Arial" charset="0"/>
              </a:rPr>
              <a:t>Images, audio, music, videos?</a:t>
            </a:r>
            <a:endParaRPr lang="en-US" sz="3200" dirty="0"/>
          </a:p>
        </p:txBody>
      </p:sp>
      <p:sp>
        <p:nvSpPr>
          <p:cNvPr id="5" name="Slide Number Placeholder 4"/>
          <p:cNvSpPr>
            <a:spLocks noGrp="1"/>
          </p:cNvSpPr>
          <p:nvPr>
            <p:ph type="sldNum" sz="quarter" idx="12"/>
          </p:nvPr>
        </p:nvSpPr>
        <p:spPr/>
        <p:txBody>
          <a:bodyPr/>
          <a:lstStyle/>
          <a:p>
            <a:fld id="{77245E78-C62C-4650-B205-598406699489}" type="slidenum">
              <a:rPr lang="en-US" smtClean="0"/>
              <a:t>14</a:t>
            </a:fld>
            <a:endParaRPr lang="en-US"/>
          </a:p>
        </p:txBody>
      </p:sp>
    </p:spTree>
    <p:extLst>
      <p:ext uri="{BB962C8B-B14F-4D97-AF65-F5344CB8AC3E}">
        <p14:creationId xmlns:p14="http://schemas.microsoft.com/office/powerpoint/2010/main" val="4270234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609600" y="457200"/>
            <a:ext cx="75438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en-GB" altLang="en-US" sz="3600" b="1" dirty="0">
                <a:solidFill>
                  <a:schemeClr val="accent2"/>
                </a:solidFill>
                <a:effectLst>
                  <a:outerShdw blurRad="38100" dist="38100" dir="2700000" algn="tl">
                    <a:srgbClr val="000000"/>
                  </a:outerShdw>
                </a:effectLst>
                <a:latin typeface="Arial" charset="0"/>
              </a:rPr>
              <a:t>Why is plagiarism a bad thing?</a:t>
            </a:r>
          </a:p>
        </p:txBody>
      </p:sp>
      <p:sp>
        <p:nvSpPr>
          <p:cNvPr id="3" name="TextBox 2"/>
          <p:cNvSpPr txBox="1"/>
          <p:nvPr/>
        </p:nvSpPr>
        <p:spPr>
          <a:xfrm>
            <a:off x="395536" y="1412776"/>
            <a:ext cx="8418647" cy="4308872"/>
          </a:xfrm>
          <a:prstGeom prst="rect">
            <a:avLst/>
          </a:prstGeom>
          <a:noFill/>
        </p:spPr>
        <p:txBody>
          <a:bodyPr wrap="square" rtlCol="0">
            <a:spAutoFit/>
          </a:bodyPr>
          <a:lstStyle/>
          <a:p>
            <a:pPr marL="285750" indent="-285750">
              <a:buFont typeface="Arial" panose="020B0604020202020204" pitchFamily="34" charset="0"/>
              <a:buChar char="•"/>
            </a:pPr>
            <a:r>
              <a:rPr lang="en-GB" altLang="en-US" sz="3200" b="1" dirty="0">
                <a:solidFill>
                  <a:schemeClr val="tx1">
                    <a:lumMod val="65000"/>
                    <a:lumOff val="35000"/>
                  </a:schemeClr>
                </a:solidFill>
              </a:rPr>
              <a:t>Because it </a:t>
            </a:r>
            <a:r>
              <a:rPr lang="en-GB" altLang="en-US" sz="3200" b="1" dirty="0">
                <a:solidFill>
                  <a:srgbClr val="C00000"/>
                </a:solidFill>
              </a:rPr>
              <a:t>infringes academic ethics </a:t>
            </a:r>
            <a:r>
              <a:rPr lang="en-GB" altLang="en-US" sz="3200" b="1" dirty="0">
                <a:solidFill>
                  <a:schemeClr val="tx1">
                    <a:lumMod val="65000"/>
                    <a:lumOff val="35000"/>
                  </a:schemeClr>
                </a:solidFill>
              </a:rPr>
              <a:t>and academic norms</a:t>
            </a:r>
          </a:p>
          <a:p>
            <a:pPr marL="285750" indent="-285750">
              <a:buFont typeface="Arial" panose="020B0604020202020204" pitchFamily="34" charset="0"/>
              <a:buChar char="•"/>
            </a:pPr>
            <a:r>
              <a:rPr lang="en-GB" altLang="en-US" sz="3200" b="1" dirty="0">
                <a:solidFill>
                  <a:schemeClr val="tx1">
                    <a:lumMod val="65000"/>
                    <a:lumOff val="35000"/>
                  </a:schemeClr>
                </a:solidFill>
              </a:rPr>
              <a:t>Because it is a </a:t>
            </a:r>
            <a:r>
              <a:rPr lang="en-GB" altLang="en-US" sz="3200" b="1" dirty="0">
                <a:solidFill>
                  <a:srgbClr val="C00000"/>
                </a:solidFill>
              </a:rPr>
              <a:t>form of theft </a:t>
            </a:r>
            <a:r>
              <a:rPr lang="en-GB" altLang="en-US" sz="3200" b="1" dirty="0">
                <a:solidFill>
                  <a:schemeClr val="tx1">
                    <a:lumMod val="65000"/>
                    <a:lumOff val="35000"/>
                  </a:schemeClr>
                </a:solidFill>
              </a:rPr>
              <a:t>and a type of fraud</a:t>
            </a:r>
          </a:p>
          <a:p>
            <a:pPr marL="285750" indent="-285750">
              <a:buFont typeface="Arial" panose="020B0604020202020204" pitchFamily="34" charset="0"/>
              <a:buChar char="•"/>
            </a:pPr>
            <a:r>
              <a:rPr lang="en-GB" altLang="en-US" sz="3200" b="1" dirty="0">
                <a:solidFill>
                  <a:schemeClr val="tx1">
                    <a:lumMod val="65000"/>
                    <a:lumOff val="35000"/>
                  </a:schemeClr>
                </a:solidFill>
              </a:rPr>
              <a:t>Because plagiarists ultimately cheat themselves</a:t>
            </a:r>
          </a:p>
          <a:p>
            <a:pPr marL="285750" indent="-285750">
              <a:buFont typeface="Arial" panose="020B0604020202020204" pitchFamily="34" charset="0"/>
              <a:buChar char="•"/>
            </a:pPr>
            <a:r>
              <a:rPr lang="en-GB" altLang="en-US" sz="3200" b="1" dirty="0">
                <a:solidFill>
                  <a:schemeClr val="tx1">
                    <a:lumMod val="65000"/>
                    <a:lumOff val="35000"/>
                  </a:schemeClr>
                </a:solidFill>
              </a:rPr>
              <a:t>Because plagiarists </a:t>
            </a:r>
            <a:r>
              <a:rPr lang="en-GB" altLang="en-US" sz="3200" b="1" dirty="0">
                <a:solidFill>
                  <a:srgbClr val="C00000"/>
                </a:solidFill>
              </a:rPr>
              <a:t>cheat their fellow friends</a:t>
            </a:r>
          </a:p>
          <a:p>
            <a:pPr marL="285750" indent="-285750">
              <a:buFont typeface="Arial" panose="020B0604020202020204" pitchFamily="34" charset="0"/>
              <a:buChar char="•"/>
            </a:pPr>
            <a:r>
              <a:rPr lang="en-GB" altLang="en-US" sz="3200" b="1" dirty="0">
                <a:solidFill>
                  <a:schemeClr val="tx1">
                    <a:lumMod val="65000"/>
                    <a:lumOff val="35000"/>
                  </a:schemeClr>
                </a:solidFill>
              </a:rPr>
              <a:t>Because plagiarism </a:t>
            </a:r>
            <a:r>
              <a:rPr lang="en-GB" altLang="en-US" sz="3200" b="1" dirty="0">
                <a:solidFill>
                  <a:srgbClr val="C00000"/>
                </a:solidFill>
              </a:rPr>
              <a:t>reflects incompetence</a:t>
            </a:r>
          </a:p>
          <a:p>
            <a:endParaRPr lang="en-GB" altLang="en-US" b="1" dirty="0">
              <a:solidFill>
                <a:schemeClr val="tx1">
                  <a:lumMod val="65000"/>
                  <a:lumOff val="35000"/>
                </a:schemeClr>
              </a:solidFill>
            </a:endParaRPr>
          </a:p>
        </p:txBody>
      </p:sp>
      <p:sp>
        <p:nvSpPr>
          <p:cNvPr id="5" name="Slide Number Placeholder 4"/>
          <p:cNvSpPr>
            <a:spLocks noGrp="1"/>
          </p:cNvSpPr>
          <p:nvPr>
            <p:ph type="sldNum" sz="quarter" idx="12"/>
          </p:nvPr>
        </p:nvSpPr>
        <p:spPr/>
        <p:txBody>
          <a:bodyPr/>
          <a:lstStyle/>
          <a:p>
            <a:fld id="{77245E78-C62C-4650-B205-598406699489}" type="slidenum">
              <a:rPr lang="en-US" smtClean="0"/>
              <a:t>15</a:t>
            </a:fld>
            <a:endParaRPr lang="en-US"/>
          </a:p>
        </p:txBody>
      </p:sp>
    </p:spTree>
    <p:extLst>
      <p:ext uri="{BB962C8B-B14F-4D97-AF65-F5344CB8AC3E}">
        <p14:creationId xmlns:p14="http://schemas.microsoft.com/office/powerpoint/2010/main" val="34867296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with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slide(fromLeft)">
                                      <p:cBhvr>
                                        <p:cTn id="7" dur="500"/>
                                        <p:tgtEl>
                                          <p:spTgt spid="8194"/>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autoUpdateAnimBg="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304800" y="457200"/>
            <a:ext cx="8305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en-GB" altLang="en-US" sz="3600" b="1" cap="all" spc="-60" dirty="0">
                <a:solidFill>
                  <a:srgbClr val="AB7942"/>
                </a:solidFill>
                <a:effectLst>
                  <a:outerShdw blurRad="38100" dist="38100" dir="2700000" algn="tl">
                    <a:srgbClr val="000000"/>
                  </a:outerShdw>
                </a:effectLst>
                <a:latin typeface="Arial" charset="0"/>
              </a:rPr>
              <a:t>What happens to plagiarists?</a:t>
            </a:r>
            <a:endParaRPr lang="en-GB" altLang="en-US" sz="3600" b="1" dirty="0">
              <a:solidFill>
                <a:srgbClr val="AB7942"/>
              </a:solidFill>
              <a:effectLst>
                <a:outerShdw blurRad="38100" dist="38100" dir="2700000" algn="tl">
                  <a:srgbClr val="000000"/>
                </a:outerShdw>
              </a:effectLst>
              <a:latin typeface="Arial" charset="0"/>
            </a:endParaRPr>
          </a:p>
        </p:txBody>
      </p:sp>
      <p:pic>
        <p:nvPicPr>
          <p:cNvPr id="1026" name="Picture 2" descr="Image result for images of kena gantu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484784"/>
            <a:ext cx="7294959" cy="486037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2483768" y="6453336"/>
            <a:ext cx="6126832" cy="276999"/>
          </a:xfrm>
          <a:prstGeom prst="rect">
            <a:avLst/>
          </a:prstGeom>
          <a:noFill/>
        </p:spPr>
        <p:txBody>
          <a:bodyPr wrap="square" rtlCol="0">
            <a:spAutoFit/>
          </a:bodyPr>
          <a:lstStyle/>
          <a:p>
            <a:pPr algn="r"/>
            <a:r>
              <a:rPr lang="en-MY" sz="1200" dirty="0">
                <a:hlinkClick r:id="rId3"/>
              </a:rPr>
              <a:t>Image taken from: https://www.mstar.com.my/lokal/semasa/2017/12/27/hukum-gantung</a:t>
            </a:r>
            <a:endParaRPr lang="en-US" sz="1200" dirty="0"/>
          </a:p>
        </p:txBody>
      </p:sp>
      <p:sp>
        <p:nvSpPr>
          <p:cNvPr id="4" name="Slide Number Placeholder 3"/>
          <p:cNvSpPr>
            <a:spLocks noGrp="1"/>
          </p:cNvSpPr>
          <p:nvPr>
            <p:ph type="sldNum" sz="quarter" idx="12"/>
          </p:nvPr>
        </p:nvSpPr>
        <p:spPr/>
        <p:txBody>
          <a:bodyPr/>
          <a:lstStyle/>
          <a:p>
            <a:fld id="{77245E78-C62C-4650-B205-598406699489}" type="slidenum">
              <a:rPr lang="en-US" smtClean="0"/>
              <a:t>16</a:t>
            </a:fld>
            <a:endParaRPr lang="en-US"/>
          </a:p>
        </p:txBody>
      </p:sp>
    </p:spTree>
    <p:extLst>
      <p:ext uri="{BB962C8B-B14F-4D97-AF65-F5344CB8AC3E}">
        <p14:creationId xmlns:p14="http://schemas.microsoft.com/office/powerpoint/2010/main" val="14310050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withEffect">
                                  <p:stCondLst>
                                    <p:cond delay="0"/>
                                  </p:stCondLst>
                                  <p:childTnLst>
                                    <p:set>
                                      <p:cBhvr>
                                        <p:cTn id="6" dur="1" fill="hold">
                                          <p:stCondLst>
                                            <p:cond delay="0"/>
                                          </p:stCondLst>
                                        </p:cTn>
                                        <p:tgtEl>
                                          <p:spTgt spid="12290"/>
                                        </p:tgtEl>
                                        <p:attrNameLst>
                                          <p:attrName>style.visibility</p:attrName>
                                        </p:attrNameLst>
                                      </p:cBhvr>
                                      <p:to>
                                        <p:strVal val="visible"/>
                                      </p:to>
                                    </p:set>
                                    <p:anim calcmode="lin" valueType="num">
                                      <p:cBhvr additive="base">
                                        <p:cTn id="7" dur="500"/>
                                        <p:tgtEl>
                                          <p:spTgt spid="12290"/>
                                        </p:tgtEl>
                                        <p:attrNameLst>
                                          <p:attrName>ppt_x</p:attrName>
                                        </p:attrNameLst>
                                      </p:cBhvr>
                                      <p:tavLst>
                                        <p:tav tm="0">
                                          <p:val>
                                            <p:strVal val="#ppt_x-#ppt_w*1.125000"/>
                                          </p:val>
                                        </p:tav>
                                        <p:tav tm="100000">
                                          <p:val>
                                            <p:strVal val="#ppt_x"/>
                                          </p:val>
                                        </p:tav>
                                      </p:tavLst>
                                    </p:anim>
                                    <p:animEffect transition="in" filter="wipe(right)">
                                      <p:cBhvr>
                                        <p:cTn id="8" dur="500"/>
                                        <p:tgtEl>
                                          <p:spTgt spid="12290"/>
                                        </p:tgtEl>
                                      </p:cBhvr>
                                    </p:animEffect>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026"/>
                                        </p:tgtEl>
                                        <p:attrNameLst>
                                          <p:attrName>style.visibility</p:attrName>
                                        </p:attrNameLst>
                                      </p:cBhvr>
                                      <p:to>
                                        <p:strVal val="visible"/>
                                      </p:to>
                                    </p:set>
                                    <p:anim calcmode="lin" valueType="num">
                                      <p:cBhvr additive="base">
                                        <p:cTn id="12" dur="500" fill="hold"/>
                                        <p:tgtEl>
                                          <p:spTgt spid="1026"/>
                                        </p:tgtEl>
                                        <p:attrNameLst>
                                          <p:attrName>ppt_x</p:attrName>
                                        </p:attrNameLst>
                                      </p:cBhvr>
                                      <p:tavLst>
                                        <p:tav tm="0">
                                          <p:val>
                                            <p:strVal val="#ppt_x"/>
                                          </p:val>
                                        </p:tav>
                                        <p:tav tm="100000">
                                          <p:val>
                                            <p:strVal val="#ppt_x"/>
                                          </p:val>
                                        </p:tav>
                                      </p:tavLst>
                                    </p:anim>
                                    <p:anim calcmode="lin" valueType="num">
                                      <p:cBhvr additive="base">
                                        <p:cTn id="13"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4"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201748" y="175915"/>
            <a:ext cx="7238999" cy="6476217"/>
          </a:xfrm>
          <a:noFill/>
        </p:spPr>
      </p:pic>
      <p:sp>
        <p:nvSpPr>
          <p:cNvPr id="3" name="Slide Number Placeholder 2"/>
          <p:cNvSpPr>
            <a:spLocks noGrp="1"/>
          </p:cNvSpPr>
          <p:nvPr>
            <p:ph type="sldNum" sz="quarter" idx="12"/>
          </p:nvPr>
        </p:nvSpPr>
        <p:spPr/>
        <p:txBody>
          <a:bodyPr/>
          <a:lstStyle/>
          <a:p>
            <a:fld id="{77245E78-C62C-4650-B205-598406699489}" type="slidenum">
              <a:rPr lang="en-US" smtClean="0"/>
              <a:t>17</a:t>
            </a:fld>
            <a:endParaRPr lang="en-US"/>
          </a:p>
        </p:txBody>
      </p:sp>
      <p:sp>
        <p:nvSpPr>
          <p:cNvPr id="30725" name="Text Box 7"/>
          <p:cNvSpPr txBox="1">
            <a:spLocks noChangeArrowheads="1"/>
          </p:cNvSpPr>
          <p:nvPr/>
        </p:nvSpPr>
        <p:spPr bwMode="auto">
          <a:xfrm>
            <a:off x="1201749" y="5301208"/>
            <a:ext cx="7239000" cy="1373188"/>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SzPct val="80000"/>
              <a:buFont typeface="Wingdings" pitchFamily="2" charset="2"/>
              <a:buChar char="v"/>
              <a:defRPr sz="3200">
                <a:solidFill>
                  <a:schemeClr val="bg1"/>
                </a:solidFill>
                <a:latin typeface="Arial" charset="0"/>
                <a:ea typeface="MS PGothic" pitchFamily="34" charset="-128"/>
              </a:defRPr>
            </a:lvl1pPr>
            <a:lvl2pPr marL="742950" indent="-285750">
              <a:spcBef>
                <a:spcPct val="20000"/>
              </a:spcBef>
              <a:buSzPct val="85000"/>
              <a:buFont typeface="Wingdings" pitchFamily="2" charset="2"/>
              <a:buChar char="Ø"/>
              <a:defRPr sz="2800">
                <a:solidFill>
                  <a:srgbClr val="FFFF99"/>
                </a:solidFill>
                <a:latin typeface="Arial" charset="0"/>
                <a:ea typeface="MS PGothic" pitchFamily="34" charset="-128"/>
              </a:defRPr>
            </a:lvl2pPr>
            <a:lvl3pPr marL="1143000" indent="-228600">
              <a:spcBef>
                <a:spcPct val="20000"/>
              </a:spcBef>
              <a:buChar char="•"/>
              <a:defRPr sz="2400">
                <a:solidFill>
                  <a:schemeClr val="tx1"/>
                </a:solidFill>
                <a:latin typeface="Arial" charset="0"/>
                <a:ea typeface="MS PGothic" pitchFamily="34" charset="-128"/>
              </a:defRPr>
            </a:lvl3pPr>
            <a:lvl4pPr marL="1600200" indent="-228600">
              <a:spcBef>
                <a:spcPct val="20000"/>
              </a:spcBef>
              <a:buChar char="–"/>
              <a:defRPr sz="2000">
                <a:solidFill>
                  <a:schemeClr val="tx1"/>
                </a:solidFill>
                <a:latin typeface="Arial" charset="0"/>
                <a:ea typeface="MS PGothic" pitchFamily="34" charset="-128"/>
              </a:defRPr>
            </a:lvl4pPr>
            <a:lvl5pPr marL="2057400" indent="-228600">
              <a:spcBef>
                <a:spcPct val="20000"/>
              </a:spcBef>
              <a:buChar char="»"/>
              <a:defRPr sz="2000">
                <a:solidFill>
                  <a:schemeClr val="tx1"/>
                </a:solidFill>
                <a:latin typeface="Arial" charset="0"/>
                <a:ea typeface="MS PGothic"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MS PGothic"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MS PGothic"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MS PGothic"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MS PGothic" pitchFamily="34" charset="-128"/>
              </a:defRPr>
            </a:lvl9pPr>
          </a:lstStyle>
          <a:p>
            <a:pPr algn="ctr">
              <a:spcBef>
                <a:spcPct val="50000"/>
              </a:spcBef>
              <a:buSzTx/>
              <a:buFontTx/>
              <a:buNone/>
            </a:pPr>
            <a:r>
              <a:rPr lang="en-US" altLang="en-US" sz="2800" dirty="0">
                <a:solidFill>
                  <a:schemeClr val="tx1"/>
                </a:solidFill>
              </a:rPr>
              <a:t>“It’s not the same. I was caught stealing office supplies. You on the other hand, got caught stealing ideas.”</a:t>
            </a:r>
          </a:p>
        </p:txBody>
      </p:sp>
    </p:spTree>
    <p:extLst>
      <p:ext uri="{BB962C8B-B14F-4D97-AF65-F5344CB8AC3E}">
        <p14:creationId xmlns:p14="http://schemas.microsoft.com/office/powerpoint/2010/main" val="33730091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228601"/>
            <a:ext cx="8075240" cy="1066800"/>
          </a:xfrm>
        </p:spPr>
        <p:txBody>
          <a:bodyPr/>
          <a:lstStyle/>
          <a:p>
            <a:r>
              <a:rPr lang="en-GB" altLang="en-US" sz="3200" b="1" dirty="0">
                <a:solidFill>
                  <a:schemeClr val="accent2"/>
                </a:solidFill>
                <a:effectLst>
                  <a:outerShdw blurRad="38100" dist="38100" dir="2700000" algn="tl">
                    <a:srgbClr val="000000"/>
                  </a:outerShdw>
                </a:effectLst>
                <a:latin typeface="Arial" charset="0"/>
              </a:rPr>
              <a:t>What happens to plagiarists?</a:t>
            </a:r>
          </a:p>
          <a:p>
            <a:endParaRPr lang="en-US" dirty="0"/>
          </a:p>
        </p:txBody>
      </p:sp>
      <p:sp>
        <p:nvSpPr>
          <p:cNvPr id="5" name="Slide Number Placeholder 4"/>
          <p:cNvSpPr>
            <a:spLocks noGrp="1"/>
          </p:cNvSpPr>
          <p:nvPr>
            <p:ph type="sldNum" sz="quarter" idx="11"/>
          </p:nvPr>
        </p:nvSpPr>
        <p:spPr/>
        <p:txBody>
          <a:bodyPr/>
          <a:lstStyle/>
          <a:p>
            <a:fld id="{77245E78-C62C-4650-B205-598406699489}" type="slidenum">
              <a:rPr lang="en-US" smtClean="0"/>
              <a:t>18</a:t>
            </a:fld>
            <a:endParaRPr lang="en-US"/>
          </a:p>
        </p:txBody>
      </p:sp>
      <p:sp>
        <p:nvSpPr>
          <p:cNvPr id="4" name="TextBox 3"/>
          <p:cNvSpPr txBox="1"/>
          <p:nvPr/>
        </p:nvSpPr>
        <p:spPr>
          <a:xfrm>
            <a:off x="280557" y="1012954"/>
            <a:ext cx="8415185" cy="4832092"/>
          </a:xfrm>
          <a:prstGeom prst="rect">
            <a:avLst/>
          </a:prstGeom>
          <a:noFill/>
        </p:spPr>
        <p:txBody>
          <a:bodyPr wrap="square" rtlCol="0">
            <a:spAutoFit/>
          </a:bodyPr>
          <a:lstStyle/>
          <a:p>
            <a:pPr marL="285750" indent="-285750">
              <a:buFont typeface="Arial" panose="020B0604020202020204" pitchFamily="34" charset="0"/>
              <a:buChar char="•"/>
            </a:pPr>
            <a:r>
              <a:rPr lang="en-US" altLang="en-US" sz="2800" dirty="0"/>
              <a:t>The consequences are </a:t>
            </a:r>
            <a:r>
              <a:rPr lang="en-US" altLang="en-US" sz="2800" dirty="0">
                <a:solidFill>
                  <a:srgbClr val="C00000"/>
                </a:solidFill>
              </a:rPr>
              <a:t>not worth </a:t>
            </a:r>
            <a:r>
              <a:rPr lang="en-US" altLang="en-US" sz="2800" dirty="0"/>
              <a:t>the risks!</a:t>
            </a:r>
          </a:p>
          <a:p>
            <a:pPr marL="742950" lvl="1" indent="-285750">
              <a:buFont typeface="Arial" panose="020B0604020202020204" pitchFamily="34" charset="0"/>
              <a:buChar char="•"/>
            </a:pPr>
            <a:r>
              <a:rPr lang="en-MY" sz="2800" dirty="0"/>
              <a:t>Students who plagiarize or otherwise engage in academic dishonesty face serious consequences.  </a:t>
            </a:r>
          </a:p>
          <a:p>
            <a:pPr marL="742950" lvl="1" indent="-285750">
              <a:buFont typeface="Arial" panose="020B0604020202020204" pitchFamily="34" charset="0"/>
              <a:buChar char="•"/>
            </a:pPr>
            <a:r>
              <a:rPr lang="en-MY" sz="2800" dirty="0"/>
              <a:t>Sanctions may include, but are not limited to, failure on an assignment, grade reduction or course failure, suspension, and possibly dismissal. </a:t>
            </a:r>
          </a:p>
          <a:p>
            <a:pPr marL="742950" lvl="1" indent="-285750">
              <a:buFont typeface="Arial" panose="020B0604020202020204" pitchFamily="34" charset="0"/>
              <a:buChar char="•"/>
            </a:pPr>
            <a:r>
              <a:rPr lang="en-GB" altLang="en-US" sz="2800" dirty="0"/>
              <a:t>Possible disciplinary action by the University</a:t>
            </a:r>
            <a:endParaRPr lang="en-US" altLang="en-US" sz="2800" dirty="0"/>
          </a:p>
          <a:p>
            <a:pPr marL="742950" lvl="1" indent="-285750">
              <a:buFont typeface="Arial" panose="020B0604020202020204" pitchFamily="34" charset="0"/>
              <a:buChar char="•"/>
            </a:pPr>
            <a:r>
              <a:rPr lang="en-MY" sz="2800" dirty="0"/>
              <a:t>Many students are accused of plagiarism because they simply don't understand it and, therefore, don't know how to avoid it.</a:t>
            </a:r>
          </a:p>
          <a:p>
            <a:pPr marL="742950" lvl="1" indent="-285750">
              <a:buFont typeface="Arial" panose="020B0604020202020204" pitchFamily="34" charset="0"/>
              <a:buChar char="•"/>
            </a:pPr>
            <a:r>
              <a:rPr lang="en-US" altLang="en-US" sz="2800" dirty="0"/>
              <a:t>Cheating is unethical behavior  </a:t>
            </a:r>
          </a:p>
        </p:txBody>
      </p:sp>
    </p:spTree>
    <p:extLst>
      <p:ext uri="{BB962C8B-B14F-4D97-AF65-F5344CB8AC3E}">
        <p14:creationId xmlns:p14="http://schemas.microsoft.com/office/powerpoint/2010/main" val="2274645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752600"/>
            <a:ext cx="8748464" cy="4876800"/>
          </a:xfrm>
        </p:spPr>
        <p:txBody>
          <a:bodyPr>
            <a:noAutofit/>
          </a:bodyPr>
          <a:lstStyle/>
          <a:p>
            <a:r>
              <a:rPr lang="en-MY" sz="3200" b="0" dirty="0"/>
              <a:t>In a survey of 24,000 students at 70 high schools, Donald McCabe (Rutgers University) found that: </a:t>
            </a:r>
          </a:p>
          <a:p>
            <a:pPr marL="457200" indent="-457200">
              <a:buFont typeface="Arial" panose="020B0604020202020204" pitchFamily="34" charset="0"/>
              <a:buChar char="•"/>
            </a:pPr>
            <a:r>
              <a:rPr lang="en-MY" sz="3200" b="0" dirty="0">
                <a:solidFill>
                  <a:srgbClr val="C00000"/>
                </a:solidFill>
              </a:rPr>
              <a:t>64 percent </a:t>
            </a:r>
            <a:r>
              <a:rPr lang="en-MY" sz="3200" b="0" dirty="0"/>
              <a:t>of students admitted to cheating on a test, </a:t>
            </a:r>
          </a:p>
          <a:p>
            <a:pPr marL="457200" indent="-457200">
              <a:buFont typeface="Arial" panose="020B0604020202020204" pitchFamily="34" charset="0"/>
              <a:buChar char="•"/>
            </a:pPr>
            <a:r>
              <a:rPr lang="en-MY" sz="3200" b="0" dirty="0">
                <a:solidFill>
                  <a:srgbClr val="C00000"/>
                </a:solidFill>
              </a:rPr>
              <a:t>58 percent </a:t>
            </a:r>
            <a:r>
              <a:rPr lang="en-MY" sz="3200" b="0" dirty="0"/>
              <a:t>admitted to plagiarism and </a:t>
            </a:r>
          </a:p>
          <a:p>
            <a:pPr marL="457200" indent="-457200">
              <a:buFont typeface="Arial" panose="020B0604020202020204" pitchFamily="34" charset="0"/>
              <a:buChar char="•"/>
            </a:pPr>
            <a:r>
              <a:rPr lang="en-MY" sz="3200" b="0" dirty="0">
                <a:solidFill>
                  <a:srgbClr val="C00000"/>
                </a:solidFill>
              </a:rPr>
              <a:t>95 percent </a:t>
            </a:r>
            <a:r>
              <a:rPr lang="en-MY" sz="3200" b="0" dirty="0"/>
              <a:t>said they participated in some form of cheating, whether it was on a test, plagiarism or copying homework.</a:t>
            </a:r>
          </a:p>
        </p:txBody>
      </p:sp>
      <p:sp>
        <p:nvSpPr>
          <p:cNvPr id="2" name="Title 1"/>
          <p:cNvSpPr>
            <a:spLocks noGrp="1"/>
          </p:cNvSpPr>
          <p:nvPr>
            <p:ph type="title"/>
          </p:nvPr>
        </p:nvSpPr>
        <p:spPr>
          <a:xfrm>
            <a:off x="395536" y="356166"/>
            <a:ext cx="8496944" cy="900018"/>
          </a:xfrm>
        </p:spPr>
        <p:txBody>
          <a:bodyPr>
            <a:noAutofit/>
          </a:bodyPr>
          <a:lstStyle/>
          <a:p>
            <a:r>
              <a:rPr lang="en-GB" altLang="en-US" b="1" dirty="0">
                <a:solidFill>
                  <a:schemeClr val="accent2"/>
                </a:solidFill>
                <a:effectLst>
                  <a:outerShdw blurRad="38100" dist="38100" dir="2700000" algn="tl">
                    <a:srgbClr val="000000"/>
                  </a:outerShdw>
                </a:effectLst>
                <a:latin typeface="Arial" charset="0"/>
              </a:rPr>
              <a:t>What happens to plagiarists?</a:t>
            </a:r>
            <a:endParaRPr lang="en-US" dirty="0"/>
          </a:p>
        </p:txBody>
      </p:sp>
      <p:sp>
        <p:nvSpPr>
          <p:cNvPr id="5" name="Slide Number Placeholder 4"/>
          <p:cNvSpPr>
            <a:spLocks noGrp="1"/>
          </p:cNvSpPr>
          <p:nvPr>
            <p:ph type="sldNum" sz="quarter" idx="12"/>
          </p:nvPr>
        </p:nvSpPr>
        <p:spPr/>
        <p:txBody>
          <a:bodyPr/>
          <a:lstStyle/>
          <a:p>
            <a:fld id="{77245E78-C62C-4650-B205-598406699489}" type="slidenum">
              <a:rPr lang="en-US" smtClean="0"/>
              <a:t>19</a:t>
            </a:fld>
            <a:endParaRPr lang="en-US"/>
          </a:p>
        </p:txBody>
      </p:sp>
    </p:spTree>
    <p:extLst>
      <p:ext uri="{BB962C8B-B14F-4D97-AF65-F5344CB8AC3E}">
        <p14:creationId xmlns:p14="http://schemas.microsoft.com/office/powerpoint/2010/main" val="4173801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idx="1"/>
          </p:nvPr>
        </p:nvSpPr>
        <p:spPr>
          <a:xfrm>
            <a:off x="251520" y="1752600"/>
            <a:ext cx="8424936" cy="4373563"/>
          </a:xfrm>
        </p:spPr>
        <p:txBody>
          <a:bodyPr>
            <a:noAutofit/>
          </a:bodyPr>
          <a:lstStyle/>
          <a:p>
            <a:pPr eaLnBrk="1" hangingPunct="1">
              <a:lnSpc>
                <a:spcPct val="80000"/>
              </a:lnSpc>
              <a:buFont typeface="Times"/>
              <a:buNone/>
            </a:pPr>
            <a:r>
              <a:rPr lang="en-US" altLang="en-US" sz="3200" b="1" u="sng" dirty="0"/>
              <a:t>“A study of 4,500 students at 25 schools:</a:t>
            </a:r>
          </a:p>
          <a:p>
            <a:pPr eaLnBrk="1" hangingPunct="1">
              <a:lnSpc>
                <a:spcPct val="80000"/>
              </a:lnSpc>
              <a:buFont typeface="Times"/>
              <a:buNone/>
            </a:pPr>
            <a:endParaRPr lang="en-US" altLang="en-US" sz="3600" b="1" dirty="0">
              <a:solidFill>
                <a:schemeClr val="hlink"/>
              </a:solidFill>
            </a:endParaRPr>
          </a:p>
          <a:p>
            <a:pPr algn="ctr" eaLnBrk="1" hangingPunct="1">
              <a:lnSpc>
                <a:spcPct val="80000"/>
              </a:lnSpc>
              <a:buFont typeface="Times"/>
              <a:buNone/>
            </a:pPr>
            <a:r>
              <a:rPr lang="en-US" altLang="en-US" sz="3600" b="1" dirty="0">
                <a:solidFill>
                  <a:srgbClr val="C00000"/>
                </a:solidFill>
              </a:rPr>
              <a:t>72% </a:t>
            </a:r>
            <a:r>
              <a:rPr lang="en-US" altLang="en-US" sz="3600" b="1" dirty="0">
                <a:solidFill>
                  <a:schemeClr val="hlink"/>
                </a:solidFill>
              </a:rPr>
              <a:t>admitted to serious cheating on written assignments using the Internet.”</a:t>
            </a:r>
          </a:p>
          <a:p>
            <a:pPr eaLnBrk="1" hangingPunct="1">
              <a:lnSpc>
                <a:spcPct val="80000"/>
              </a:lnSpc>
              <a:buFont typeface="Times"/>
              <a:buNone/>
            </a:pPr>
            <a:endParaRPr lang="en-US" altLang="en-US" sz="3600" b="1" dirty="0">
              <a:solidFill>
                <a:schemeClr val="hlink"/>
              </a:solidFill>
            </a:endParaRPr>
          </a:p>
          <a:p>
            <a:pPr eaLnBrk="1" hangingPunct="1">
              <a:lnSpc>
                <a:spcPct val="80000"/>
              </a:lnSpc>
              <a:buFont typeface="Times"/>
              <a:buNone/>
            </a:pPr>
            <a:r>
              <a:rPr lang="en-US" altLang="en-US" dirty="0"/>
              <a:t>Based on the research of Donald L. McCabe, Rutgers University</a:t>
            </a:r>
          </a:p>
          <a:p>
            <a:pPr eaLnBrk="1" hangingPunct="1">
              <a:lnSpc>
                <a:spcPct val="80000"/>
              </a:lnSpc>
              <a:buFont typeface="Times"/>
              <a:buNone/>
            </a:pPr>
            <a:r>
              <a:rPr lang="en-US" altLang="en-US" dirty="0"/>
              <a:t>Source: “CIA Research.” Center for Academic Integrity, Duke University, 2003  &lt;</a:t>
            </a:r>
            <a:r>
              <a:rPr lang="en-US" altLang="en-US" dirty="0">
                <a:hlinkClick r:id="rId2"/>
              </a:rPr>
              <a:t>http://academicintegrity.org/cai_research.asp</a:t>
            </a:r>
            <a:r>
              <a:rPr lang="en-US" altLang="en-US" dirty="0"/>
              <a:t>&gt;.</a:t>
            </a:r>
            <a:r>
              <a:rPr lang="en-US" altLang="en-US" sz="3200" dirty="0"/>
              <a:t> </a:t>
            </a:r>
            <a:endParaRPr lang="en-US" altLang="en-US" sz="2800" dirty="0"/>
          </a:p>
          <a:p>
            <a:pPr eaLnBrk="1" hangingPunct="1">
              <a:lnSpc>
                <a:spcPct val="80000"/>
              </a:lnSpc>
            </a:pPr>
            <a:endParaRPr lang="en-US" altLang="en-US" sz="2800" dirty="0"/>
          </a:p>
          <a:p>
            <a:pPr eaLnBrk="1" hangingPunct="1">
              <a:lnSpc>
                <a:spcPct val="80000"/>
              </a:lnSpc>
            </a:pPr>
            <a:endParaRPr lang="en-US" altLang="en-US" sz="2800" dirty="0"/>
          </a:p>
          <a:p>
            <a:pPr eaLnBrk="1" hangingPunct="1">
              <a:lnSpc>
                <a:spcPct val="80000"/>
              </a:lnSpc>
            </a:pPr>
            <a:endParaRPr lang="en-US" altLang="en-US" sz="2800" dirty="0"/>
          </a:p>
        </p:txBody>
      </p:sp>
      <p:sp>
        <p:nvSpPr>
          <p:cNvPr id="6146" name="Rectangle 2"/>
          <p:cNvSpPr>
            <a:spLocks noGrp="1" noChangeArrowheads="1"/>
          </p:cNvSpPr>
          <p:nvPr>
            <p:ph type="title"/>
          </p:nvPr>
        </p:nvSpPr>
        <p:spPr>
          <a:xfrm>
            <a:off x="370645" y="300714"/>
            <a:ext cx="8147248" cy="900018"/>
          </a:xfrm>
        </p:spPr>
        <p:txBody>
          <a:bodyPr>
            <a:normAutofit/>
          </a:bodyPr>
          <a:lstStyle/>
          <a:p>
            <a:r>
              <a:rPr lang="en-GB" altLang="en-US" b="1" dirty="0">
                <a:solidFill>
                  <a:schemeClr val="accent2"/>
                </a:solidFill>
                <a:effectLst>
                  <a:outerShdw blurRad="38100" dist="38100" dir="2700000" algn="tl">
                    <a:srgbClr val="000000"/>
                  </a:outerShdw>
                </a:effectLst>
                <a:latin typeface="Arial" charset="0"/>
              </a:rPr>
              <a:t>What happens to plagiarists?</a:t>
            </a:r>
            <a:endParaRPr lang="en-US" altLang="en-US" dirty="0"/>
          </a:p>
        </p:txBody>
      </p:sp>
      <p:sp>
        <p:nvSpPr>
          <p:cNvPr id="3" name="Slide Number Placeholder 2"/>
          <p:cNvSpPr>
            <a:spLocks noGrp="1"/>
          </p:cNvSpPr>
          <p:nvPr>
            <p:ph type="sldNum" sz="quarter" idx="12"/>
          </p:nvPr>
        </p:nvSpPr>
        <p:spPr/>
        <p:txBody>
          <a:bodyPr/>
          <a:lstStyle/>
          <a:p>
            <a:fld id="{77245E78-C62C-4650-B205-598406699489}" type="slidenum">
              <a:rPr lang="en-US" smtClean="0"/>
              <a:t>20</a:t>
            </a:fld>
            <a:endParaRPr lang="en-US"/>
          </a:p>
        </p:txBody>
      </p:sp>
    </p:spTree>
    <p:extLst>
      <p:ext uri="{BB962C8B-B14F-4D97-AF65-F5344CB8AC3E}">
        <p14:creationId xmlns:p14="http://schemas.microsoft.com/office/powerpoint/2010/main" val="34603222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600200"/>
            <a:ext cx="8568952" cy="5638800"/>
          </a:xfrm>
        </p:spPr>
        <p:txBody>
          <a:bodyPr>
            <a:noAutofit/>
          </a:bodyPr>
          <a:lstStyle/>
          <a:p>
            <a:r>
              <a:rPr lang="en-MY" sz="1600" dirty="0"/>
              <a:t>A survey of over 63,700 US undergraduate and 9,250 graduate students over the course of three years (2012-2015)--conducted by Donald McCabe, Rutgers University--revealed the following:</a:t>
            </a:r>
          </a:p>
          <a:p>
            <a:pPr lvl="1"/>
            <a:r>
              <a:rPr lang="en-MY" sz="1600" dirty="0"/>
              <a:t>36% of undergraduates admit to “paraphrasing/copying few sentences from Internet source without footnoting it.”</a:t>
            </a:r>
          </a:p>
          <a:p>
            <a:pPr lvl="2"/>
            <a:r>
              <a:rPr lang="en-MY" sz="1400" dirty="0"/>
              <a:t>24% of graduate students self report doing the same</a:t>
            </a:r>
          </a:p>
          <a:p>
            <a:pPr lvl="1"/>
            <a:r>
              <a:rPr lang="en-MY" sz="1600" dirty="0"/>
              <a:t>38% admit to “paraphrasing/copying few sentences from written source without footnoting it.”</a:t>
            </a:r>
          </a:p>
          <a:p>
            <a:pPr lvl="2"/>
            <a:r>
              <a:rPr lang="en-MY" sz="1400" dirty="0"/>
              <a:t>25% of graduate students self report doing the same</a:t>
            </a:r>
          </a:p>
          <a:p>
            <a:pPr lvl="1"/>
            <a:r>
              <a:rPr lang="en-MY" sz="1600" dirty="0"/>
              <a:t>14% of students admit to “fabricating/falsifying a bibliography”</a:t>
            </a:r>
          </a:p>
          <a:p>
            <a:pPr lvl="2"/>
            <a:r>
              <a:rPr lang="en-MY" sz="1400" dirty="0"/>
              <a:t>7% of graduate students self report doing the same</a:t>
            </a:r>
          </a:p>
          <a:p>
            <a:pPr lvl="1"/>
            <a:r>
              <a:rPr lang="en-MY" sz="1600" dirty="0"/>
              <a:t>7% self report copying materials “almost word for word from a written source without citation.”</a:t>
            </a:r>
          </a:p>
          <a:p>
            <a:pPr lvl="2"/>
            <a:r>
              <a:rPr lang="en-MY" sz="1400" dirty="0"/>
              <a:t>4% of graduate students self report doing the same</a:t>
            </a:r>
          </a:p>
          <a:p>
            <a:pPr lvl="1"/>
            <a:r>
              <a:rPr lang="en-MY" sz="1600" dirty="0"/>
              <a:t>7% self report “turning in work done by another.”</a:t>
            </a:r>
          </a:p>
          <a:p>
            <a:pPr lvl="2"/>
            <a:r>
              <a:rPr lang="en-MY" sz="1400" dirty="0"/>
              <a:t>3% of graduate students self report doing the same</a:t>
            </a:r>
          </a:p>
          <a:p>
            <a:pPr lvl="1"/>
            <a:r>
              <a:rPr lang="en-MY" sz="1600" dirty="0"/>
              <a:t>3% report “obtaining paper from term paper mill.”</a:t>
            </a:r>
          </a:p>
          <a:p>
            <a:pPr lvl="2"/>
            <a:r>
              <a:rPr lang="en-MY" sz="1400" dirty="0"/>
              <a:t>2% of graduate students report doing so</a:t>
            </a:r>
          </a:p>
          <a:p>
            <a:endParaRPr lang="en-US" sz="1600" dirty="0"/>
          </a:p>
        </p:txBody>
      </p:sp>
      <p:sp>
        <p:nvSpPr>
          <p:cNvPr id="2" name="Title 1"/>
          <p:cNvSpPr>
            <a:spLocks noGrp="1"/>
          </p:cNvSpPr>
          <p:nvPr>
            <p:ph type="title"/>
          </p:nvPr>
        </p:nvSpPr>
        <p:spPr>
          <a:xfrm>
            <a:off x="462372" y="410131"/>
            <a:ext cx="8219256" cy="828010"/>
          </a:xfrm>
        </p:spPr>
        <p:txBody>
          <a:bodyPr/>
          <a:lstStyle/>
          <a:p>
            <a:r>
              <a:rPr lang="en-GB" altLang="en-US" b="1" dirty="0">
                <a:solidFill>
                  <a:schemeClr val="accent2"/>
                </a:solidFill>
                <a:effectLst>
                  <a:outerShdw blurRad="38100" dist="38100" dir="2700000" algn="tl">
                    <a:srgbClr val="000000"/>
                  </a:outerShdw>
                </a:effectLst>
                <a:latin typeface="Arial" charset="0"/>
              </a:rPr>
              <a:t>What happens to plagiarists?</a:t>
            </a:r>
            <a:endParaRPr lang="en-US" dirty="0"/>
          </a:p>
        </p:txBody>
      </p:sp>
      <p:sp>
        <p:nvSpPr>
          <p:cNvPr id="5" name="Slide Number Placeholder 4"/>
          <p:cNvSpPr>
            <a:spLocks noGrp="1"/>
          </p:cNvSpPr>
          <p:nvPr>
            <p:ph type="sldNum" sz="quarter" idx="12"/>
          </p:nvPr>
        </p:nvSpPr>
        <p:spPr/>
        <p:txBody>
          <a:bodyPr/>
          <a:lstStyle/>
          <a:p>
            <a:fld id="{77245E78-C62C-4650-B205-598406699489}" type="slidenum">
              <a:rPr lang="en-US" smtClean="0"/>
              <a:t>21</a:t>
            </a:fld>
            <a:endParaRPr lang="en-US"/>
          </a:p>
        </p:txBody>
      </p:sp>
    </p:spTree>
    <p:extLst>
      <p:ext uri="{BB962C8B-B14F-4D97-AF65-F5344CB8AC3E}">
        <p14:creationId xmlns:p14="http://schemas.microsoft.com/office/powerpoint/2010/main" val="4943546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198499" y="1436688"/>
            <a:ext cx="8305800" cy="5257800"/>
          </a:xfrm>
        </p:spPr>
        <p:txBody>
          <a:bodyPr>
            <a:normAutofit/>
          </a:bodyPr>
          <a:lstStyle/>
          <a:p>
            <a:pPr eaLnBrk="1" hangingPunct="1">
              <a:lnSpc>
                <a:spcPct val="105000"/>
              </a:lnSpc>
              <a:buFont typeface="Wingdings" pitchFamily="2" charset="2"/>
              <a:buNone/>
            </a:pPr>
            <a:r>
              <a:rPr lang="en-US" altLang="en-US" sz="2700" b="1" dirty="0"/>
              <a:t>Saturday, March 17, 2007 - </a:t>
            </a:r>
            <a:r>
              <a:rPr lang="en-US" altLang="en-US" sz="2700" dirty="0"/>
              <a:t>R. A. </a:t>
            </a:r>
            <a:r>
              <a:rPr lang="en-US" altLang="en-US" sz="2700" dirty="0" err="1"/>
              <a:t>Mashelkar</a:t>
            </a:r>
            <a:r>
              <a:rPr lang="en-US" altLang="en-US" sz="2700" dirty="0"/>
              <a:t> resigns from patent panel following </a:t>
            </a:r>
            <a:r>
              <a:rPr lang="en-US" altLang="en-US" sz="2700" b="1" u="sng" dirty="0">
                <a:solidFill>
                  <a:srgbClr val="FF0000"/>
                </a:solidFill>
              </a:rPr>
              <a:t>plagiarism</a:t>
            </a:r>
            <a:r>
              <a:rPr lang="en-US" altLang="en-US" sz="2700" dirty="0">
                <a:solidFill>
                  <a:srgbClr val="FF0000"/>
                </a:solidFill>
              </a:rPr>
              <a:t> </a:t>
            </a:r>
            <a:r>
              <a:rPr lang="en-US" altLang="en-US" sz="2700" dirty="0"/>
              <a:t>charge </a:t>
            </a:r>
          </a:p>
          <a:p>
            <a:pPr eaLnBrk="1" hangingPunct="1">
              <a:lnSpc>
                <a:spcPct val="105000"/>
              </a:lnSpc>
            </a:pPr>
            <a:r>
              <a:rPr lang="en-US" altLang="en-US" sz="2700" dirty="0"/>
              <a:t>Dr. </a:t>
            </a:r>
            <a:r>
              <a:rPr lang="en-US" altLang="en-US" sz="2700" dirty="0" err="1"/>
              <a:t>Mashelkar</a:t>
            </a:r>
            <a:r>
              <a:rPr lang="en-US" altLang="en-US" sz="2700" dirty="0"/>
              <a:t> confirmed to </a:t>
            </a:r>
            <a:r>
              <a:rPr lang="en-US" altLang="en-US" sz="2700" i="1" dirty="0"/>
              <a:t>The Hindu</a:t>
            </a:r>
            <a:r>
              <a:rPr lang="en-US" altLang="en-US" sz="2700" dirty="0"/>
              <a:t> that certain lines used in their report's conclusion had been taken "verbatim" from a November 2005 paper that was authored by </a:t>
            </a:r>
            <a:r>
              <a:rPr lang="en-US" altLang="en-US" sz="2700" dirty="0" err="1"/>
              <a:t>Shamnad</a:t>
            </a:r>
            <a:r>
              <a:rPr lang="en-US" altLang="en-US" sz="2700" dirty="0"/>
              <a:t> </a:t>
            </a:r>
            <a:r>
              <a:rPr lang="en-US" altLang="en-US" sz="2700" dirty="0" err="1"/>
              <a:t>Basheer</a:t>
            </a:r>
            <a:r>
              <a:rPr lang="en-US" altLang="en-US" sz="2700" dirty="0"/>
              <a:t>, a doctoral student and an Associate at the Oxford Intellectual Property Research Centre, University of Oxford. (Feb 22, 2007) </a:t>
            </a:r>
          </a:p>
        </p:txBody>
      </p:sp>
      <p:sp>
        <p:nvSpPr>
          <p:cNvPr id="4" name="Slide Number Placeholder 3"/>
          <p:cNvSpPr>
            <a:spLocks noGrp="1"/>
          </p:cNvSpPr>
          <p:nvPr>
            <p:ph type="sldNum" sz="quarter" idx="12"/>
          </p:nvPr>
        </p:nvSpPr>
        <p:spPr/>
        <p:txBody>
          <a:bodyPr/>
          <a:lstStyle/>
          <a:p>
            <a:fld id="{77245E78-C62C-4650-B205-598406699489}" type="slidenum">
              <a:rPr lang="en-US" smtClean="0"/>
              <a:t>22</a:t>
            </a:fld>
            <a:endParaRPr lang="en-US"/>
          </a:p>
        </p:txBody>
      </p:sp>
      <p:pic>
        <p:nvPicPr>
          <p:cNvPr id="11268" name="Picture 5" descr="mashelka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47658" y="5445224"/>
            <a:ext cx="1494153" cy="1374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Text Box 6"/>
          <p:cNvSpPr txBox="1">
            <a:spLocks noChangeArrowheads="1"/>
          </p:cNvSpPr>
          <p:nvPr/>
        </p:nvSpPr>
        <p:spPr bwMode="auto">
          <a:xfrm>
            <a:off x="304800" y="6248400"/>
            <a:ext cx="662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SzPct val="80000"/>
              <a:buFont typeface="Wingdings" pitchFamily="2" charset="2"/>
              <a:buChar char="v"/>
              <a:defRPr sz="3200">
                <a:solidFill>
                  <a:schemeClr val="bg1"/>
                </a:solidFill>
                <a:latin typeface="Arial" charset="0"/>
                <a:ea typeface="MS PGothic" pitchFamily="34" charset="-128"/>
              </a:defRPr>
            </a:lvl1pPr>
            <a:lvl2pPr marL="742950" indent="-285750">
              <a:spcBef>
                <a:spcPct val="20000"/>
              </a:spcBef>
              <a:buSzPct val="85000"/>
              <a:buFont typeface="Wingdings" pitchFamily="2" charset="2"/>
              <a:buChar char="Ø"/>
              <a:defRPr sz="2800">
                <a:solidFill>
                  <a:srgbClr val="FFFF99"/>
                </a:solidFill>
                <a:latin typeface="Arial" charset="0"/>
                <a:ea typeface="MS PGothic" pitchFamily="34" charset="-128"/>
              </a:defRPr>
            </a:lvl2pPr>
            <a:lvl3pPr marL="1143000" indent="-228600">
              <a:spcBef>
                <a:spcPct val="20000"/>
              </a:spcBef>
              <a:buChar char="•"/>
              <a:defRPr sz="2400">
                <a:solidFill>
                  <a:schemeClr val="tx1"/>
                </a:solidFill>
                <a:latin typeface="Arial" charset="0"/>
                <a:ea typeface="MS PGothic" pitchFamily="34" charset="-128"/>
              </a:defRPr>
            </a:lvl3pPr>
            <a:lvl4pPr marL="1600200" indent="-228600">
              <a:spcBef>
                <a:spcPct val="20000"/>
              </a:spcBef>
              <a:buChar char="–"/>
              <a:defRPr sz="2000">
                <a:solidFill>
                  <a:schemeClr val="tx1"/>
                </a:solidFill>
                <a:latin typeface="Arial" charset="0"/>
                <a:ea typeface="MS PGothic" pitchFamily="34" charset="-128"/>
              </a:defRPr>
            </a:lvl4pPr>
            <a:lvl5pPr marL="2057400" indent="-228600">
              <a:spcBef>
                <a:spcPct val="20000"/>
              </a:spcBef>
              <a:buChar char="»"/>
              <a:defRPr sz="2000">
                <a:solidFill>
                  <a:schemeClr val="tx1"/>
                </a:solidFill>
                <a:latin typeface="Arial" charset="0"/>
                <a:ea typeface="MS PGothic"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MS PGothic"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MS PGothic"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MS PGothic"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MS PGothic" pitchFamily="34" charset="-128"/>
              </a:defRPr>
            </a:lvl9pPr>
          </a:lstStyle>
          <a:p>
            <a:pPr>
              <a:spcBef>
                <a:spcPct val="50000"/>
              </a:spcBef>
              <a:buSzTx/>
              <a:buFontTx/>
              <a:buNone/>
            </a:pPr>
            <a:r>
              <a:rPr lang="en-US" altLang="en-US" sz="2400" b="1" dirty="0">
                <a:solidFill>
                  <a:schemeClr val="tx1"/>
                </a:solidFill>
              </a:rPr>
              <a:t>Source: The Hindu</a:t>
            </a:r>
          </a:p>
        </p:txBody>
      </p:sp>
      <p:sp>
        <p:nvSpPr>
          <p:cNvPr id="2" name="Rectangle 1"/>
          <p:cNvSpPr/>
          <p:nvPr/>
        </p:nvSpPr>
        <p:spPr>
          <a:xfrm>
            <a:off x="683568" y="260648"/>
            <a:ext cx="7954485" cy="646331"/>
          </a:xfrm>
          <a:prstGeom prst="rect">
            <a:avLst/>
          </a:prstGeom>
        </p:spPr>
        <p:txBody>
          <a:bodyPr wrap="none">
            <a:spAutoFit/>
          </a:bodyPr>
          <a:lstStyle/>
          <a:p>
            <a:r>
              <a:rPr lang="en-GB" altLang="en-US" sz="3600" b="1" cap="all" spc="-60" dirty="0">
                <a:solidFill>
                  <a:srgbClr val="F5C201"/>
                </a:solidFill>
                <a:effectLst>
                  <a:outerShdw blurRad="38100" dist="38100" dir="2700000" algn="tl">
                    <a:srgbClr val="000000"/>
                  </a:outerShdw>
                </a:effectLst>
                <a:latin typeface="Arial" charset="0"/>
              </a:rPr>
              <a:t>What happens to plagiarists?</a:t>
            </a:r>
            <a:endParaRPr lang="en-US" sz="4000" dirty="0"/>
          </a:p>
        </p:txBody>
      </p:sp>
    </p:spTree>
    <p:extLst>
      <p:ext uri="{BB962C8B-B14F-4D97-AF65-F5344CB8AC3E}">
        <p14:creationId xmlns:p14="http://schemas.microsoft.com/office/powerpoint/2010/main" val="26839935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50702"/>
            <a:ext cx="8147248" cy="4641379"/>
          </a:xfrm>
        </p:spPr>
        <p:txBody>
          <a:bodyPr>
            <a:normAutofit lnSpcReduction="10000"/>
          </a:bodyPr>
          <a:lstStyle/>
          <a:p>
            <a:r>
              <a:rPr lang="en-US" b="1" u="sng" dirty="0">
                <a:solidFill>
                  <a:schemeClr val="tx1"/>
                </a:solidFill>
              </a:rPr>
              <a:t>MALAYSIA CASES:</a:t>
            </a:r>
          </a:p>
          <a:p>
            <a:pPr marL="342900" indent="-342900" algn="just">
              <a:buFont typeface="Arial" panose="020B0604020202020204" pitchFamily="34" charset="0"/>
              <a:buChar char="•"/>
            </a:pPr>
            <a:r>
              <a:rPr lang="en-MY" b="0" dirty="0">
                <a:solidFill>
                  <a:schemeClr val="tx1"/>
                </a:solidFill>
              </a:rPr>
              <a:t>An executive director of a private college of higher education affiliated with a UK university, and pop star </a:t>
            </a:r>
            <a:r>
              <a:rPr lang="en-MY" dirty="0" err="1">
                <a:solidFill>
                  <a:schemeClr val="tx1"/>
                </a:solidFill>
              </a:rPr>
              <a:t>Fazley</a:t>
            </a:r>
            <a:r>
              <a:rPr lang="en-MY" dirty="0">
                <a:solidFill>
                  <a:schemeClr val="tx1"/>
                </a:solidFill>
              </a:rPr>
              <a:t> </a:t>
            </a:r>
            <a:r>
              <a:rPr lang="en-MY" dirty="0" err="1">
                <a:solidFill>
                  <a:schemeClr val="tx1"/>
                </a:solidFill>
              </a:rPr>
              <a:t>Yaakob</a:t>
            </a:r>
            <a:r>
              <a:rPr lang="en-MY" dirty="0">
                <a:solidFill>
                  <a:schemeClr val="tx1"/>
                </a:solidFill>
              </a:rPr>
              <a:t> </a:t>
            </a:r>
            <a:r>
              <a:rPr lang="en-MY" b="0" dirty="0">
                <a:solidFill>
                  <a:schemeClr val="tx1"/>
                </a:solidFill>
              </a:rPr>
              <a:t>was found to hold two fake degrees, and two public company directors were also found to have fake degrees.</a:t>
            </a:r>
          </a:p>
          <a:p>
            <a:pPr marL="342900" indent="-342900" algn="just">
              <a:buFont typeface="Arial" panose="020B0604020202020204" pitchFamily="34" charset="0"/>
              <a:buChar char="•"/>
            </a:pPr>
            <a:r>
              <a:rPr lang="en-MY" b="0" dirty="0">
                <a:solidFill>
                  <a:schemeClr val="tx1"/>
                </a:solidFill>
              </a:rPr>
              <a:t>If a former MBA student of University of Bath had not done a Google search, he would not have discovered that </a:t>
            </a:r>
            <a:r>
              <a:rPr lang="en-MY" dirty="0">
                <a:solidFill>
                  <a:schemeClr val="tx1"/>
                </a:solidFill>
              </a:rPr>
              <a:t>University Technology Mara</a:t>
            </a:r>
            <a:r>
              <a:rPr lang="en-MY" b="0" dirty="0">
                <a:solidFill>
                  <a:schemeClr val="tx1"/>
                </a:solidFill>
              </a:rPr>
              <a:t> had illegally deposited in its library 14 academic theses done by students who graduated with MBA from Bath in 1994. </a:t>
            </a:r>
          </a:p>
          <a:p>
            <a:pPr marL="342900" indent="-342900" algn="just">
              <a:buFont typeface="Arial" panose="020B0604020202020204" pitchFamily="34" charset="0"/>
              <a:buChar char="•"/>
            </a:pPr>
            <a:r>
              <a:rPr lang="en-MY" b="0" dirty="0">
                <a:solidFill>
                  <a:schemeClr val="tx1"/>
                </a:solidFill>
              </a:rPr>
              <a:t>Plagiarism is not just confined to books. Australian </a:t>
            </a:r>
            <a:r>
              <a:rPr lang="en-MY" b="0" dirty="0" err="1">
                <a:solidFill>
                  <a:schemeClr val="tx1"/>
                </a:solidFill>
              </a:rPr>
              <a:t>Masterchef</a:t>
            </a:r>
            <a:r>
              <a:rPr lang="en-MY" b="0" dirty="0">
                <a:solidFill>
                  <a:schemeClr val="tx1"/>
                </a:solidFill>
              </a:rPr>
              <a:t> finalist Alvin </a:t>
            </a:r>
            <a:r>
              <a:rPr lang="en-MY" b="0" dirty="0" err="1">
                <a:solidFill>
                  <a:schemeClr val="tx1"/>
                </a:solidFill>
              </a:rPr>
              <a:t>Quah</a:t>
            </a:r>
            <a:r>
              <a:rPr lang="en-MY" b="0" dirty="0">
                <a:solidFill>
                  <a:schemeClr val="tx1"/>
                </a:solidFill>
              </a:rPr>
              <a:t> was accused of plagiarism by Rasa Malaysia’s Bee Yin Low from the Asian food blog Rasa Malaysia.</a:t>
            </a:r>
          </a:p>
          <a:p>
            <a:pPr marL="342900" indent="-342900">
              <a:buFont typeface="Arial" panose="020B0604020202020204" pitchFamily="34" charset="0"/>
              <a:buChar char="•"/>
            </a:pPr>
            <a:endParaRPr lang="en-MY" b="0" dirty="0">
              <a:solidFill>
                <a:schemeClr val="tx1"/>
              </a:solidFill>
            </a:endParaRPr>
          </a:p>
        </p:txBody>
      </p:sp>
      <p:sp>
        <p:nvSpPr>
          <p:cNvPr id="2" name="Title 1"/>
          <p:cNvSpPr>
            <a:spLocks noGrp="1"/>
          </p:cNvSpPr>
          <p:nvPr>
            <p:ph type="title"/>
          </p:nvPr>
        </p:nvSpPr>
        <p:spPr>
          <a:xfrm>
            <a:off x="457200" y="500182"/>
            <a:ext cx="8291264" cy="756002"/>
          </a:xfrm>
        </p:spPr>
        <p:txBody>
          <a:bodyPr/>
          <a:lstStyle/>
          <a:p>
            <a:r>
              <a:rPr lang="en-GB" altLang="en-US" b="1" dirty="0">
                <a:solidFill>
                  <a:schemeClr val="accent2"/>
                </a:solidFill>
                <a:effectLst>
                  <a:outerShdw blurRad="38100" dist="38100" dir="2700000" algn="tl">
                    <a:srgbClr val="000000"/>
                  </a:outerShdw>
                </a:effectLst>
                <a:latin typeface="Arial" charset="0"/>
              </a:rPr>
              <a:t>What happens to plagiarists?</a:t>
            </a:r>
            <a:endParaRPr lang="en-US" dirty="0"/>
          </a:p>
        </p:txBody>
      </p:sp>
      <p:sp>
        <p:nvSpPr>
          <p:cNvPr id="5" name="Slide Number Placeholder 4"/>
          <p:cNvSpPr>
            <a:spLocks noGrp="1"/>
          </p:cNvSpPr>
          <p:nvPr>
            <p:ph type="sldNum" sz="quarter" idx="12"/>
          </p:nvPr>
        </p:nvSpPr>
        <p:spPr/>
        <p:txBody>
          <a:bodyPr/>
          <a:lstStyle/>
          <a:p>
            <a:fld id="{77245E78-C62C-4650-B205-598406699489}" type="slidenum">
              <a:rPr lang="en-US" smtClean="0"/>
              <a:t>23</a:t>
            </a:fld>
            <a:endParaRPr lang="en-US"/>
          </a:p>
        </p:txBody>
      </p:sp>
    </p:spTree>
    <p:extLst>
      <p:ext uri="{BB962C8B-B14F-4D97-AF65-F5344CB8AC3E}">
        <p14:creationId xmlns:p14="http://schemas.microsoft.com/office/powerpoint/2010/main" val="1354771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633332"/>
            <a:ext cx="8664575" cy="5224667"/>
          </a:xfrm>
        </p:spPr>
        <p:txBody>
          <a:bodyPr>
            <a:noAutofit/>
          </a:bodyPr>
          <a:lstStyle/>
          <a:p>
            <a:r>
              <a:rPr lang="en-US" b="1" u="sng" dirty="0">
                <a:solidFill>
                  <a:schemeClr val="tx1"/>
                </a:solidFill>
              </a:rPr>
              <a:t>MALAYSIA CASES:</a:t>
            </a:r>
          </a:p>
          <a:p>
            <a:pPr marL="342900" indent="-342900">
              <a:buFont typeface="Arial" panose="020B0604020202020204" pitchFamily="34" charset="0"/>
              <a:buChar char="•"/>
            </a:pPr>
            <a:r>
              <a:rPr lang="en-MY" b="0" dirty="0"/>
              <a:t>Adeline Lee </a:t>
            </a:r>
            <a:r>
              <a:rPr lang="en-MY" b="0" dirty="0" err="1"/>
              <a:t>Zhia</a:t>
            </a:r>
            <a:r>
              <a:rPr lang="en-MY" b="0" dirty="0"/>
              <a:t> </a:t>
            </a:r>
            <a:r>
              <a:rPr lang="en-MY" b="0" dirty="0" err="1"/>
              <a:t>Ern</a:t>
            </a:r>
            <a:r>
              <a:rPr lang="en-MY" b="0" dirty="0"/>
              <a:t>, a Malaysian writer, was caught plagiarizing Jack Canfield’s Chicken Soup for the Soul IV in her first book Lethal Lesson and Other Stories, and her book was withdrawn from the market and destroyed. </a:t>
            </a:r>
          </a:p>
          <a:p>
            <a:pPr marL="342900" indent="-342900">
              <a:buFont typeface="Arial" panose="020B0604020202020204" pitchFamily="34" charset="0"/>
              <a:buChar char="•"/>
            </a:pPr>
            <a:r>
              <a:rPr lang="en-MY" b="0" dirty="0"/>
              <a:t>An editor working for the New Straits Times, Brendan Pereira, was dismissed for plagiarizing the work of U.S. journalist Mitch </a:t>
            </a:r>
            <a:r>
              <a:rPr lang="en-MY" b="0" dirty="0" err="1"/>
              <a:t>Albom</a:t>
            </a:r>
            <a:r>
              <a:rPr lang="en-MY" b="0" dirty="0"/>
              <a:t>. Last year, the Malaysian national news agency </a:t>
            </a:r>
            <a:r>
              <a:rPr lang="en-MY" b="0" dirty="0" err="1"/>
              <a:t>Bernama</a:t>
            </a:r>
            <a:r>
              <a:rPr lang="en-MY" b="0" dirty="0"/>
              <a:t> suspended a journalist for plagiarizing an article from the Jakarta Post.</a:t>
            </a:r>
          </a:p>
          <a:p>
            <a:pPr marL="342900" indent="-342900">
              <a:buFont typeface="Arial" panose="020B0604020202020204" pitchFamily="34" charset="0"/>
              <a:buChar char="•"/>
            </a:pPr>
            <a:r>
              <a:rPr lang="en-MY" b="0" dirty="0"/>
              <a:t>Back in 2013, an </a:t>
            </a:r>
            <a:r>
              <a:rPr lang="en-MY" b="0" dirty="0" err="1"/>
              <a:t>Utusan</a:t>
            </a:r>
            <a:r>
              <a:rPr lang="en-MY" b="0" dirty="0"/>
              <a:t> Malaysia writer </a:t>
            </a:r>
            <a:r>
              <a:rPr lang="en-MY" dirty="0" err="1"/>
              <a:t>Ridhuan</a:t>
            </a:r>
            <a:r>
              <a:rPr lang="en-MY" dirty="0"/>
              <a:t> Tee </a:t>
            </a:r>
            <a:r>
              <a:rPr lang="en-MY" b="0" dirty="0"/>
              <a:t>was accused of plagiarism by a </a:t>
            </a:r>
            <a:r>
              <a:rPr lang="en-MY" b="0" dirty="0" err="1"/>
              <a:t>Universiti</a:t>
            </a:r>
            <a:r>
              <a:rPr lang="en-MY" b="0" dirty="0"/>
              <a:t> </a:t>
            </a:r>
            <a:r>
              <a:rPr lang="en-MY" b="0" dirty="0" err="1"/>
              <a:t>Teknologi</a:t>
            </a:r>
            <a:r>
              <a:rPr lang="en-MY" b="0" dirty="0"/>
              <a:t> Malaysia lecturer Dr Aril </a:t>
            </a:r>
            <a:r>
              <a:rPr lang="en-MY" b="0" dirty="0" err="1"/>
              <a:t>Yasreen</a:t>
            </a:r>
            <a:r>
              <a:rPr lang="en-MY" b="0" dirty="0"/>
              <a:t> </a:t>
            </a:r>
            <a:r>
              <a:rPr lang="en-MY" b="0" dirty="0" err="1"/>
              <a:t>Mohd</a:t>
            </a:r>
            <a:r>
              <a:rPr lang="en-MY" b="0" dirty="0"/>
              <a:t>. Yassin. Although the matter was never resolved, </a:t>
            </a:r>
            <a:r>
              <a:rPr lang="en-MY" b="0" dirty="0" err="1"/>
              <a:t>Ridhuan</a:t>
            </a:r>
            <a:r>
              <a:rPr lang="en-MY" b="0" dirty="0"/>
              <a:t> Tee was appointed an associate professor at </a:t>
            </a:r>
            <a:r>
              <a:rPr lang="en-MY" b="0" dirty="0" err="1"/>
              <a:t>Universiti</a:t>
            </a:r>
            <a:r>
              <a:rPr lang="en-MY" b="0" dirty="0"/>
              <a:t> </a:t>
            </a:r>
            <a:r>
              <a:rPr lang="en-MY" b="0" dirty="0" err="1"/>
              <a:t>Pertahanan</a:t>
            </a:r>
            <a:r>
              <a:rPr lang="en-MY" b="0" dirty="0"/>
              <a:t> </a:t>
            </a:r>
            <a:r>
              <a:rPr lang="en-MY" b="0" dirty="0" err="1"/>
              <a:t>Nasional</a:t>
            </a:r>
            <a:r>
              <a:rPr lang="en-MY" b="0" dirty="0"/>
              <a:t> Malaysia (National Defence University).</a:t>
            </a:r>
            <a:endParaRPr lang="en-US" dirty="0"/>
          </a:p>
          <a:p>
            <a:pPr marL="342900" indent="-342900">
              <a:buFont typeface="Arial" panose="020B0604020202020204" pitchFamily="34" charset="0"/>
              <a:buChar char="•"/>
            </a:pPr>
            <a:endParaRPr lang="en-MY" b="0" dirty="0"/>
          </a:p>
          <a:p>
            <a:pPr marL="342900" indent="-342900">
              <a:buFont typeface="Arial" panose="020B0604020202020204" pitchFamily="34" charset="0"/>
              <a:buChar char="•"/>
            </a:pPr>
            <a:endParaRPr lang="en-MY" b="0" dirty="0"/>
          </a:p>
        </p:txBody>
      </p:sp>
      <p:sp>
        <p:nvSpPr>
          <p:cNvPr id="2" name="Title 1"/>
          <p:cNvSpPr>
            <a:spLocks noGrp="1"/>
          </p:cNvSpPr>
          <p:nvPr>
            <p:ph type="title"/>
          </p:nvPr>
        </p:nvSpPr>
        <p:spPr>
          <a:xfrm>
            <a:off x="426368" y="501000"/>
            <a:ext cx="8291264" cy="756002"/>
          </a:xfrm>
        </p:spPr>
        <p:txBody>
          <a:bodyPr/>
          <a:lstStyle/>
          <a:p>
            <a:r>
              <a:rPr lang="en-GB" altLang="en-US" b="1" dirty="0">
                <a:solidFill>
                  <a:schemeClr val="accent2"/>
                </a:solidFill>
                <a:effectLst>
                  <a:outerShdw blurRad="38100" dist="38100" dir="2700000" algn="tl">
                    <a:srgbClr val="000000"/>
                  </a:outerShdw>
                </a:effectLst>
                <a:latin typeface="Arial" charset="0"/>
              </a:rPr>
              <a:t>What happens to plagiarists?</a:t>
            </a:r>
            <a:endParaRPr lang="en-US" dirty="0"/>
          </a:p>
        </p:txBody>
      </p:sp>
      <p:sp>
        <p:nvSpPr>
          <p:cNvPr id="8" name="Slide Number Placeholder 7"/>
          <p:cNvSpPr>
            <a:spLocks noGrp="1"/>
          </p:cNvSpPr>
          <p:nvPr>
            <p:ph type="sldNum" sz="quarter" idx="12"/>
          </p:nvPr>
        </p:nvSpPr>
        <p:spPr/>
        <p:txBody>
          <a:bodyPr/>
          <a:lstStyle/>
          <a:p>
            <a:fld id="{77245E78-C62C-4650-B205-598406699489}" type="slidenum">
              <a:rPr lang="en-US" smtClean="0"/>
              <a:t>24</a:t>
            </a:fld>
            <a:endParaRPr lang="en-US"/>
          </a:p>
        </p:txBody>
      </p:sp>
    </p:spTree>
    <p:extLst>
      <p:ext uri="{BB962C8B-B14F-4D97-AF65-F5344CB8AC3E}">
        <p14:creationId xmlns:p14="http://schemas.microsoft.com/office/powerpoint/2010/main" val="35079067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196752"/>
            <a:ext cx="8640960" cy="4641379"/>
          </a:xfrm>
        </p:spPr>
        <p:txBody>
          <a:bodyPr>
            <a:noAutofit/>
          </a:bodyPr>
          <a:lstStyle/>
          <a:p>
            <a:r>
              <a:rPr lang="en-US" sz="2100" dirty="0"/>
              <a:t>MALAYSIA CASES:</a:t>
            </a:r>
          </a:p>
          <a:p>
            <a:pPr marL="342900" indent="-342900">
              <a:buFont typeface="Arial" panose="020B0604020202020204" pitchFamily="34" charset="0"/>
              <a:buChar char="•"/>
            </a:pPr>
            <a:r>
              <a:rPr lang="en-MY" sz="2100" b="0" dirty="0"/>
              <a:t>The study went on to state that 95.7% of students had partaken in some form of plagiarism, 96% had shared an assignment with other students, 93% had cheated during tests, 92% had falsified data, 86% had cheated in exams, and 90% had copied a friends assignment.</a:t>
            </a:r>
          </a:p>
          <a:p>
            <a:pPr marL="342900" indent="-342900">
              <a:buFont typeface="Arial" panose="020B0604020202020204" pitchFamily="34" charset="0"/>
              <a:buChar char="•"/>
            </a:pPr>
            <a:r>
              <a:rPr lang="en-MY" sz="2100" b="0" dirty="0"/>
              <a:t>Two </a:t>
            </a:r>
            <a:r>
              <a:rPr lang="en-MY" sz="2100" dirty="0" err="1"/>
              <a:t>Universiti</a:t>
            </a:r>
            <a:r>
              <a:rPr lang="en-MY" sz="2100" dirty="0"/>
              <a:t> Putra Malaysia </a:t>
            </a:r>
            <a:r>
              <a:rPr lang="en-MY" sz="2100" b="0" dirty="0"/>
              <a:t>(UPM) lecturers who were caught plagiarizing materials from the internet to produce an effective writing handbook. The action taken against the authors was only a reprimand. </a:t>
            </a:r>
          </a:p>
          <a:p>
            <a:pPr marL="342900" indent="-342900">
              <a:buFont typeface="Arial" panose="020B0604020202020204" pitchFamily="34" charset="0"/>
              <a:buChar char="•"/>
            </a:pPr>
            <a:r>
              <a:rPr lang="en-MY" sz="2100" b="0" dirty="0"/>
              <a:t>A similar case involving a Dean from one of the faculty in </a:t>
            </a:r>
            <a:r>
              <a:rPr lang="en-MY" sz="2100" dirty="0"/>
              <a:t>UMK</a:t>
            </a:r>
            <a:r>
              <a:rPr lang="en-MY" sz="2100" b="0" dirty="0"/>
              <a:t> was ‘pushed under the rug’. The issue on plagiarism is successfully justified that the Plaintiff’s PHD Thesis was copied exactly from the writing of Viola </a:t>
            </a:r>
            <a:r>
              <a:rPr lang="en-MY" sz="2100" b="0" dirty="0" err="1"/>
              <a:t>Shafiq</a:t>
            </a:r>
            <a:r>
              <a:rPr lang="en-MY" sz="2100" b="0" dirty="0"/>
              <a:t> from the book of “Arab Cinema”. However the IEEE banned any papers from the academic in any of their journals for 10 years.</a:t>
            </a:r>
          </a:p>
        </p:txBody>
      </p:sp>
      <p:sp>
        <p:nvSpPr>
          <p:cNvPr id="2" name="Title 1"/>
          <p:cNvSpPr>
            <a:spLocks noGrp="1"/>
          </p:cNvSpPr>
          <p:nvPr>
            <p:ph type="title"/>
          </p:nvPr>
        </p:nvSpPr>
        <p:spPr>
          <a:xfrm>
            <a:off x="457200" y="152718"/>
            <a:ext cx="8291264" cy="756002"/>
          </a:xfrm>
        </p:spPr>
        <p:txBody>
          <a:bodyPr/>
          <a:lstStyle/>
          <a:p>
            <a:r>
              <a:rPr lang="en-GB" altLang="en-US" b="1" dirty="0">
                <a:solidFill>
                  <a:schemeClr val="accent2"/>
                </a:solidFill>
                <a:effectLst>
                  <a:outerShdw blurRad="38100" dist="38100" dir="2700000" algn="tl">
                    <a:srgbClr val="000000"/>
                  </a:outerShdw>
                </a:effectLst>
                <a:latin typeface="Arial" charset="0"/>
              </a:rPr>
              <a:t>What happens to plagiarists?</a:t>
            </a:r>
            <a:endParaRPr lang="en-US" dirty="0"/>
          </a:p>
        </p:txBody>
      </p:sp>
      <p:sp>
        <p:nvSpPr>
          <p:cNvPr id="5" name="Slide Number Placeholder 4"/>
          <p:cNvSpPr>
            <a:spLocks noGrp="1"/>
          </p:cNvSpPr>
          <p:nvPr>
            <p:ph type="sldNum" sz="quarter" idx="12"/>
          </p:nvPr>
        </p:nvSpPr>
        <p:spPr/>
        <p:txBody>
          <a:bodyPr/>
          <a:lstStyle/>
          <a:p>
            <a:fld id="{77245E78-C62C-4650-B205-598406699489}" type="slidenum">
              <a:rPr lang="en-US" smtClean="0"/>
              <a:t>25</a:t>
            </a:fld>
            <a:endParaRPr lang="en-US"/>
          </a:p>
        </p:txBody>
      </p:sp>
    </p:spTree>
    <p:extLst>
      <p:ext uri="{BB962C8B-B14F-4D97-AF65-F5344CB8AC3E}">
        <p14:creationId xmlns:p14="http://schemas.microsoft.com/office/powerpoint/2010/main" val="36720951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56792"/>
            <a:ext cx="8147248" cy="4569371"/>
          </a:xfrm>
        </p:spPr>
        <p:txBody>
          <a:bodyPr>
            <a:normAutofit lnSpcReduction="10000"/>
          </a:bodyPr>
          <a:lstStyle/>
          <a:p>
            <a:pPr marL="457200" indent="-457200">
              <a:buFont typeface="Arial" panose="020B0604020202020204" pitchFamily="34" charset="0"/>
              <a:buChar char="•"/>
            </a:pPr>
            <a:r>
              <a:rPr lang="en-MY" sz="3200" b="0" dirty="0"/>
              <a:t>Most cases of plagiarism can be avoided, however, by citing sources. </a:t>
            </a:r>
          </a:p>
          <a:p>
            <a:pPr marL="457200" indent="-457200">
              <a:buFont typeface="Arial" panose="020B0604020202020204" pitchFamily="34" charset="0"/>
              <a:buChar char="•"/>
            </a:pPr>
            <a:r>
              <a:rPr lang="en-MY" sz="3200" b="0" dirty="0"/>
              <a:t>Simply acknowledging that certain material has been borrowed and providing your audience with the information necessary to find that source is usually enough to prevent plagiarism.</a:t>
            </a:r>
          </a:p>
          <a:p>
            <a:pPr marL="457200" indent="-457200">
              <a:buFont typeface="Arial" panose="020B0604020202020204" pitchFamily="34" charset="0"/>
              <a:buChar char="•"/>
            </a:pPr>
            <a:r>
              <a:rPr lang="en-MY" sz="3200" b="0" dirty="0"/>
              <a:t>BUT STILL…</a:t>
            </a:r>
          </a:p>
          <a:p>
            <a:pPr marL="457200" indent="-457200">
              <a:buFont typeface="Arial" panose="020B0604020202020204" pitchFamily="34" charset="0"/>
              <a:buChar char="•"/>
            </a:pPr>
            <a:endParaRPr lang="en-US" sz="3200" b="0" dirty="0"/>
          </a:p>
        </p:txBody>
      </p:sp>
      <p:sp>
        <p:nvSpPr>
          <p:cNvPr id="2" name="Title 1"/>
          <p:cNvSpPr>
            <a:spLocks noGrp="1"/>
          </p:cNvSpPr>
          <p:nvPr>
            <p:ph type="title"/>
          </p:nvPr>
        </p:nvSpPr>
        <p:spPr>
          <a:xfrm>
            <a:off x="457200" y="152718"/>
            <a:ext cx="8435280" cy="828010"/>
          </a:xfrm>
        </p:spPr>
        <p:txBody>
          <a:bodyPr/>
          <a:lstStyle/>
          <a:p>
            <a:r>
              <a:rPr lang="en-GB" altLang="en-US" b="1" dirty="0">
                <a:solidFill>
                  <a:schemeClr val="accent2"/>
                </a:solidFill>
                <a:effectLst>
                  <a:outerShdw blurRad="38100" dist="38100" dir="2700000" algn="tl">
                    <a:srgbClr val="000000"/>
                  </a:outerShdw>
                </a:effectLst>
                <a:latin typeface="Arial" charset="0"/>
              </a:rPr>
              <a:t>What happens to plagiarists?</a:t>
            </a:r>
            <a:endParaRPr lang="en-US" dirty="0"/>
          </a:p>
        </p:txBody>
      </p:sp>
      <p:sp>
        <p:nvSpPr>
          <p:cNvPr id="5" name="Slide Number Placeholder 4"/>
          <p:cNvSpPr>
            <a:spLocks noGrp="1"/>
          </p:cNvSpPr>
          <p:nvPr>
            <p:ph type="sldNum" sz="quarter" idx="12"/>
          </p:nvPr>
        </p:nvSpPr>
        <p:spPr/>
        <p:txBody>
          <a:bodyPr/>
          <a:lstStyle/>
          <a:p>
            <a:fld id="{77245E78-C62C-4650-B205-598406699489}" type="slidenum">
              <a:rPr lang="en-US" smtClean="0"/>
              <a:t>26</a:t>
            </a:fld>
            <a:endParaRPr lang="en-US"/>
          </a:p>
        </p:txBody>
      </p:sp>
    </p:spTree>
    <p:extLst>
      <p:ext uri="{BB962C8B-B14F-4D97-AF65-F5344CB8AC3E}">
        <p14:creationId xmlns:p14="http://schemas.microsoft.com/office/powerpoint/2010/main" val="3148018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idx="1"/>
          </p:nvPr>
        </p:nvSpPr>
        <p:spPr>
          <a:xfrm>
            <a:off x="303212" y="1524000"/>
            <a:ext cx="8383588" cy="4953000"/>
          </a:xfrm>
        </p:spPr>
        <p:txBody>
          <a:bodyPr>
            <a:normAutofit fontScale="92500" lnSpcReduction="10000"/>
          </a:bodyPr>
          <a:lstStyle/>
          <a:p>
            <a:pPr marL="457200" indent="-457200" eaLnBrk="1" hangingPunct="1">
              <a:lnSpc>
                <a:spcPct val="105000"/>
              </a:lnSpc>
              <a:buFont typeface="Arial" panose="020B0604020202020204" pitchFamily="34" charset="0"/>
              <a:buChar char="•"/>
            </a:pPr>
            <a:r>
              <a:rPr lang="en-US" altLang="en-US" sz="2800" dirty="0"/>
              <a:t>Ignorance</a:t>
            </a:r>
          </a:p>
          <a:p>
            <a:pPr marL="457200" indent="-457200" eaLnBrk="1" hangingPunct="1">
              <a:lnSpc>
                <a:spcPct val="105000"/>
              </a:lnSpc>
              <a:buFont typeface="Arial" panose="020B0604020202020204" pitchFamily="34" charset="0"/>
              <a:buChar char="•"/>
            </a:pPr>
            <a:r>
              <a:rPr lang="en-US" altLang="en-US" sz="2800" dirty="0"/>
              <a:t>Lack of knowledge on the ethics of scholarly writing / poor writing skills</a:t>
            </a:r>
          </a:p>
          <a:p>
            <a:pPr marL="457200" indent="-457200" eaLnBrk="1" hangingPunct="1">
              <a:lnSpc>
                <a:spcPct val="105000"/>
              </a:lnSpc>
              <a:buFont typeface="Arial" panose="020B0604020202020204" pitchFamily="34" charset="0"/>
              <a:buChar char="•"/>
            </a:pPr>
            <a:r>
              <a:rPr lang="en-US" altLang="en-US" sz="2800" dirty="0"/>
              <a:t>Ambition, fierce competition</a:t>
            </a:r>
          </a:p>
          <a:p>
            <a:pPr marL="457200" indent="-457200" eaLnBrk="1" hangingPunct="1">
              <a:lnSpc>
                <a:spcPct val="105000"/>
              </a:lnSpc>
              <a:buFont typeface="Arial" panose="020B0604020202020204" pitchFamily="34" charset="0"/>
              <a:buChar char="•"/>
            </a:pPr>
            <a:r>
              <a:rPr lang="en-US" altLang="en-US" sz="2800" dirty="0"/>
              <a:t>Pressure from seniors</a:t>
            </a:r>
          </a:p>
          <a:p>
            <a:pPr marL="457200" indent="-457200" eaLnBrk="1" hangingPunct="1">
              <a:lnSpc>
                <a:spcPct val="105000"/>
              </a:lnSpc>
              <a:buFont typeface="Arial" panose="020B0604020202020204" pitchFamily="34" charset="0"/>
              <a:buChar char="•"/>
            </a:pPr>
            <a:r>
              <a:rPr lang="en-US" altLang="en-US" sz="2800" dirty="0"/>
              <a:t>Publish or perish system</a:t>
            </a:r>
          </a:p>
          <a:p>
            <a:pPr marL="457200" indent="-457200" eaLnBrk="1" hangingPunct="1">
              <a:lnSpc>
                <a:spcPct val="105000"/>
              </a:lnSpc>
              <a:buFont typeface="Arial" panose="020B0604020202020204" pitchFamily="34" charset="0"/>
              <a:buChar char="•"/>
            </a:pPr>
            <a:r>
              <a:rPr lang="en-US" altLang="en-US" sz="2800" dirty="0"/>
              <a:t>Faster and easy</a:t>
            </a:r>
          </a:p>
          <a:p>
            <a:pPr marL="457200" indent="-457200" eaLnBrk="1" hangingPunct="1">
              <a:lnSpc>
                <a:spcPct val="105000"/>
              </a:lnSpc>
              <a:buFont typeface="Arial" panose="020B0604020202020204" pitchFamily="34" charset="0"/>
              <a:buChar char="•"/>
            </a:pPr>
            <a:r>
              <a:rPr lang="en-US" altLang="en-US" sz="2800" dirty="0"/>
              <a:t>Chances of getting caught or action                being taken is slim</a:t>
            </a:r>
          </a:p>
          <a:p>
            <a:pPr marL="457200" indent="-457200" eaLnBrk="1" hangingPunct="1">
              <a:lnSpc>
                <a:spcPct val="105000"/>
              </a:lnSpc>
              <a:buFont typeface="Arial" panose="020B0604020202020204" pitchFamily="34" charset="0"/>
              <a:buChar char="•"/>
            </a:pPr>
            <a:r>
              <a:rPr lang="en-US" altLang="en-US" sz="2800" dirty="0"/>
              <a:t>The pressure of workload</a:t>
            </a:r>
          </a:p>
          <a:p>
            <a:pPr marL="457200" indent="-457200" eaLnBrk="1" hangingPunct="1">
              <a:lnSpc>
                <a:spcPct val="105000"/>
              </a:lnSpc>
              <a:buFont typeface="Arial" panose="020B0604020202020204" pitchFamily="34" charset="0"/>
              <a:buChar char="•"/>
            </a:pPr>
            <a:r>
              <a:rPr lang="en-US" altLang="en-US" sz="2800" dirty="0"/>
              <a:t>Pressure to succeed</a:t>
            </a:r>
          </a:p>
          <a:p>
            <a:pPr marL="457200" indent="-457200" eaLnBrk="1" hangingPunct="1">
              <a:lnSpc>
                <a:spcPct val="105000"/>
              </a:lnSpc>
              <a:buFont typeface="Arial" panose="020B0604020202020204" pitchFamily="34" charset="0"/>
              <a:buChar char="•"/>
            </a:pPr>
            <a:endParaRPr lang="en-US" altLang="en-US" sz="2800" dirty="0"/>
          </a:p>
          <a:p>
            <a:pPr eaLnBrk="1" hangingPunct="1">
              <a:buFont typeface="Wingdings" pitchFamily="2" charset="2"/>
              <a:buNone/>
            </a:pPr>
            <a:endParaRPr lang="en-US" altLang="en-US" sz="2400" dirty="0"/>
          </a:p>
        </p:txBody>
      </p:sp>
      <p:sp>
        <p:nvSpPr>
          <p:cNvPr id="15362" name="Rectangle 2"/>
          <p:cNvSpPr>
            <a:spLocks noGrp="1" noChangeArrowheads="1"/>
          </p:cNvSpPr>
          <p:nvPr>
            <p:ph type="title"/>
          </p:nvPr>
        </p:nvSpPr>
        <p:spPr>
          <a:xfrm>
            <a:off x="685800" y="304800"/>
            <a:ext cx="7918648" cy="891952"/>
          </a:xfrm>
        </p:spPr>
        <p:txBody>
          <a:bodyPr>
            <a:noAutofit/>
          </a:bodyPr>
          <a:lstStyle/>
          <a:p>
            <a:pPr>
              <a:defRPr/>
            </a:pPr>
            <a:r>
              <a:rPr lang="en-GB" altLang="en-US" sz="4000" b="1" dirty="0">
                <a:solidFill>
                  <a:schemeClr val="accent2"/>
                </a:solidFill>
                <a:effectLst>
                  <a:outerShdw blurRad="38100" dist="38100" dir="2700000" algn="tl">
                    <a:srgbClr val="000000"/>
                  </a:outerShdw>
                </a:effectLst>
                <a:latin typeface="Arial" charset="0"/>
              </a:rPr>
              <a:t>WHY DO PEOPLE PLAGIARIZE?</a:t>
            </a:r>
            <a:endParaRPr lang="en-US" sz="4000" dirty="0"/>
          </a:p>
        </p:txBody>
      </p:sp>
      <p:sp>
        <p:nvSpPr>
          <p:cNvPr id="3" name="Slide Number Placeholder 2"/>
          <p:cNvSpPr>
            <a:spLocks noGrp="1"/>
          </p:cNvSpPr>
          <p:nvPr>
            <p:ph type="sldNum" sz="quarter" idx="12"/>
          </p:nvPr>
        </p:nvSpPr>
        <p:spPr/>
        <p:txBody>
          <a:bodyPr/>
          <a:lstStyle/>
          <a:p>
            <a:fld id="{77245E78-C62C-4650-B205-598406699489}" type="slidenum">
              <a:rPr lang="en-US" smtClean="0"/>
              <a:t>27</a:t>
            </a:fld>
            <a:endParaRPr lang="en-US"/>
          </a:p>
        </p:txBody>
      </p:sp>
      <p:sp>
        <p:nvSpPr>
          <p:cNvPr id="20485" name="Picture 4" descr="j0134549[1]"/>
          <p:cNvSpPr>
            <a:spLocks noChangeAspect="1" noChangeArrowheads="1"/>
          </p:cNvSpPr>
          <p:nvPr/>
        </p:nvSpPr>
        <p:spPr bwMode="auto">
          <a:xfrm>
            <a:off x="7315200" y="3505200"/>
            <a:ext cx="1525588"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135869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 calcmode="lin" valueType="num">
                                      <p:cBhvr additive="base">
                                        <p:cTn id="7" dur="500" fill="hold"/>
                                        <p:tgtEl>
                                          <p:spTgt spid="153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5363">
                                            <p:txEl>
                                              <p:pRg st="1" end="1"/>
                                            </p:txEl>
                                          </p:spTgt>
                                        </p:tgtEl>
                                        <p:attrNameLst>
                                          <p:attrName>style.visibility</p:attrName>
                                        </p:attrNameLst>
                                      </p:cBhvr>
                                      <p:to>
                                        <p:strVal val="visible"/>
                                      </p:to>
                                    </p:set>
                                    <p:anim calcmode="lin" valueType="num">
                                      <p:cBhvr additive="base">
                                        <p:cTn id="13" dur="500" fill="hold"/>
                                        <p:tgtEl>
                                          <p:spTgt spid="153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3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5363">
                                            <p:txEl>
                                              <p:pRg st="2" end="2"/>
                                            </p:txEl>
                                          </p:spTgt>
                                        </p:tgtEl>
                                        <p:attrNameLst>
                                          <p:attrName>style.visibility</p:attrName>
                                        </p:attrNameLst>
                                      </p:cBhvr>
                                      <p:to>
                                        <p:strVal val="visible"/>
                                      </p:to>
                                    </p:set>
                                    <p:anim calcmode="lin" valueType="num">
                                      <p:cBhvr additive="base">
                                        <p:cTn id="19" dur="500" fill="hold"/>
                                        <p:tgtEl>
                                          <p:spTgt spid="153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3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5363">
                                            <p:txEl>
                                              <p:pRg st="3" end="3"/>
                                            </p:txEl>
                                          </p:spTgt>
                                        </p:tgtEl>
                                        <p:attrNameLst>
                                          <p:attrName>style.visibility</p:attrName>
                                        </p:attrNameLst>
                                      </p:cBhvr>
                                      <p:to>
                                        <p:strVal val="visible"/>
                                      </p:to>
                                    </p:set>
                                    <p:anim calcmode="lin" valueType="num">
                                      <p:cBhvr additive="base">
                                        <p:cTn id="25" dur="500" fill="hold"/>
                                        <p:tgtEl>
                                          <p:spTgt spid="1536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36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5363">
                                            <p:txEl>
                                              <p:pRg st="4" end="4"/>
                                            </p:txEl>
                                          </p:spTgt>
                                        </p:tgtEl>
                                        <p:attrNameLst>
                                          <p:attrName>style.visibility</p:attrName>
                                        </p:attrNameLst>
                                      </p:cBhvr>
                                      <p:to>
                                        <p:strVal val="visible"/>
                                      </p:to>
                                    </p:set>
                                    <p:anim calcmode="lin" valueType="num">
                                      <p:cBhvr additive="base">
                                        <p:cTn id="31" dur="500" fill="hold"/>
                                        <p:tgtEl>
                                          <p:spTgt spid="1536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3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15363">
                                            <p:txEl>
                                              <p:pRg st="5" end="5"/>
                                            </p:txEl>
                                          </p:spTgt>
                                        </p:tgtEl>
                                        <p:attrNameLst>
                                          <p:attrName>style.visibility</p:attrName>
                                        </p:attrNameLst>
                                      </p:cBhvr>
                                      <p:to>
                                        <p:strVal val="visible"/>
                                      </p:to>
                                    </p:set>
                                    <p:anim calcmode="lin" valueType="num">
                                      <p:cBhvr additive="base">
                                        <p:cTn id="37" dur="500" fill="hold"/>
                                        <p:tgtEl>
                                          <p:spTgt spid="1536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536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15363">
                                            <p:txEl>
                                              <p:pRg st="6" end="6"/>
                                            </p:txEl>
                                          </p:spTgt>
                                        </p:tgtEl>
                                        <p:attrNameLst>
                                          <p:attrName>style.visibility</p:attrName>
                                        </p:attrNameLst>
                                      </p:cBhvr>
                                      <p:to>
                                        <p:strVal val="visible"/>
                                      </p:to>
                                    </p:set>
                                    <p:anim calcmode="lin" valueType="num">
                                      <p:cBhvr additive="base">
                                        <p:cTn id="43" dur="500" fill="hold"/>
                                        <p:tgtEl>
                                          <p:spTgt spid="1536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536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5363">
                                            <p:txEl>
                                              <p:pRg st="7" end="7"/>
                                            </p:txEl>
                                          </p:spTgt>
                                        </p:tgtEl>
                                        <p:attrNameLst>
                                          <p:attrName>style.visibility</p:attrName>
                                        </p:attrNameLst>
                                      </p:cBhvr>
                                      <p:to>
                                        <p:strVal val="visible"/>
                                      </p:to>
                                    </p:set>
                                    <p:anim calcmode="lin" valueType="num">
                                      <p:cBhvr additive="base">
                                        <p:cTn id="49" dur="500" fill="hold"/>
                                        <p:tgtEl>
                                          <p:spTgt spid="1536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536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5363">
                                            <p:txEl>
                                              <p:pRg st="8" end="8"/>
                                            </p:txEl>
                                          </p:spTgt>
                                        </p:tgtEl>
                                        <p:attrNameLst>
                                          <p:attrName>style.visibility</p:attrName>
                                        </p:attrNameLst>
                                      </p:cBhvr>
                                      <p:to>
                                        <p:strVal val="visible"/>
                                      </p:to>
                                    </p:set>
                                    <p:anim calcmode="lin" valueType="num">
                                      <p:cBhvr additive="base">
                                        <p:cTn id="55" dur="500" fill="hold"/>
                                        <p:tgtEl>
                                          <p:spTgt spid="1536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536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GB" altLang="en-US" b="1" dirty="0">
                <a:solidFill>
                  <a:schemeClr val="accent2"/>
                </a:solidFill>
                <a:effectLst>
                  <a:outerShdw blurRad="38100" dist="38100" dir="2700000" algn="tl">
                    <a:srgbClr val="000000"/>
                  </a:outerShdw>
                </a:effectLst>
                <a:latin typeface="Arial" charset="0"/>
              </a:rPr>
              <a:t>WHY DO PEOPLE PLAGIARIZE?</a:t>
            </a:r>
            <a:endParaRPr lang="en-US" altLang="en-US" dirty="0"/>
          </a:p>
        </p:txBody>
      </p:sp>
      <p:sp>
        <p:nvSpPr>
          <p:cNvPr id="4" name="Slide Number Placeholder 3"/>
          <p:cNvSpPr>
            <a:spLocks noGrp="1"/>
          </p:cNvSpPr>
          <p:nvPr>
            <p:ph type="sldNum" sz="quarter" idx="12"/>
          </p:nvPr>
        </p:nvSpPr>
        <p:spPr/>
        <p:txBody>
          <a:bodyPr/>
          <a:lstStyle/>
          <a:p>
            <a:pPr>
              <a:defRPr/>
            </a:pPr>
            <a:fld id="{A4C5C228-2FBA-4F54-BCBC-38914A2BDB3F}" type="slidenum">
              <a:rPr lang="en-US" smtClean="0"/>
              <a:pPr>
                <a:defRPr/>
              </a:pPr>
              <a:t>28</a:t>
            </a:fld>
            <a:endParaRPr lang="en-US"/>
          </a:p>
        </p:txBody>
      </p:sp>
      <p:grpSp>
        <p:nvGrpSpPr>
          <p:cNvPr id="2" name="Group 1"/>
          <p:cNvGrpSpPr/>
          <p:nvPr/>
        </p:nvGrpSpPr>
        <p:grpSpPr>
          <a:xfrm>
            <a:off x="395536" y="1447800"/>
            <a:ext cx="8291264" cy="5077544"/>
            <a:chOff x="762000" y="1447800"/>
            <a:chExt cx="7924800" cy="4724400"/>
          </a:xfrm>
        </p:grpSpPr>
        <p:sp>
          <p:nvSpPr>
            <p:cNvPr id="12293" name="AutoShape 5"/>
            <p:cNvSpPr>
              <a:spLocks noChangeArrowheads="1"/>
            </p:cNvSpPr>
            <p:nvPr/>
          </p:nvSpPr>
          <p:spPr bwMode="auto">
            <a:xfrm>
              <a:off x="1524000" y="1524000"/>
              <a:ext cx="2895600" cy="1447800"/>
            </a:xfrm>
            <a:prstGeom prst="wedgeEllipseCallout">
              <a:avLst>
                <a:gd name="adj1" fmla="val 61130"/>
                <a:gd name="adj2" fmla="val 140681"/>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lvl1pPr>
                <a:spcBef>
                  <a:spcPct val="20000"/>
                </a:spcBef>
                <a:buClr>
                  <a:schemeClr val="hlink"/>
                </a:buClr>
                <a:buFont typeface="Times"/>
                <a:buChar char="•"/>
                <a:defRPr sz="3200">
                  <a:solidFill>
                    <a:schemeClr val="tx1"/>
                  </a:solidFill>
                  <a:latin typeface="Arial" charset="0"/>
                </a:defRPr>
              </a:lvl1pPr>
              <a:lvl2pPr marL="742950" indent="-285750">
                <a:spcBef>
                  <a:spcPct val="20000"/>
                </a:spcBef>
                <a:buClr>
                  <a:schemeClr val="folHlink"/>
                </a:buClr>
                <a:buFont typeface="Times"/>
                <a:buChar char="•"/>
                <a:defRPr sz="2800">
                  <a:solidFill>
                    <a:schemeClr val="tx1"/>
                  </a:solidFill>
                  <a:latin typeface="Arial" charset="0"/>
                </a:defRPr>
              </a:lvl2pPr>
              <a:lvl3pPr marL="1143000" indent="-228600">
                <a:spcBef>
                  <a:spcPct val="20000"/>
                </a:spcBef>
                <a:buClr>
                  <a:schemeClr val="hlink"/>
                </a:buClr>
                <a:buFont typeface="Times"/>
                <a:buChar char="•"/>
                <a:defRPr sz="2400">
                  <a:solidFill>
                    <a:schemeClr val="tx1"/>
                  </a:solidFill>
                  <a:latin typeface="Arial" charset="0"/>
                </a:defRPr>
              </a:lvl3pPr>
              <a:lvl4pPr marL="1600200" indent="-228600">
                <a:spcBef>
                  <a:spcPct val="20000"/>
                </a:spcBef>
                <a:buClr>
                  <a:schemeClr val="folHlink"/>
                </a:buClr>
                <a:buFont typeface="Times"/>
                <a:buChar char="•"/>
                <a:defRPr sz="2000">
                  <a:solidFill>
                    <a:schemeClr val="tx1"/>
                  </a:solidFill>
                  <a:latin typeface="Arial" charset="0"/>
                </a:defRPr>
              </a:lvl4pPr>
              <a:lvl5pPr marL="2057400" indent="-228600">
                <a:spcBef>
                  <a:spcPct val="20000"/>
                </a:spcBef>
                <a:buClr>
                  <a:schemeClr val="hlink"/>
                </a:buClr>
                <a:buFont typeface="Times"/>
                <a:buChar char="•"/>
                <a:defRPr sz="2000">
                  <a:solidFill>
                    <a:schemeClr val="tx1"/>
                  </a:solidFill>
                  <a:latin typeface="Arial" charset="0"/>
                </a:defRPr>
              </a:lvl5pPr>
              <a:lvl6pPr marL="25146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6pPr>
              <a:lvl7pPr marL="29718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7pPr>
              <a:lvl8pPr marL="34290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8pPr>
              <a:lvl9pPr marL="38862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9pPr>
            </a:lstStyle>
            <a:p>
              <a:pPr algn="ctr">
                <a:spcBef>
                  <a:spcPct val="0"/>
                </a:spcBef>
                <a:buClrTx/>
                <a:buFontTx/>
                <a:buNone/>
              </a:pPr>
              <a:r>
                <a:rPr lang="en-US" altLang="en-US" sz="1800">
                  <a:latin typeface="Comic Sans MS" pitchFamily="66" charset="0"/>
                </a:rPr>
                <a:t>It’s okay if </a:t>
              </a:r>
            </a:p>
            <a:p>
              <a:pPr algn="ctr">
                <a:spcBef>
                  <a:spcPct val="0"/>
                </a:spcBef>
                <a:buClrTx/>
                <a:buFontTx/>
                <a:buNone/>
              </a:pPr>
              <a:r>
                <a:rPr lang="en-US" altLang="en-US" sz="1800">
                  <a:latin typeface="Comic Sans MS" pitchFamily="66" charset="0"/>
                </a:rPr>
                <a:t>I don’t get caught!</a:t>
              </a:r>
              <a:endParaRPr lang="en-US" altLang="en-US" sz="2400">
                <a:latin typeface="Comic Sans MS" pitchFamily="66" charset="0"/>
              </a:endParaRPr>
            </a:p>
          </p:txBody>
        </p:sp>
        <p:sp>
          <p:nvSpPr>
            <p:cNvPr id="12296" name="AutoShape 8"/>
            <p:cNvSpPr>
              <a:spLocks noChangeArrowheads="1"/>
            </p:cNvSpPr>
            <p:nvPr/>
          </p:nvSpPr>
          <p:spPr bwMode="auto">
            <a:xfrm>
              <a:off x="3962400" y="2590800"/>
              <a:ext cx="4724400" cy="1676400"/>
            </a:xfrm>
            <a:prstGeom prst="wedgeEllipseCallout">
              <a:avLst>
                <a:gd name="adj1" fmla="val -20565"/>
                <a:gd name="adj2" fmla="val 77273"/>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lvl1pPr>
                <a:spcBef>
                  <a:spcPct val="20000"/>
                </a:spcBef>
                <a:buClr>
                  <a:schemeClr val="hlink"/>
                </a:buClr>
                <a:buFont typeface="Times"/>
                <a:buChar char="•"/>
                <a:defRPr sz="3200">
                  <a:solidFill>
                    <a:schemeClr val="tx1"/>
                  </a:solidFill>
                  <a:latin typeface="Arial" charset="0"/>
                </a:defRPr>
              </a:lvl1pPr>
              <a:lvl2pPr marL="742950" indent="-285750">
                <a:spcBef>
                  <a:spcPct val="20000"/>
                </a:spcBef>
                <a:buClr>
                  <a:schemeClr val="folHlink"/>
                </a:buClr>
                <a:buFont typeface="Times"/>
                <a:buChar char="•"/>
                <a:defRPr sz="2800">
                  <a:solidFill>
                    <a:schemeClr val="tx1"/>
                  </a:solidFill>
                  <a:latin typeface="Arial" charset="0"/>
                </a:defRPr>
              </a:lvl2pPr>
              <a:lvl3pPr marL="1143000" indent="-228600">
                <a:spcBef>
                  <a:spcPct val="20000"/>
                </a:spcBef>
                <a:buClr>
                  <a:schemeClr val="hlink"/>
                </a:buClr>
                <a:buFont typeface="Times"/>
                <a:buChar char="•"/>
                <a:defRPr sz="2400">
                  <a:solidFill>
                    <a:schemeClr val="tx1"/>
                  </a:solidFill>
                  <a:latin typeface="Arial" charset="0"/>
                </a:defRPr>
              </a:lvl3pPr>
              <a:lvl4pPr marL="1600200" indent="-228600">
                <a:spcBef>
                  <a:spcPct val="20000"/>
                </a:spcBef>
                <a:buClr>
                  <a:schemeClr val="folHlink"/>
                </a:buClr>
                <a:buFont typeface="Times"/>
                <a:buChar char="•"/>
                <a:defRPr sz="2000">
                  <a:solidFill>
                    <a:schemeClr val="tx1"/>
                  </a:solidFill>
                  <a:latin typeface="Arial" charset="0"/>
                </a:defRPr>
              </a:lvl4pPr>
              <a:lvl5pPr marL="2057400" indent="-228600">
                <a:spcBef>
                  <a:spcPct val="20000"/>
                </a:spcBef>
                <a:buClr>
                  <a:schemeClr val="hlink"/>
                </a:buClr>
                <a:buFont typeface="Times"/>
                <a:buChar char="•"/>
                <a:defRPr sz="2000">
                  <a:solidFill>
                    <a:schemeClr val="tx1"/>
                  </a:solidFill>
                  <a:latin typeface="Arial" charset="0"/>
                </a:defRPr>
              </a:lvl5pPr>
              <a:lvl6pPr marL="25146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6pPr>
              <a:lvl7pPr marL="29718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7pPr>
              <a:lvl8pPr marL="34290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8pPr>
              <a:lvl9pPr marL="38862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9pPr>
            </a:lstStyle>
            <a:p>
              <a:pPr algn="ctr">
                <a:spcBef>
                  <a:spcPct val="0"/>
                </a:spcBef>
                <a:buClrTx/>
                <a:buFontTx/>
                <a:buNone/>
              </a:pPr>
              <a:r>
                <a:rPr lang="en-US" altLang="en-US" sz="1800">
                  <a:latin typeface="Comic Sans MS" pitchFamily="66" charset="0"/>
                </a:rPr>
                <a:t>I was too busy to </a:t>
              </a:r>
            </a:p>
            <a:p>
              <a:pPr algn="ctr">
                <a:spcBef>
                  <a:spcPct val="0"/>
                </a:spcBef>
                <a:buClrTx/>
                <a:buFontTx/>
                <a:buNone/>
              </a:pPr>
              <a:r>
                <a:rPr lang="en-US" altLang="en-US" sz="1800">
                  <a:latin typeface="Comic Sans MS" pitchFamily="66" charset="0"/>
                </a:rPr>
                <a:t>write that paper!</a:t>
              </a:r>
            </a:p>
            <a:p>
              <a:pPr algn="ctr">
                <a:spcBef>
                  <a:spcPct val="0"/>
                </a:spcBef>
                <a:buClrTx/>
                <a:buFontTx/>
                <a:buNone/>
              </a:pPr>
              <a:r>
                <a:rPr lang="en-US" altLang="en-US" sz="1800">
                  <a:latin typeface="Comic Sans MS" pitchFamily="66" charset="0"/>
                </a:rPr>
                <a:t>(Job, big game, too much homework!)</a:t>
              </a:r>
              <a:endParaRPr lang="en-US" altLang="en-US" sz="1800">
                <a:latin typeface="Times"/>
              </a:endParaRPr>
            </a:p>
          </p:txBody>
        </p:sp>
        <p:sp>
          <p:nvSpPr>
            <p:cNvPr id="12297" name="AutoShape 9"/>
            <p:cNvSpPr>
              <a:spLocks noChangeArrowheads="1"/>
            </p:cNvSpPr>
            <p:nvPr/>
          </p:nvSpPr>
          <p:spPr bwMode="auto">
            <a:xfrm>
              <a:off x="838200" y="4343400"/>
              <a:ext cx="2057400" cy="1371600"/>
            </a:xfrm>
            <a:prstGeom prst="wedgeEllipseCallout">
              <a:avLst>
                <a:gd name="adj1" fmla="val 133181"/>
                <a:gd name="adj2" fmla="val 47222"/>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lvl1pPr>
                <a:spcBef>
                  <a:spcPct val="20000"/>
                </a:spcBef>
                <a:buClr>
                  <a:schemeClr val="hlink"/>
                </a:buClr>
                <a:buFont typeface="Times"/>
                <a:buChar char="•"/>
                <a:defRPr sz="3200">
                  <a:solidFill>
                    <a:schemeClr val="tx1"/>
                  </a:solidFill>
                  <a:latin typeface="Arial" charset="0"/>
                </a:defRPr>
              </a:lvl1pPr>
              <a:lvl2pPr marL="742950" indent="-285750">
                <a:spcBef>
                  <a:spcPct val="20000"/>
                </a:spcBef>
                <a:buClr>
                  <a:schemeClr val="folHlink"/>
                </a:buClr>
                <a:buFont typeface="Times"/>
                <a:buChar char="•"/>
                <a:defRPr sz="2800">
                  <a:solidFill>
                    <a:schemeClr val="tx1"/>
                  </a:solidFill>
                  <a:latin typeface="Arial" charset="0"/>
                </a:defRPr>
              </a:lvl2pPr>
              <a:lvl3pPr marL="1143000" indent="-228600">
                <a:spcBef>
                  <a:spcPct val="20000"/>
                </a:spcBef>
                <a:buClr>
                  <a:schemeClr val="hlink"/>
                </a:buClr>
                <a:buFont typeface="Times"/>
                <a:buChar char="•"/>
                <a:defRPr sz="2400">
                  <a:solidFill>
                    <a:schemeClr val="tx1"/>
                  </a:solidFill>
                  <a:latin typeface="Arial" charset="0"/>
                </a:defRPr>
              </a:lvl3pPr>
              <a:lvl4pPr marL="1600200" indent="-228600">
                <a:spcBef>
                  <a:spcPct val="20000"/>
                </a:spcBef>
                <a:buClr>
                  <a:schemeClr val="folHlink"/>
                </a:buClr>
                <a:buFont typeface="Times"/>
                <a:buChar char="•"/>
                <a:defRPr sz="2000">
                  <a:solidFill>
                    <a:schemeClr val="tx1"/>
                  </a:solidFill>
                  <a:latin typeface="Arial" charset="0"/>
                </a:defRPr>
              </a:lvl4pPr>
              <a:lvl5pPr marL="2057400" indent="-228600">
                <a:spcBef>
                  <a:spcPct val="20000"/>
                </a:spcBef>
                <a:buClr>
                  <a:schemeClr val="hlink"/>
                </a:buClr>
                <a:buFont typeface="Times"/>
                <a:buChar char="•"/>
                <a:defRPr sz="2000">
                  <a:solidFill>
                    <a:schemeClr val="tx1"/>
                  </a:solidFill>
                  <a:latin typeface="Arial" charset="0"/>
                </a:defRPr>
              </a:lvl5pPr>
              <a:lvl6pPr marL="25146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6pPr>
              <a:lvl7pPr marL="29718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7pPr>
              <a:lvl8pPr marL="34290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8pPr>
              <a:lvl9pPr marL="38862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9pPr>
            </a:lstStyle>
            <a:p>
              <a:pPr algn="ctr">
                <a:spcBef>
                  <a:spcPct val="0"/>
                </a:spcBef>
                <a:buClrTx/>
                <a:buFontTx/>
                <a:buNone/>
              </a:pPr>
              <a:r>
                <a:rPr lang="en-US" altLang="en-US" sz="1800">
                  <a:latin typeface="Comic Sans MS" pitchFamily="66" charset="0"/>
                </a:rPr>
                <a:t>My teachers </a:t>
              </a:r>
            </a:p>
            <a:p>
              <a:pPr algn="ctr">
                <a:spcBef>
                  <a:spcPct val="0"/>
                </a:spcBef>
                <a:buClrTx/>
                <a:buFontTx/>
                <a:buNone/>
              </a:pPr>
              <a:r>
                <a:rPr lang="en-US" altLang="en-US" sz="1800">
                  <a:latin typeface="Comic Sans MS" pitchFamily="66" charset="0"/>
                </a:rPr>
                <a:t>expect</a:t>
              </a:r>
            </a:p>
            <a:p>
              <a:pPr algn="ctr">
                <a:spcBef>
                  <a:spcPct val="0"/>
                </a:spcBef>
                <a:buClrTx/>
                <a:buFontTx/>
                <a:buNone/>
              </a:pPr>
              <a:r>
                <a:rPr lang="en-US" altLang="en-US" sz="1800">
                  <a:latin typeface="Comic Sans MS" pitchFamily="66" charset="0"/>
                </a:rPr>
                <a:t> too much!</a:t>
              </a:r>
              <a:endParaRPr lang="en-US" altLang="en-US" sz="2400">
                <a:latin typeface="Times"/>
              </a:endParaRPr>
            </a:p>
          </p:txBody>
        </p:sp>
        <p:sp>
          <p:nvSpPr>
            <p:cNvPr id="12298" name="AutoShape 10"/>
            <p:cNvSpPr>
              <a:spLocks noChangeArrowheads="1"/>
            </p:cNvSpPr>
            <p:nvPr/>
          </p:nvSpPr>
          <p:spPr bwMode="auto">
            <a:xfrm>
              <a:off x="2743200" y="3581400"/>
              <a:ext cx="1600200" cy="1524000"/>
            </a:xfrm>
            <a:prstGeom prst="wedgeRoundRectCallout">
              <a:avLst>
                <a:gd name="adj1" fmla="val 68653"/>
                <a:gd name="adj2" fmla="val 37708"/>
                <a:gd name="adj3" fmla="val 16667"/>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lvl1pPr>
                <a:spcBef>
                  <a:spcPct val="20000"/>
                </a:spcBef>
                <a:buClr>
                  <a:schemeClr val="hlink"/>
                </a:buClr>
                <a:buFont typeface="Times"/>
                <a:buChar char="•"/>
                <a:defRPr sz="3200">
                  <a:solidFill>
                    <a:schemeClr val="tx1"/>
                  </a:solidFill>
                  <a:latin typeface="Arial" charset="0"/>
                </a:defRPr>
              </a:lvl1pPr>
              <a:lvl2pPr marL="742950" indent="-285750">
                <a:spcBef>
                  <a:spcPct val="20000"/>
                </a:spcBef>
                <a:buClr>
                  <a:schemeClr val="folHlink"/>
                </a:buClr>
                <a:buFont typeface="Times"/>
                <a:buChar char="•"/>
                <a:defRPr sz="2800">
                  <a:solidFill>
                    <a:schemeClr val="tx1"/>
                  </a:solidFill>
                  <a:latin typeface="Arial" charset="0"/>
                </a:defRPr>
              </a:lvl2pPr>
              <a:lvl3pPr marL="1143000" indent="-228600">
                <a:spcBef>
                  <a:spcPct val="20000"/>
                </a:spcBef>
                <a:buClr>
                  <a:schemeClr val="hlink"/>
                </a:buClr>
                <a:buFont typeface="Times"/>
                <a:buChar char="•"/>
                <a:defRPr sz="2400">
                  <a:solidFill>
                    <a:schemeClr val="tx1"/>
                  </a:solidFill>
                  <a:latin typeface="Arial" charset="0"/>
                </a:defRPr>
              </a:lvl3pPr>
              <a:lvl4pPr marL="1600200" indent="-228600">
                <a:spcBef>
                  <a:spcPct val="20000"/>
                </a:spcBef>
                <a:buClr>
                  <a:schemeClr val="folHlink"/>
                </a:buClr>
                <a:buFont typeface="Times"/>
                <a:buChar char="•"/>
                <a:defRPr sz="2000">
                  <a:solidFill>
                    <a:schemeClr val="tx1"/>
                  </a:solidFill>
                  <a:latin typeface="Arial" charset="0"/>
                </a:defRPr>
              </a:lvl4pPr>
              <a:lvl5pPr marL="2057400" indent="-228600">
                <a:spcBef>
                  <a:spcPct val="20000"/>
                </a:spcBef>
                <a:buClr>
                  <a:schemeClr val="hlink"/>
                </a:buClr>
                <a:buFont typeface="Times"/>
                <a:buChar char="•"/>
                <a:defRPr sz="2000">
                  <a:solidFill>
                    <a:schemeClr val="tx1"/>
                  </a:solidFill>
                  <a:latin typeface="Arial" charset="0"/>
                </a:defRPr>
              </a:lvl5pPr>
              <a:lvl6pPr marL="25146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6pPr>
              <a:lvl7pPr marL="29718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7pPr>
              <a:lvl8pPr marL="34290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8pPr>
              <a:lvl9pPr marL="38862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9pPr>
            </a:lstStyle>
            <a:p>
              <a:pPr algn="ctr">
                <a:spcBef>
                  <a:spcPct val="0"/>
                </a:spcBef>
                <a:buClrTx/>
                <a:buFontTx/>
                <a:buNone/>
              </a:pPr>
              <a:r>
                <a:rPr lang="en-US" altLang="en-US" sz="1800">
                  <a:latin typeface="Comic Sans MS" pitchFamily="66" charset="0"/>
                </a:rPr>
                <a:t>I’ve got to get </a:t>
              </a:r>
            </a:p>
            <a:p>
              <a:pPr algn="ctr">
                <a:spcBef>
                  <a:spcPct val="0"/>
                </a:spcBef>
                <a:buClrTx/>
                <a:buFontTx/>
                <a:buNone/>
              </a:pPr>
              <a:r>
                <a:rPr lang="en-US" altLang="en-US" sz="1800">
                  <a:latin typeface="Comic Sans MS" pitchFamily="66" charset="0"/>
                </a:rPr>
                <a:t>into a </a:t>
              </a:r>
            </a:p>
            <a:p>
              <a:pPr algn="ctr">
                <a:spcBef>
                  <a:spcPct val="0"/>
                </a:spcBef>
                <a:buClrTx/>
                <a:buFontTx/>
                <a:buNone/>
              </a:pPr>
              <a:r>
                <a:rPr lang="en-US" altLang="en-US" sz="1800">
                  <a:latin typeface="Comic Sans MS" pitchFamily="66" charset="0"/>
                </a:rPr>
                <a:t>certain college.!</a:t>
              </a:r>
            </a:p>
          </p:txBody>
        </p:sp>
        <p:sp>
          <p:nvSpPr>
            <p:cNvPr id="12299" name="AutoShape 11"/>
            <p:cNvSpPr>
              <a:spLocks noChangeArrowheads="1"/>
            </p:cNvSpPr>
            <p:nvPr/>
          </p:nvSpPr>
          <p:spPr bwMode="auto">
            <a:xfrm>
              <a:off x="6477000" y="4495800"/>
              <a:ext cx="1676400" cy="1295400"/>
            </a:xfrm>
            <a:prstGeom prst="wedgeRoundRectCallout">
              <a:avLst>
                <a:gd name="adj1" fmla="val -85699"/>
                <a:gd name="adj2" fmla="val 22551"/>
                <a:gd name="adj3" fmla="val 16667"/>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lvl1pPr>
                <a:spcBef>
                  <a:spcPct val="20000"/>
                </a:spcBef>
                <a:buClr>
                  <a:schemeClr val="hlink"/>
                </a:buClr>
                <a:buFont typeface="Times"/>
                <a:buChar char="•"/>
                <a:defRPr sz="3200">
                  <a:solidFill>
                    <a:schemeClr val="tx1"/>
                  </a:solidFill>
                  <a:latin typeface="Arial" charset="0"/>
                </a:defRPr>
              </a:lvl1pPr>
              <a:lvl2pPr marL="742950" indent="-285750">
                <a:spcBef>
                  <a:spcPct val="20000"/>
                </a:spcBef>
                <a:buClr>
                  <a:schemeClr val="folHlink"/>
                </a:buClr>
                <a:buFont typeface="Times"/>
                <a:buChar char="•"/>
                <a:defRPr sz="2800">
                  <a:solidFill>
                    <a:schemeClr val="tx1"/>
                  </a:solidFill>
                  <a:latin typeface="Arial" charset="0"/>
                </a:defRPr>
              </a:lvl2pPr>
              <a:lvl3pPr marL="1143000" indent="-228600">
                <a:spcBef>
                  <a:spcPct val="20000"/>
                </a:spcBef>
                <a:buClr>
                  <a:schemeClr val="hlink"/>
                </a:buClr>
                <a:buFont typeface="Times"/>
                <a:buChar char="•"/>
                <a:defRPr sz="2400">
                  <a:solidFill>
                    <a:schemeClr val="tx1"/>
                  </a:solidFill>
                  <a:latin typeface="Arial" charset="0"/>
                </a:defRPr>
              </a:lvl3pPr>
              <a:lvl4pPr marL="1600200" indent="-228600">
                <a:spcBef>
                  <a:spcPct val="20000"/>
                </a:spcBef>
                <a:buClr>
                  <a:schemeClr val="folHlink"/>
                </a:buClr>
                <a:buFont typeface="Times"/>
                <a:buChar char="•"/>
                <a:defRPr sz="2000">
                  <a:solidFill>
                    <a:schemeClr val="tx1"/>
                  </a:solidFill>
                  <a:latin typeface="Arial" charset="0"/>
                </a:defRPr>
              </a:lvl4pPr>
              <a:lvl5pPr marL="2057400" indent="-228600">
                <a:spcBef>
                  <a:spcPct val="20000"/>
                </a:spcBef>
                <a:buClr>
                  <a:schemeClr val="hlink"/>
                </a:buClr>
                <a:buFont typeface="Times"/>
                <a:buChar char="•"/>
                <a:defRPr sz="2000">
                  <a:solidFill>
                    <a:schemeClr val="tx1"/>
                  </a:solidFill>
                  <a:latin typeface="Arial" charset="0"/>
                </a:defRPr>
              </a:lvl5pPr>
              <a:lvl6pPr marL="25146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6pPr>
              <a:lvl7pPr marL="29718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7pPr>
              <a:lvl8pPr marL="34290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8pPr>
              <a:lvl9pPr marL="38862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9pPr>
            </a:lstStyle>
            <a:p>
              <a:pPr algn="ctr">
                <a:spcBef>
                  <a:spcPct val="0"/>
                </a:spcBef>
                <a:buClrTx/>
                <a:buFontTx/>
                <a:buNone/>
              </a:pPr>
              <a:r>
                <a:rPr lang="en-US" altLang="en-US" sz="1800">
                  <a:latin typeface="Comic Sans MS" pitchFamily="66" charset="0"/>
                </a:rPr>
                <a:t>My parents</a:t>
              </a:r>
            </a:p>
            <a:p>
              <a:pPr algn="ctr">
                <a:spcBef>
                  <a:spcPct val="0"/>
                </a:spcBef>
                <a:buClrTx/>
                <a:buFontTx/>
                <a:buNone/>
              </a:pPr>
              <a:r>
                <a:rPr lang="en-US" altLang="en-US" sz="1800">
                  <a:latin typeface="Comic Sans MS" pitchFamily="66" charset="0"/>
                </a:rPr>
                <a:t> expect “A”s!</a:t>
              </a:r>
            </a:p>
          </p:txBody>
        </p:sp>
        <p:sp>
          <p:nvSpPr>
            <p:cNvPr id="9224" name="AutoShape 12"/>
            <p:cNvSpPr>
              <a:spLocks noChangeArrowheads="1"/>
            </p:cNvSpPr>
            <p:nvPr/>
          </p:nvSpPr>
          <p:spPr bwMode="auto">
            <a:xfrm>
              <a:off x="762000" y="2590800"/>
              <a:ext cx="2286000" cy="1219200"/>
            </a:xfrm>
            <a:prstGeom prst="wedgeEllipseCallout">
              <a:avLst>
                <a:gd name="adj1" fmla="val 88125"/>
                <a:gd name="adj2" fmla="val 26431"/>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lvl1pPr>
                <a:spcBef>
                  <a:spcPct val="20000"/>
                </a:spcBef>
                <a:buClr>
                  <a:schemeClr val="hlink"/>
                </a:buClr>
                <a:buFont typeface="Times"/>
                <a:buChar char="•"/>
                <a:defRPr sz="3200">
                  <a:solidFill>
                    <a:schemeClr val="tx1"/>
                  </a:solidFill>
                  <a:latin typeface="Arial" charset="0"/>
                </a:defRPr>
              </a:lvl1pPr>
              <a:lvl2pPr marL="742950" indent="-285750">
                <a:spcBef>
                  <a:spcPct val="20000"/>
                </a:spcBef>
                <a:buClr>
                  <a:schemeClr val="folHlink"/>
                </a:buClr>
                <a:buFont typeface="Times"/>
                <a:buChar char="•"/>
                <a:defRPr sz="2800">
                  <a:solidFill>
                    <a:schemeClr val="tx1"/>
                  </a:solidFill>
                  <a:latin typeface="Arial" charset="0"/>
                </a:defRPr>
              </a:lvl2pPr>
              <a:lvl3pPr marL="1143000" indent="-228600">
                <a:spcBef>
                  <a:spcPct val="20000"/>
                </a:spcBef>
                <a:buClr>
                  <a:schemeClr val="hlink"/>
                </a:buClr>
                <a:buFont typeface="Times"/>
                <a:buChar char="•"/>
                <a:defRPr sz="2400">
                  <a:solidFill>
                    <a:schemeClr val="tx1"/>
                  </a:solidFill>
                  <a:latin typeface="Arial" charset="0"/>
                </a:defRPr>
              </a:lvl3pPr>
              <a:lvl4pPr marL="1600200" indent="-228600">
                <a:spcBef>
                  <a:spcPct val="20000"/>
                </a:spcBef>
                <a:buClr>
                  <a:schemeClr val="folHlink"/>
                </a:buClr>
                <a:buFont typeface="Times"/>
                <a:buChar char="•"/>
                <a:defRPr sz="2000">
                  <a:solidFill>
                    <a:schemeClr val="tx1"/>
                  </a:solidFill>
                  <a:latin typeface="Arial" charset="0"/>
                </a:defRPr>
              </a:lvl4pPr>
              <a:lvl5pPr marL="2057400" indent="-228600">
                <a:spcBef>
                  <a:spcPct val="20000"/>
                </a:spcBef>
                <a:buClr>
                  <a:schemeClr val="hlink"/>
                </a:buClr>
                <a:buFont typeface="Times"/>
                <a:buChar char="•"/>
                <a:defRPr sz="2000">
                  <a:solidFill>
                    <a:schemeClr val="tx1"/>
                  </a:solidFill>
                  <a:latin typeface="Arial" charset="0"/>
                </a:defRPr>
              </a:lvl5pPr>
              <a:lvl6pPr marL="25146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6pPr>
              <a:lvl7pPr marL="29718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7pPr>
              <a:lvl8pPr marL="34290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8pPr>
              <a:lvl9pPr marL="38862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9pPr>
            </a:lstStyle>
            <a:p>
              <a:pPr algn="ctr">
                <a:spcBef>
                  <a:spcPct val="0"/>
                </a:spcBef>
                <a:buClrTx/>
                <a:buFontTx/>
                <a:buNone/>
              </a:pPr>
              <a:endParaRPr lang="en-US" altLang="en-US" sz="2400">
                <a:latin typeface="Times"/>
              </a:endParaRPr>
            </a:p>
          </p:txBody>
        </p:sp>
        <p:sp>
          <p:nvSpPr>
            <p:cNvPr id="9225" name="Text Box 13"/>
            <p:cNvSpPr txBox="1">
              <a:spLocks noChangeArrowheads="1"/>
            </p:cNvSpPr>
            <p:nvPr/>
          </p:nvSpPr>
          <p:spPr bwMode="auto">
            <a:xfrm>
              <a:off x="990600" y="2819400"/>
              <a:ext cx="1955800" cy="730250"/>
            </a:xfrm>
            <a:prstGeom prst="rect">
              <a:avLst/>
            </a:prstGeom>
            <a:ln>
              <a:noFill/>
            </a:ln>
          </p:spPr>
          <p:style>
            <a:lnRef idx="1">
              <a:schemeClr val="accent5"/>
            </a:lnRef>
            <a:fillRef idx="2">
              <a:schemeClr val="accent5"/>
            </a:fillRef>
            <a:effectRef idx="1">
              <a:schemeClr val="accent5"/>
            </a:effectRef>
            <a:fontRef idx="minor">
              <a:schemeClr val="dk1"/>
            </a:fontRef>
          </p:style>
          <p:txBody>
            <a:bodyPr wrap="none">
              <a:spAutoFit/>
            </a:bodyPr>
            <a:lstStyle>
              <a:lvl1pPr>
                <a:spcBef>
                  <a:spcPct val="20000"/>
                </a:spcBef>
                <a:buClr>
                  <a:schemeClr val="hlink"/>
                </a:buClr>
                <a:buFont typeface="Times"/>
                <a:buChar char="•"/>
                <a:defRPr sz="3200">
                  <a:solidFill>
                    <a:schemeClr val="tx1"/>
                  </a:solidFill>
                  <a:latin typeface="Arial" charset="0"/>
                </a:defRPr>
              </a:lvl1pPr>
              <a:lvl2pPr marL="742950" indent="-285750">
                <a:spcBef>
                  <a:spcPct val="20000"/>
                </a:spcBef>
                <a:buClr>
                  <a:schemeClr val="folHlink"/>
                </a:buClr>
                <a:buFont typeface="Times"/>
                <a:buChar char="•"/>
                <a:defRPr sz="2800">
                  <a:solidFill>
                    <a:schemeClr val="tx1"/>
                  </a:solidFill>
                  <a:latin typeface="Arial" charset="0"/>
                </a:defRPr>
              </a:lvl2pPr>
              <a:lvl3pPr marL="1143000" indent="-228600">
                <a:spcBef>
                  <a:spcPct val="20000"/>
                </a:spcBef>
                <a:buClr>
                  <a:schemeClr val="hlink"/>
                </a:buClr>
                <a:buFont typeface="Times"/>
                <a:buChar char="•"/>
                <a:defRPr sz="2400">
                  <a:solidFill>
                    <a:schemeClr val="tx1"/>
                  </a:solidFill>
                  <a:latin typeface="Arial" charset="0"/>
                </a:defRPr>
              </a:lvl3pPr>
              <a:lvl4pPr marL="1600200" indent="-228600">
                <a:spcBef>
                  <a:spcPct val="20000"/>
                </a:spcBef>
                <a:buClr>
                  <a:schemeClr val="folHlink"/>
                </a:buClr>
                <a:buFont typeface="Times"/>
                <a:buChar char="•"/>
                <a:defRPr sz="2000">
                  <a:solidFill>
                    <a:schemeClr val="tx1"/>
                  </a:solidFill>
                  <a:latin typeface="Arial" charset="0"/>
                </a:defRPr>
              </a:lvl4pPr>
              <a:lvl5pPr marL="2057400" indent="-228600">
                <a:spcBef>
                  <a:spcPct val="20000"/>
                </a:spcBef>
                <a:buClr>
                  <a:schemeClr val="hlink"/>
                </a:buClr>
                <a:buFont typeface="Times"/>
                <a:buChar char="•"/>
                <a:defRPr sz="2000">
                  <a:solidFill>
                    <a:schemeClr val="tx1"/>
                  </a:solidFill>
                  <a:latin typeface="Arial" charset="0"/>
                </a:defRPr>
              </a:lvl5pPr>
              <a:lvl6pPr marL="25146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6pPr>
              <a:lvl7pPr marL="29718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7pPr>
              <a:lvl8pPr marL="34290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8pPr>
              <a:lvl9pPr marL="38862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9pPr>
            </a:lstStyle>
            <a:p>
              <a:pPr algn="ctr">
                <a:spcBef>
                  <a:spcPct val="0"/>
                </a:spcBef>
                <a:buClrTx/>
                <a:buFontTx/>
                <a:buNone/>
              </a:pPr>
              <a:r>
                <a:rPr lang="en-US" altLang="en-US" sz="1800" dirty="0">
                  <a:latin typeface="Comic Sans MS" pitchFamily="66" charset="0"/>
                </a:rPr>
                <a:t>This assignment </a:t>
              </a:r>
            </a:p>
            <a:p>
              <a:pPr algn="ctr">
                <a:spcBef>
                  <a:spcPct val="0"/>
                </a:spcBef>
                <a:buClrTx/>
                <a:buFontTx/>
                <a:buNone/>
              </a:pPr>
              <a:r>
                <a:rPr lang="en-US" altLang="en-US" sz="1800" dirty="0">
                  <a:latin typeface="Comic Sans MS" pitchFamily="66" charset="0"/>
                </a:rPr>
                <a:t>was BORING!</a:t>
              </a:r>
              <a:endParaRPr lang="en-US" altLang="en-US" sz="2400" dirty="0">
                <a:latin typeface="Times"/>
              </a:endParaRPr>
            </a:p>
          </p:txBody>
        </p:sp>
        <p:pic>
          <p:nvPicPr>
            <p:cNvPr id="9226" name="Picture 14" descr="bd05048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0" y="4876800"/>
              <a:ext cx="1246188" cy="1295400"/>
            </a:xfrm>
            <a:prstGeom prst="rect">
              <a:avLst/>
            </a:prstGeom>
            <a:ln/>
          </p:spPr>
          <p:style>
            <a:lnRef idx="1">
              <a:schemeClr val="accent5"/>
            </a:lnRef>
            <a:fillRef idx="2">
              <a:schemeClr val="accent5"/>
            </a:fillRef>
            <a:effectRef idx="1">
              <a:schemeClr val="accent5"/>
            </a:effectRef>
            <a:fontRef idx="minor">
              <a:schemeClr val="dk1"/>
            </a:fontRef>
          </p:style>
        </p:pic>
        <p:sp>
          <p:nvSpPr>
            <p:cNvPr id="12303" name="AutoShape 15"/>
            <p:cNvSpPr>
              <a:spLocks noChangeArrowheads="1"/>
            </p:cNvSpPr>
            <p:nvPr/>
          </p:nvSpPr>
          <p:spPr bwMode="auto">
            <a:xfrm>
              <a:off x="4114800" y="1447800"/>
              <a:ext cx="3352800" cy="990600"/>
            </a:xfrm>
            <a:prstGeom prst="wedgeRoundRectCallout">
              <a:avLst>
                <a:gd name="adj1" fmla="val -30116"/>
                <a:gd name="adj2" fmla="val 88782"/>
                <a:gd name="adj3" fmla="val 16667"/>
              </a:avLst>
            </a:prstGeom>
            <a:ln>
              <a:headEnd/>
              <a:tailEnd/>
            </a:ln>
          </p:spPr>
          <p:style>
            <a:lnRef idx="1">
              <a:schemeClr val="accent5"/>
            </a:lnRef>
            <a:fillRef idx="2">
              <a:schemeClr val="accent5"/>
            </a:fillRef>
            <a:effectRef idx="1">
              <a:schemeClr val="accent5"/>
            </a:effectRef>
            <a:fontRef idx="minor">
              <a:schemeClr val="dk1"/>
            </a:fontRef>
          </p:style>
          <p:txBody>
            <a:bodyPr/>
            <a:lstStyle>
              <a:lvl1pPr>
                <a:spcBef>
                  <a:spcPct val="20000"/>
                </a:spcBef>
                <a:buClr>
                  <a:schemeClr val="hlink"/>
                </a:buClr>
                <a:buFont typeface="Times"/>
                <a:buChar char="•"/>
                <a:defRPr sz="3200">
                  <a:solidFill>
                    <a:schemeClr val="tx1"/>
                  </a:solidFill>
                  <a:latin typeface="Arial" charset="0"/>
                </a:defRPr>
              </a:lvl1pPr>
              <a:lvl2pPr marL="742950" indent="-285750">
                <a:spcBef>
                  <a:spcPct val="20000"/>
                </a:spcBef>
                <a:buClr>
                  <a:schemeClr val="folHlink"/>
                </a:buClr>
                <a:buFont typeface="Times"/>
                <a:buChar char="•"/>
                <a:defRPr sz="2800">
                  <a:solidFill>
                    <a:schemeClr val="tx1"/>
                  </a:solidFill>
                  <a:latin typeface="Arial" charset="0"/>
                </a:defRPr>
              </a:lvl2pPr>
              <a:lvl3pPr marL="1143000" indent="-228600">
                <a:spcBef>
                  <a:spcPct val="20000"/>
                </a:spcBef>
                <a:buClr>
                  <a:schemeClr val="hlink"/>
                </a:buClr>
                <a:buFont typeface="Times"/>
                <a:buChar char="•"/>
                <a:defRPr sz="2400">
                  <a:solidFill>
                    <a:schemeClr val="tx1"/>
                  </a:solidFill>
                  <a:latin typeface="Arial" charset="0"/>
                </a:defRPr>
              </a:lvl3pPr>
              <a:lvl4pPr marL="1600200" indent="-228600">
                <a:spcBef>
                  <a:spcPct val="20000"/>
                </a:spcBef>
                <a:buClr>
                  <a:schemeClr val="folHlink"/>
                </a:buClr>
                <a:buFont typeface="Times"/>
                <a:buChar char="•"/>
                <a:defRPr sz="2000">
                  <a:solidFill>
                    <a:schemeClr val="tx1"/>
                  </a:solidFill>
                  <a:latin typeface="Arial" charset="0"/>
                </a:defRPr>
              </a:lvl4pPr>
              <a:lvl5pPr marL="2057400" indent="-228600">
                <a:spcBef>
                  <a:spcPct val="20000"/>
                </a:spcBef>
                <a:buClr>
                  <a:schemeClr val="hlink"/>
                </a:buClr>
                <a:buFont typeface="Times"/>
                <a:buChar char="•"/>
                <a:defRPr sz="2000">
                  <a:solidFill>
                    <a:schemeClr val="tx1"/>
                  </a:solidFill>
                  <a:latin typeface="Arial" charset="0"/>
                </a:defRPr>
              </a:lvl5pPr>
              <a:lvl6pPr marL="25146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6pPr>
              <a:lvl7pPr marL="29718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7pPr>
              <a:lvl8pPr marL="34290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8pPr>
              <a:lvl9pPr marL="38862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9pPr>
            </a:lstStyle>
            <a:p>
              <a:pPr algn="ctr">
                <a:spcBef>
                  <a:spcPct val="0"/>
                </a:spcBef>
                <a:buClrTx/>
                <a:buFontTx/>
                <a:buNone/>
              </a:pPr>
              <a:endParaRPr lang="en-US" altLang="en-US" sz="1800" b="1">
                <a:latin typeface="Comic Sans MS" pitchFamily="66" charset="0"/>
              </a:endParaRPr>
            </a:p>
            <a:p>
              <a:pPr algn="ctr">
                <a:spcBef>
                  <a:spcPct val="0"/>
                </a:spcBef>
                <a:buClrTx/>
                <a:buFontTx/>
                <a:buNone/>
              </a:pPr>
              <a:r>
                <a:rPr lang="en-US" altLang="en-US" sz="1800">
                  <a:latin typeface="Comic Sans MS" pitchFamily="66" charset="0"/>
                </a:rPr>
                <a:t>Everyone does it!</a:t>
              </a:r>
            </a:p>
          </p:txBody>
        </p:sp>
      </p:grpSp>
    </p:spTree>
    <p:extLst>
      <p:ext uri="{BB962C8B-B14F-4D97-AF65-F5344CB8AC3E}">
        <p14:creationId xmlns:p14="http://schemas.microsoft.com/office/powerpoint/2010/main" val="3384459641"/>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idx="1"/>
          </p:nvPr>
        </p:nvSpPr>
        <p:spPr>
          <a:xfrm>
            <a:off x="457200" y="1752600"/>
            <a:ext cx="8075240" cy="4628728"/>
          </a:xfrm>
        </p:spPr>
        <p:txBody>
          <a:bodyPr>
            <a:normAutofit lnSpcReduction="10000"/>
          </a:bodyPr>
          <a:lstStyle/>
          <a:p>
            <a:pPr eaLnBrk="1" hangingPunct="1"/>
            <a:r>
              <a:rPr lang="en-US" altLang="en-US" sz="3600" b="0" dirty="0"/>
              <a:t>Too </a:t>
            </a:r>
            <a:r>
              <a:rPr lang="en-US" altLang="en-US" sz="4400" b="1" dirty="0">
                <a:solidFill>
                  <a:srgbClr val="C00000"/>
                </a:solidFill>
              </a:rPr>
              <a:t>careless</a:t>
            </a:r>
          </a:p>
          <a:p>
            <a:pPr eaLnBrk="1" hangingPunct="1"/>
            <a:r>
              <a:rPr lang="en-US" altLang="en-US" sz="3600" b="0" dirty="0"/>
              <a:t>Too </a:t>
            </a:r>
            <a:r>
              <a:rPr lang="en-US" altLang="en-US" sz="4400" b="1" dirty="0">
                <a:solidFill>
                  <a:srgbClr val="C00000"/>
                </a:solidFill>
              </a:rPr>
              <a:t>lazy </a:t>
            </a:r>
          </a:p>
          <a:p>
            <a:pPr eaLnBrk="1" hangingPunct="1"/>
            <a:r>
              <a:rPr lang="en-US" altLang="en-US" sz="3600" b="0" dirty="0"/>
              <a:t>Too </a:t>
            </a:r>
            <a:r>
              <a:rPr lang="en-US" altLang="en-US" sz="4400" b="1" dirty="0">
                <a:solidFill>
                  <a:srgbClr val="C00000"/>
                </a:solidFill>
              </a:rPr>
              <a:t>dishonest</a:t>
            </a:r>
          </a:p>
          <a:p>
            <a:pPr marL="44450" indent="0" eaLnBrk="1" hangingPunct="1">
              <a:buNone/>
            </a:pPr>
            <a:endParaRPr lang="en-US" altLang="en-US" sz="3600" i="1" dirty="0">
              <a:solidFill>
                <a:schemeClr val="tx1"/>
              </a:solidFill>
            </a:endParaRPr>
          </a:p>
          <a:p>
            <a:pPr marL="44450" indent="0" eaLnBrk="1" hangingPunct="1">
              <a:buNone/>
            </a:pPr>
            <a:endParaRPr lang="en-US" altLang="en-US" sz="3600" b="0" i="1" dirty="0">
              <a:solidFill>
                <a:schemeClr val="tx1"/>
              </a:solidFill>
            </a:endParaRPr>
          </a:p>
          <a:p>
            <a:pPr marL="44450" indent="0" eaLnBrk="1" hangingPunct="1">
              <a:buNone/>
            </a:pPr>
            <a:endParaRPr lang="en-US" altLang="en-US" sz="3600" i="1" dirty="0">
              <a:solidFill>
                <a:schemeClr val="tx1"/>
              </a:solidFill>
            </a:endParaRPr>
          </a:p>
          <a:p>
            <a:pPr marL="44450" indent="0" eaLnBrk="1" hangingPunct="1">
              <a:buNone/>
            </a:pPr>
            <a:r>
              <a:rPr lang="en-US" altLang="en-US" sz="3200" b="0" i="1" dirty="0"/>
              <a:t>By Cindy Nottage</a:t>
            </a:r>
          </a:p>
        </p:txBody>
      </p:sp>
      <p:sp>
        <p:nvSpPr>
          <p:cNvPr id="26626" name="Rectangle 2"/>
          <p:cNvSpPr>
            <a:spLocks noGrp="1" noChangeArrowheads="1"/>
          </p:cNvSpPr>
          <p:nvPr>
            <p:ph type="title"/>
          </p:nvPr>
        </p:nvSpPr>
        <p:spPr/>
        <p:txBody>
          <a:bodyPr>
            <a:normAutofit fontScale="90000"/>
          </a:bodyPr>
          <a:lstStyle/>
          <a:p>
            <a:pPr eaLnBrk="1" hangingPunct="1"/>
            <a:br>
              <a:rPr lang="en-US" altLang="en-US" sz="4000" b="0" u="sng"/>
            </a:br>
            <a:r>
              <a:rPr lang="en-US" altLang="en-US" sz="4000" b="0" u="sng"/>
              <a:t>A Plagiarist is:</a:t>
            </a:r>
            <a:br>
              <a:rPr lang="en-US" altLang="en-US" sz="4000"/>
            </a:br>
            <a:endParaRPr lang="en-US" altLang="en-US" sz="4000"/>
          </a:p>
        </p:txBody>
      </p:sp>
      <p:sp>
        <p:nvSpPr>
          <p:cNvPr id="3" name="Slide Number Placeholder 2"/>
          <p:cNvSpPr>
            <a:spLocks noGrp="1"/>
          </p:cNvSpPr>
          <p:nvPr>
            <p:ph type="sldNum" sz="quarter" idx="12"/>
          </p:nvPr>
        </p:nvSpPr>
        <p:spPr/>
        <p:txBody>
          <a:bodyPr/>
          <a:lstStyle/>
          <a:p>
            <a:fld id="{77245E78-C62C-4650-B205-598406699489}" type="slidenum">
              <a:rPr lang="en-US" smtClean="0"/>
              <a:t>29</a:t>
            </a:fld>
            <a:endParaRPr lang="en-US"/>
          </a:p>
        </p:txBody>
      </p:sp>
      <p:pic>
        <p:nvPicPr>
          <p:cNvPr id="26628" name="Picture 4" descr="MPj0202202000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1752600"/>
            <a:ext cx="1905000"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9" name="Picture 5" descr="MCPE01695_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01905" y="4365104"/>
            <a:ext cx="2362200" cy="194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954491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2122918"/>
            <a:ext cx="8208912" cy="5040560"/>
          </a:xfrm>
        </p:spPr>
        <p:txBody>
          <a:bodyPr/>
          <a:lstStyle/>
          <a:p>
            <a:pPr marL="342900" indent="-342900">
              <a:buFont typeface="Arial" panose="020B0604020202020204" pitchFamily="34" charset="0"/>
              <a:buChar char="•"/>
            </a:pPr>
            <a:r>
              <a:rPr lang="en-US" altLang="en-US" sz="2800" b="0" dirty="0"/>
              <a:t>Quote and cite phrases, sentences, and paragraphs taken directly from the original source. </a:t>
            </a:r>
          </a:p>
          <a:p>
            <a:pPr marL="342900" indent="-342900">
              <a:buFont typeface="Arial" panose="020B0604020202020204" pitchFamily="34" charset="0"/>
              <a:buChar char="•"/>
            </a:pPr>
            <a:r>
              <a:rPr lang="en-US" altLang="en-US" sz="2800" b="0" dirty="0"/>
              <a:t>Quote and cite statistics, charts, graphs and drawings taken directly from the original source. </a:t>
            </a:r>
          </a:p>
          <a:p>
            <a:pPr marL="342900" indent="-342900">
              <a:buFont typeface="Arial" panose="020B0604020202020204" pitchFamily="34" charset="0"/>
              <a:buChar char="•"/>
            </a:pPr>
            <a:r>
              <a:rPr lang="en-US" altLang="en-US" sz="2800" b="0" dirty="0"/>
              <a:t>When you paraphrase or summarize, give credit to the original author.</a:t>
            </a:r>
          </a:p>
          <a:p>
            <a:endParaRPr lang="en-US" dirty="0"/>
          </a:p>
        </p:txBody>
      </p:sp>
      <p:sp>
        <p:nvSpPr>
          <p:cNvPr id="2" name="Title 1"/>
          <p:cNvSpPr>
            <a:spLocks noGrp="1"/>
          </p:cNvSpPr>
          <p:nvPr>
            <p:ph type="title"/>
          </p:nvPr>
        </p:nvSpPr>
        <p:spPr>
          <a:xfrm>
            <a:off x="-304800" y="353325"/>
            <a:ext cx="7787208" cy="972026"/>
          </a:xfrm>
        </p:spPr>
        <p:txBody>
          <a:bodyPr>
            <a:normAutofit/>
          </a:bodyPr>
          <a:lstStyle/>
          <a:p>
            <a:r>
              <a:rPr lang="en-GB" altLang="en-US" b="1" dirty="0">
                <a:solidFill>
                  <a:schemeClr val="accent2"/>
                </a:solidFill>
                <a:effectLst>
                  <a:outerShdw blurRad="38100" dist="38100" dir="2700000" algn="tl">
                    <a:srgbClr val="000000"/>
                  </a:outerShdw>
                </a:effectLst>
                <a:latin typeface="Arial" charset="0"/>
              </a:rPr>
              <a:t>Preventing plagiarism</a:t>
            </a:r>
            <a:endParaRPr lang="en-US" dirty="0"/>
          </a:p>
        </p:txBody>
      </p:sp>
      <p:sp>
        <p:nvSpPr>
          <p:cNvPr id="6" name="Slide Number Placeholder 5"/>
          <p:cNvSpPr>
            <a:spLocks noGrp="1"/>
          </p:cNvSpPr>
          <p:nvPr>
            <p:ph type="sldNum" sz="quarter" idx="12"/>
          </p:nvPr>
        </p:nvSpPr>
        <p:spPr/>
        <p:txBody>
          <a:bodyPr/>
          <a:lstStyle/>
          <a:p>
            <a:fld id="{77245E78-C62C-4650-B205-598406699489}" type="slidenum">
              <a:rPr lang="en-US" smtClean="0"/>
              <a:t>30</a:t>
            </a:fld>
            <a:endParaRPr lang="en-US"/>
          </a:p>
        </p:txBody>
      </p:sp>
      <p:pic>
        <p:nvPicPr>
          <p:cNvPr id="4" name="Picture 5" descr="Stop Plagiaris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9851" y="75230"/>
            <a:ext cx="1769593" cy="1769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34562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AutoShape 2"/>
          <p:cNvSpPr>
            <a:spLocks noChangeArrowheads="1"/>
          </p:cNvSpPr>
          <p:nvPr/>
        </p:nvSpPr>
        <p:spPr bwMode="auto">
          <a:xfrm>
            <a:off x="899592" y="620688"/>
            <a:ext cx="4032448" cy="3168352"/>
          </a:xfrm>
          <a:prstGeom prst="wedgeEllipseCallout">
            <a:avLst>
              <a:gd name="adj1" fmla="val 63097"/>
              <a:gd name="adj2" fmla="val 63264"/>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lvl1pPr>
              <a:spcBef>
                <a:spcPct val="20000"/>
              </a:spcBef>
              <a:buClr>
                <a:schemeClr val="hlink"/>
              </a:buClr>
              <a:buFont typeface="Times"/>
              <a:buChar char="•"/>
              <a:defRPr sz="3200">
                <a:solidFill>
                  <a:schemeClr val="tx1"/>
                </a:solidFill>
                <a:latin typeface="Arial" charset="0"/>
              </a:defRPr>
            </a:lvl1pPr>
            <a:lvl2pPr marL="742950" indent="-285750">
              <a:spcBef>
                <a:spcPct val="20000"/>
              </a:spcBef>
              <a:buClr>
                <a:schemeClr val="folHlink"/>
              </a:buClr>
              <a:buFont typeface="Times"/>
              <a:buChar char="•"/>
              <a:defRPr sz="2800">
                <a:solidFill>
                  <a:schemeClr val="tx1"/>
                </a:solidFill>
                <a:latin typeface="Arial" charset="0"/>
              </a:defRPr>
            </a:lvl2pPr>
            <a:lvl3pPr marL="1143000" indent="-228600">
              <a:spcBef>
                <a:spcPct val="20000"/>
              </a:spcBef>
              <a:buClr>
                <a:schemeClr val="hlink"/>
              </a:buClr>
              <a:buFont typeface="Times"/>
              <a:buChar char="•"/>
              <a:defRPr sz="2400">
                <a:solidFill>
                  <a:schemeClr val="tx1"/>
                </a:solidFill>
                <a:latin typeface="Arial" charset="0"/>
              </a:defRPr>
            </a:lvl3pPr>
            <a:lvl4pPr marL="1600200" indent="-228600">
              <a:spcBef>
                <a:spcPct val="20000"/>
              </a:spcBef>
              <a:buClr>
                <a:schemeClr val="folHlink"/>
              </a:buClr>
              <a:buFont typeface="Times"/>
              <a:buChar char="•"/>
              <a:defRPr sz="2000">
                <a:solidFill>
                  <a:schemeClr val="tx1"/>
                </a:solidFill>
                <a:latin typeface="Arial" charset="0"/>
              </a:defRPr>
            </a:lvl4pPr>
            <a:lvl5pPr marL="2057400" indent="-228600">
              <a:spcBef>
                <a:spcPct val="20000"/>
              </a:spcBef>
              <a:buClr>
                <a:schemeClr val="hlink"/>
              </a:buClr>
              <a:buFont typeface="Times"/>
              <a:buChar char="•"/>
              <a:defRPr sz="2000">
                <a:solidFill>
                  <a:schemeClr val="tx1"/>
                </a:solidFill>
                <a:latin typeface="Arial" charset="0"/>
              </a:defRPr>
            </a:lvl5pPr>
            <a:lvl6pPr marL="25146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6pPr>
            <a:lvl7pPr marL="29718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7pPr>
            <a:lvl8pPr marL="34290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8pPr>
            <a:lvl9pPr marL="38862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9pPr>
          </a:lstStyle>
          <a:p>
            <a:pPr algn="ctr">
              <a:spcBef>
                <a:spcPct val="0"/>
              </a:spcBef>
              <a:buClrTx/>
              <a:buFontTx/>
              <a:buNone/>
            </a:pPr>
            <a:r>
              <a:rPr lang="en-US" altLang="en-US" sz="4000" dirty="0"/>
              <a:t>Do I have </a:t>
            </a:r>
          </a:p>
          <a:p>
            <a:pPr algn="ctr">
              <a:spcBef>
                <a:spcPct val="0"/>
              </a:spcBef>
              <a:buClrTx/>
              <a:buFontTx/>
              <a:buNone/>
            </a:pPr>
            <a:r>
              <a:rPr lang="en-US" altLang="en-US" sz="4000" dirty="0"/>
              <a:t>to cite </a:t>
            </a:r>
          </a:p>
          <a:p>
            <a:pPr algn="ctr">
              <a:spcBef>
                <a:spcPct val="0"/>
              </a:spcBef>
              <a:buClrTx/>
              <a:buFontTx/>
              <a:buNone/>
            </a:pPr>
            <a:r>
              <a:rPr lang="en-US" altLang="en-US" sz="4000" dirty="0"/>
              <a:t>everything?</a:t>
            </a:r>
            <a:endParaRPr lang="en-US" altLang="en-US" sz="2800" dirty="0">
              <a:latin typeface="Papyrus" pitchFamily="66" charset="0"/>
            </a:endParaRPr>
          </a:p>
        </p:txBody>
      </p:sp>
      <p:pic>
        <p:nvPicPr>
          <p:cNvPr id="15363"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76056" y="4005064"/>
            <a:ext cx="2664296" cy="2542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p:cNvSpPr>
            <a:spLocks noGrp="1"/>
          </p:cNvSpPr>
          <p:nvPr>
            <p:ph type="sldNum" sz="quarter" idx="12"/>
          </p:nvPr>
        </p:nvSpPr>
        <p:spPr/>
        <p:txBody>
          <a:bodyPr/>
          <a:lstStyle/>
          <a:p>
            <a:fld id="{77245E78-C62C-4650-B205-598406699489}" type="slidenum">
              <a:rPr lang="en-US" smtClean="0"/>
              <a:t>31</a:t>
            </a:fld>
            <a:endParaRPr lang="en-US"/>
          </a:p>
        </p:txBody>
      </p:sp>
    </p:spTree>
    <p:extLst>
      <p:ext uri="{BB962C8B-B14F-4D97-AF65-F5344CB8AC3E}">
        <p14:creationId xmlns:p14="http://schemas.microsoft.com/office/powerpoint/2010/main" val="7764177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idx="1"/>
          </p:nvPr>
        </p:nvSpPr>
        <p:spPr>
          <a:xfrm>
            <a:off x="457200" y="1752600"/>
            <a:ext cx="8435280" cy="4772744"/>
          </a:xfrm>
        </p:spPr>
        <p:txBody>
          <a:bodyPr>
            <a:noAutofit/>
          </a:bodyPr>
          <a:lstStyle/>
          <a:p>
            <a:pPr eaLnBrk="1" hangingPunct="1">
              <a:lnSpc>
                <a:spcPct val="80000"/>
              </a:lnSpc>
              <a:buFont typeface="Times"/>
              <a:buNone/>
            </a:pPr>
            <a:r>
              <a:rPr lang="en-US" altLang="en-US" sz="2800" b="1" i="1" u="sng" dirty="0"/>
              <a:t>Except –</a:t>
            </a:r>
            <a:r>
              <a:rPr lang="en-US" altLang="en-US" sz="2800" dirty="0"/>
              <a:t> </a:t>
            </a:r>
          </a:p>
          <a:p>
            <a:pPr lvl="1" eaLnBrk="1" hangingPunct="1">
              <a:lnSpc>
                <a:spcPct val="80000"/>
              </a:lnSpc>
            </a:pPr>
            <a:r>
              <a:rPr lang="en-US" altLang="en-US" sz="2800" dirty="0"/>
              <a:t>When you use your own words</a:t>
            </a:r>
          </a:p>
          <a:p>
            <a:pPr lvl="1" eaLnBrk="1" hangingPunct="1">
              <a:lnSpc>
                <a:spcPct val="80000"/>
              </a:lnSpc>
            </a:pPr>
            <a:r>
              <a:rPr lang="en-US" altLang="en-US" sz="2800" dirty="0"/>
              <a:t>When the fact used is </a:t>
            </a:r>
            <a:r>
              <a:rPr lang="en-US" altLang="en-US" sz="2800" b="1" i="1" dirty="0">
                <a:solidFill>
                  <a:schemeClr val="hlink"/>
                </a:solidFill>
              </a:rPr>
              <a:t>common knowledge</a:t>
            </a:r>
            <a:r>
              <a:rPr lang="en-US" altLang="en-US" sz="2800" dirty="0"/>
              <a:t>.</a:t>
            </a:r>
          </a:p>
          <a:p>
            <a:pPr lvl="1" eaLnBrk="1" hangingPunct="1">
              <a:lnSpc>
                <a:spcPct val="80000"/>
              </a:lnSpc>
              <a:buFont typeface="Times"/>
              <a:buNone/>
            </a:pPr>
            <a:endParaRPr lang="en-US" altLang="en-US" sz="3200" dirty="0"/>
          </a:p>
          <a:p>
            <a:pPr lvl="1" eaLnBrk="1" hangingPunct="1">
              <a:lnSpc>
                <a:spcPct val="80000"/>
              </a:lnSpc>
              <a:buFont typeface="Times"/>
              <a:buNone/>
            </a:pPr>
            <a:r>
              <a:rPr lang="en-US" altLang="en-US" sz="2800" u="sng" dirty="0"/>
              <a:t>What makes it “common knowledge”?</a:t>
            </a:r>
            <a:r>
              <a:rPr lang="en-US" altLang="en-US" sz="2800" dirty="0"/>
              <a:t>  </a:t>
            </a:r>
          </a:p>
          <a:p>
            <a:pPr lvl="1" eaLnBrk="1" hangingPunct="1">
              <a:lnSpc>
                <a:spcPct val="80000"/>
              </a:lnSpc>
              <a:buFont typeface="Times"/>
              <a:buNone/>
            </a:pPr>
            <a:endParaRPr lang="en-US" altLang="en-US" sz="2800" b="1" dirty="0">
              <a:solidFill>
                <a:srgbClr val="339933"/>
              </a:solidFill>
            </a:endParaRPr>
          </a:p>
          <a:p>
            <a:pPr lvl="1" eaLnBrk="1" hangingPunct="1">
              <a:lnSpc>
                <a:spcPct val="80000"/>
              </a:lnSpc>
              <a:buFont typeface="Times"/>
              <a:buNone/>
            </a:pPr>
            <a:r>
              <a:rPr lang="en-US" altLang="en-US" sz="2800" b="1" dirty="0">
                <a:solidFill>
                  <a:srgbClr val="339933"/>
                </a:solidFill>
              </a:rPr>
              <a:t>If you can find the same information in </a:t>
            </a:r>
            <a:r>
              <a:rPr lang="en-US" altLang="en-US" sz="2800" b="1" dirty="0">
                <a:solidFill>
                  <a:schemeClr val="hlink"/>
                </a:solidFill>
              </a:rPr>
              <a:t>at least </a:t>
            </a:r>
            <a:r>
              <a:rPr lang="en-US" altLang="en-US" sz="2800" b="1" i="1" dirty="0">
                <a:solidFill>
                  <a:schemeClr val="hlink"/>
                </a:solidFill>
              </a:rPr>
              <a:t>3</a:t>
            </a:r>
            <a:r>
              <a:rPr lang="en-US" altLang="en-US" sz="2800" b="1" dirty="0">
                <a:solidFill>
                  <a:srgbClr val="339933"/>
                </a:solidFill>
              </a:rPr>
              <a:t> </a:t>
            </a:r>
            <a:r>
              <a:rPr lang="en-US" altLang="en-US" sz="2800" b="1" dirty="0">
                <a:solidFill>
                  <a:schemeClr val="hlink"/>
                </a:solidFill>
              </a:rPr>
              <a:t>different sources</a:t>
            </a:r>
            <a:r>
              <a:rPr lang="en-US" altLang="en-US" sz="2800" b="1" dirty="0">
                <a:solidFill>
                  <a:srgbClr val="339933"/>
                </a:solidFill>
              </a:rPr>
              <a:t>, you don’t have to cite it.</a:t>
            </a:r>
            <a:r>
              <a:rPr lang="en-US" altLang="en-US" sz="2400" dirty="0"/>
              <a:t>	</a:t>
            </a:r>
          </a:p>
          <a:p>
            <a:pPr lvl="1" eaLnBrk="1" hangingPunct="1">
              <a:lnSpc>
                <a:spcPct val="80000"/>
              </a:lnSpc>
              <a:buFont typeface="Times"/>
              <a:buNone/>
            </a:pPr>
            <a:endParaRPr lang="en-US" altLang="en-US" sz="2400" dirty="0"/>
          </a:p>
          <a:p>
            <a:pPr lvl="1" algn="ctr" eaLnBrk="1" hangingPunct="1">
              <a:lnSpc>
                <a:spcPct val="80000"/>
              </a:lnSpc>
              <a:buFont typeface="Times"/>
              <a:buNone/>
            </a:pPr>
            <a:r>
              <a:rPr lang="en-US" altLang="en-US" sz="2800" dirty="0"/>
              <a:t>Ex.  George Washington wore wooden dentures.</a:t>
            </a:r>
          </a:p>
          <a:p>
            <a:pPr lvl="1" algn="ctr" eaLnBrk="1" hangingPunct="1">
              <a:lnSpc>
                <a:spcPct val="80000"/>
              </a:lnSpc>
              <a:buFont typeface="Times"/>
              <a:buNone/>
            </a:pPr>
            <a:endParaRPr lang="en-US" altLang="en-US" sz="2800" dirty="0"/>
          </a:p>
          <a:p>
            <a:pPr lvl="1" algn="ctr" eaLnBrk="1" hangingPunct="1">
              <a:lnSpc>
                <a:spcPct val="80000"/>
              </a:lnSpc>
              <a:buFont typeface="Times"/>
              <a:buNone/>
            </a:pPr>
            <a:r>
              <a:rPr lang="en-US" altLang="en-US" sz="2400" dirty="0"/>
              <a:t>         	</a:t>
            </a:r>
          </a:p>
          <a:p>
            <a:pPr lvl="1" eaLnBrk="1" hangingPunct="1">
              <a:lnSpc>
                <a:spcPct val="80000"/>
              </a:lnSpc>
              <a:buFont typeface="Times"/>
              <a:buNone/>
            </a:pPr>
            <a:endParaRPr lang="en-US" altLang="en-US" sz="2400" dirty="0"/>
          </a:p>
        </p:txBody>
      </p:sp>
      <p:sp>
        <p:nvSpPr>
          <p:cNvPr id="16386" name="Rectangle 2"/>
          <p:cNvSpPr>
            <a:spLocks noGrp="1" noChangeArrowheads="1"/>
          </p:cNvSpPr>
          <p:nvPr>
            <p:ph type="title"/>
          </p:nvPr>
        </p:nvSpPr>
        <p:spPr/>
        <p:txBody>
          <a:bodyPr>
            <a:normAutofit/>
          </a:bodyPr>
          <a:lstStyle/>
          <a:p>
            <a:pPr eaLnBrk="1" hangingPunct="1"/>
            <a:r>
              <a:rPr lang="en-US" altLang="en-US" sz="4000" dirty="0"/>
              <a:t>Answer:  YES!!</a:t>
            </a:r>
          </a:p>
        </p:txBody>
      </p:sp>
      <p:sp>
        <p:nvSpPr>
          <p:cNvPr id="3" name="Slide Number Placeholder 2"/>
          <p:cNvSpPr>
            <a:spLocks noGrp="1"/>
          </p:cNvSpPr>
          <p:nvPr>
            <p:ph type="sldNum" sz="quarter" idx="12"/>
          </p:nvPr>
        </p:nvSpPr>
        <p:spPr/>
        <p:txBody>
          <a:bodyPr/>
          <a:lstStyle/>
          <a:p>
            <a:fld id="{77245E78-C62C-4650-B205-598406699489}" type="slidenum">
              <a:rPr lang="en-US" smtClean="0"/>
              <a:t>32</a:t>
            </a:fld>
            <a:endParaRPr lang="en-US"/>
          </a:p>
        </p:txBody>
      </p:sp>
    </p:spTree>
    <p:extLst>
      <p:ext uri="{BB962C8B-B14F-4D97-AF65-F5344CB8AC3E}">
        <p14:creationId xmlns:p14="http://schemas.microsoft.com/office/powerpoint/2010/main" val="36796706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en-US"/>
              <a:t>What’s the big deal?</a:t>
            </a:r>
          </a:p>
        </p:txBody>
      </p:sp>
      <p:sp>
        <p:nvSpPr>
          <p:cNvPr id="3" name="Slide Number Placeholder 2"/>
          <p:cNvSpPr>
            <a:spLocks noGrp="1"/>
          </p:cNvSpPr>
          <p:nvPr>
            <p:ph type="sldNum" sz="quarter" idx="12"/>
          </p:nvPr>
        </p:nvSpPr>
        <p:spPr/>
        <p:txBody>
          <a:bodyPr/>
          <a:lstStyle/>
          <a:p>
            <a:pPr>
              <a:defRPr/>
            </a:pPr>
            <a:fld id="{715BD0D8-FF60-40E9-9FF9-6899771083AB}" type="slidenum">
              <a:rPr lang="en-US" smtClean="0"/>
              <a:pPr>
                <a:defRPr/>
              </a:pPr>
              <a:t>33</a:t>
            </a:fld>
            <a:endParaRPr lang="en-US"/>
          </a:p>
        </p:txBody>
      </p:sp>
      <p:sp>
        <p:nvSpPr>
          <p:cNvPr id="17412" name="AutoShape 6"/>
          <p:cNvSpPr>
            <a:spLocks noChangeArrowheads="1"/>
          </p:cNvSpPr>
          <p:nvPr/>
        </p:nvSpPr>
        <p:spPr bwMode="auto">
          <a:xfrm rot="20300653">
            <a:off x="655902" y="1519055"/>
            <a:ext cx="3036044" cy="2299035"/>
          </a:xfrm>
          <a:prstGeom prst="wedgeEllipseCallout">
            <a:avLst>
              <a:gd name="adj1" fmla="val -11634"/>
              <a:gd name="adj2" fmla="val 86551"/>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lvl1pPr>
              <a:spcBef>
                <a:spcPct val="20000"/>
              </a:spcBef>
              <a:buClr>
                <a:schemeClr val="hlink"/>
              </a:buClr>
              <a:buFont typeface="Times"/>
              <a:buChar char="•"/>
              <a:defRPr sz="3200">
                <a:solidFill>
                  <a:schemeClr val="tx1"/>
                </a:solidFill>
                <a:latin typeface="Arial" charset="0"/>
              </a:defRPr>
            </a:lvl1pPr>
            <a:lvl2pPr marL="742950" indent="-285750">
              <a:spcBef>
                <a:spcPct val="20000"/>
              </a:spcBef>
              <a:buClr>
                <a:schemeClr val="folHlink"/>
              </a:buClr>
              <a:buFont typeface="Times"/>
              <a:buChar char="•"/>
              <a:defRPr sz="2800">
                <a:solidFill>
                  <a:schemeClr val="tx1"/>
                </a:solidFill>
                <a:latin typeface="Arial" charset="0"/>
              </a:defRPr>
            </a:lvl2pPr>
            <a:lvl3pPr marL="1143000" indent="-228600">
              <a:spcBef>
                <a:spcPct val="20000"/>
              </a:spcBef>
              <a:buClr>
                <a:schemeClr val="hlink"/>
              </a:buClr>
              <a:buFont typeface="Times"/>
              <a:buChar char="•"/>
              <a:defRPr sz="2400">
                <a:solidFill>
                  <a:schemeClr val="tx1"/>
                </a:solidFill>
                <a:latin typeface="Arial" charset="0"/>
              </a:defRPr>
            </a:lvl3pPr>
            <a:lvl4pPr marL="1600200" indent="-228600">
              <a:spcBef>
                <a:spcPct val="20000"/>
              </a:spcBef>
              <a:buClr>
                <a:schemeClr val="folHlink"/>
              </a:buClr>
              <a:buFont typeface="Times"/>
              <a:buChar char="•"/>
              <a:defRPr sz="2000">
                <a:solidFill>
                  <a:schemeClr val="tx1"/>
                </a:solidFill>
                <a:latin typeface="Arial" charset="0"/>
              </a:defRPr>
            </a:lvl4pPr>
            <a:lvl5pPr marL="2057400" indent="-228600">
              <a:spcBef>
                <a:spcPct val="20000"/>
              </a:spcBef>
              <a:buClr>
                <a:schemeClr val="hlink"/>
              </a:buClr>
              <a:buFont typeface="Times"/>
              <a:buChar char="•"/>
              <a:defRPr sz="2000">
                <a:solidFill>
                  <a:schemeClr val="tx1"/>
                </a:solidFill>
                <a:latin typeface="Arial" charset="0"/>
              </a:defRPr>
            </a:lvl5pPr>
            <a:lvl6pPr marL="25146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6pPr>
            <a:lvl7pPr marL="29718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7pPr>
            <a:lvl8pPr marL="34290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8pPr>
            <a:lvl9pPr marL="38862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9pPr>
          </a:lstStyle>
          <a:p>
            <a:pPr algn="ctr">
              <a:spcBef>
                <a:spcPct val="0"/>
              </a:spcBef>
              <a:buClrTx/>
              <a:buFontTx/>
              <a:buNone/>
            </a:pPr>
            <a:endParaRPr lang="en-US" altLang="en-US" sz="2400">
              <a:latin typeface="Times"/>
            </a:endParaRPr>
          </a:p>
        </p:txBody>
      </p:sp>
      <p:sp>
        <p:nvSpPr>
          <p:cNvPr id="17413" name="Text Box 7"/>
          <p:cNvSpPr txBox="1">
            <a:spLocks noChangeArrowheads="1"/>
          </p:cNvSpPr>
          <p:nvPr/>
        </p:nvSpPr>
        <p:spPr bwMode="auto">
          <a:xfrm rot="-1169117">
            <a:off x="958850" y="1996024"/>
            <a:ext cx="287056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Times"/>
              <a:buChar char="•"/>
              <a:defRPr sz="3200">
                <a:solidFill>
                  <a:schemeClr val="tx1"/>
                </a:solidFill>
                <a:latin typeface="Arial" charset="0"/>
              </a:defRPr>
            </a:lvl1pPr>
            <a:lvl2pPr marL="742950" indent="-285750">
              <a:spcBef>
                <a:spcPct val="20000"/>
              </a:spcBef>
              <a:buClr>
                <a:schemeClr val="folHlink"/>
              </a:buClr>
              <a:buFont typeface="Times"/>
              <a:buChar char="•"/>
              <a:defRPr sz="2800">
                <a:solidFill>
                  <a:schemeClr val="tx1"/>
                </a:solidFill>
                <a:latin typeface="Arial" charset="0"/>
              </a:defRPr>
            </a:lvl2pPr>
            <a:lvl3pPr marL="1143000" indent="-228600">
              <a:spcBef>
                <a:spcPct val="20000"/>
              </a:spcBef>
              <a:buClr>
                <a:schemeClr val="hlink"/>
              </a:buClr>
              <a:buFont typeface="Times"/>
              <a:buChar char="•"/>
              <a:defRPr sz="2400">
                <a:solidFill>
                  <a:schemeClr val="tx1"/>
                </a:solidFill>
                <a:latin typeface="Arial" charset="0"/>
              </a:defRPr>
            </a:lvl3pPr>
            <a:lvl4pPr marL="1600200" indent="-228600">
              <a:spcBef>
                <a:spcPct val="20000"/>
              </a:spcBef>
              <a:buClr>
                <a:schemeClr val="folHlink"/>
              </a:buClr>
              <a:buFont typeface="Times"/>
              <a:buChar char="•"/>
              <a:defRPr sz="2000">
                <a:solidFill>
                  <a:schemeClr val="tx1"/>
                </a:solidFill>
                <a:latin typeface="Arial" charset="0"/>
              </a:defRPr>
            </a:lvl4pPr>
            <a:lvl5pPr marL="2057400" indent="-228600">
              <a:spcBef>
                <a:spcPct val="20000"/>
              </a:spcBef>
              <a:buClr>
                <a:schemeClr val="hlink"/>
              </a:buClr>
              <a:buFont typeface="Times"/>
              <a:buChar char="•"/>
              <a:defRPr sz="2000">
                <a:solidFill>
                  <a:schemeClr val="tx1"/>
                </a:solidFill>
                <a:latin typeface="Arial" charset="0"/>
              </a:defRPr>
            </a:lvl5pPr>
            <a:lvl6pPr marL="25146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6pPr>
            <a:lvl7pPr marL="29718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7pPr>
            <a:lvl8pPr marL="34290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8pPr>
            <a:lvl9pPr marL="38862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9pPr>
          </a:lstStyle>
          <a:p>
            <a:pPr algn="ctr">
              <a:spcBef>
                <a:spcPct val="0"/>
              </a:spcBef>
              <a:buClrTx/>
              <a:buFontTx/>
              <a:buNone/>
            </a:pPr>
            <a:r>
              <a:rPr lang="en-US" altLang="en-US" sz="2400" b="1" dirty="0">
                <a:latin typeface="Comic Sans MS" pitchFamily="66" charset="0"/>
              </a:rPr>
              <a:t>If I change a </a:t>
            </a:r>
          </a:p>
          <a:p>
            <a:pPr algn="ctr">
              <a:spcBef>
                <a:spcPct val="0"/>
              </a:spcBef>
              <a:buClrTx/>
              <a:buFontTx/>
              <a:buNone/>
            </a:pPr>
            <a:r>
              <a:rPr lang="en-US" altLang="en-US" sz="2400" b="1" dirty="0">
                <a:latin typeface="Comic Sans MS" pitchFamily="66" charset="0"/>
              </a:rPr>
              <a:t>few words, I’m still okay, </a:t>
            </a:r>
          </a:p>
          <a:p>
            <a:pPr algn="ctr">
              <a:spcBef>
                <a:spcPct val="0"/>
              </a:spcBef>
              <a:buClrTx/>
              <a:buFontTx/>
              <a:buNone/>
            </a:pPr>
            <a:r>
              <a:rPr lang="en-US" altLang="en-US" sz="2400" b="1" dirty="0">
                <a:latin typeface="Comic Sans MS" pitchFamily="66" charset="0"/>
              </a:rPr>
              <a:t>right?</a:t>
            </a:r>
            <a:endParaRPr lang="en-US" altLang="en-US" sz="2400" dirty="0">
              <a:latin typeface="Times"/>
            </a:endParaRPr>
          </a:p>
        </p:txBody>
      </p:sp>
      <p:sp>
        <p:nvSpPr>
          <p:cNvPr id="17414" name="AutoShape 8"/>
          <p:cNvSpPr>
            <a:spLocks noChangeArrowheads="1"/>
          </p:cNvSpPr>
          <p:nvPr/>
        </p:nvSpPr>
        <p:spPr bwMode="auto">
          <a:xfrm rot="437168">
            <a:off x="4500982" y="1439543"/>
            <a:ext cx="3958459" cy="2538754"/>
          </a:xfrm>
          <a:prstGeom prst="wedgeRoundRectCallout">
            <a:avLst>
              <a:gd name="adj1" fmla="val -8375"/>
              <a:gd name="adj2" fmla="val 85153"/>
              <a:gd name="adj3" fmla="val 16667"/>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a:spcBef>
                <a:spcPct val="20000"/>
              </a:spcBef>
              <a:buClr>
                <a:schemeClr val="hlink"/>
              </a:buClr>
              <a:buFont typeface="Times"/>
              <a:buChar char="•"/>
              <a:defRPr sz="3200">
                <a:solidFill>
                  <a:schemeClr val="tx1"/>
                </a:solidFill>
                <a:latin typeface="Arial" charset="0"/>
              </a:defRPr>
            </a:lvl1pPr>
            <a:lvl2pPr marL="742950" indent="-285750">
              <a:spcBef>
                <a:spcPct val="20000"/>
              </a:spcBef>
              <a:buClr>
                <a:schemeClr val="folHlink"/>
              </a:buClr>
              <a:buFont typeface="Times"/>
              <a:buChar char="•"/>
              <a:defRPr sz="2800">
                <a:solidFill>
                  <a:schemeClr val="tx1"/>
                </a:solidFill>
                <a:latin typeface="Arial" charset="0"/>
              </a:defRPr>
            </a:lvl2pPr>
            <a:lvl3pPr marL="1143000" indent="-228600">
              <a:spcBef>
                <a:spcPct val="20000"/>
              </a:spcBef>
              <a:buClr>
                <a:schemeClr val="hlink"/>
              </a:buClr>
              <a:buFont typeface="Times"/>
              <a:buChar char="•"/>
              <a:defRPr sz="2400">
                <a:solidFill>
                  <a:schemeClr val="tx1"/>
                </a:solidFill>
                <a:latin typeface="Arial" charset="0"/>
              </a:defRPr>
            </a:lvl3pPr>
            <a:lvl4pPr marL="1600200" indent="-228600">
              <a:spcBef>
                <a:spcPct val="20000"/>
              </a:spcBef>
              <a:buClr>
                <a:schemeClr val="folHlink"/>
              </a:buClr>
              <a:buFont typeface="Times"/>
              <a:buChar char="•"/>
              <a:defRPr sz="2000">
                <a:solidFill>
                  <a:schemeClr val="tx1"/>
                </a:solidFill>
                <a:latin typeface="Arial" charset="0"/>
              </a:defRPr>
            </a:lvl4pPr>
            <a:lvl5pPr marL="2057400" indent="-228600">
              <a:spcBef>
                <a:spcPct val="20000"/>
              </a:spcBef>
              <a:buClr>
                <a:schemeClr val="hlink"/>
              </a:buClr>
              <a:buFont typeface="Times"/>
              <a:buChar char="•"/>
              <a:defRPr sz="2000">
                <a:solidFill>
                  <a:schemeClr val="tx1"/>
                </a:solidFill>
                <a:latin typeface="Arial" charset="0"/>
              </a:defRPr>
            </a:lvl5pPr>
            <a:lvl6pPr marL="25146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6pPr>
            <a:lvl7pPr marL="29718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7pPr>
            <a:lvl8pPr marL="34290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8pPr>
            <a:lvl9pPr marL="38862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9pPr>
          </a:lstStyle>
          <a:p>
            <a:pPr algn="ctr">
              <a:spcBef>
                <a:spcPct val="0"/>
              </a:spcBef>
              <a:buClrTx/>
              <a:buFontTx/>
              <a:buNone/>
            </a:pPr>
            <a:r>
              <a:rPr lang="en-US" altLang="en-US" sz="2800" b="1" dirty="0">
                <a:latin typeface="Comic Sans MS" pitchFamily="66" charset="0"/>
              </a:rPr>
              <a:t>Wrong! Paraphrasing </a:t>
            </a:r>
          </a:p>
          <a:p>
            <a:pPr algn="ctr">
              <a:spcBef>
                <a:spcPct val="0"/>
              </a:spcBef>
              <a:buClrTx/>
              <a:buFontTx/>
              <a:buNone/>
            </a:pPr>
            <a:r>
              <a:rPr lang="en-US" altLang="en-US" sz="2800" b="1" dirty="0">
                <a:latin typeface="Comic Sans MS" pitchFamily="66" charset="0"/>
              </a:rPr>
              <a:t>original ideas without </a:t>
            </a:r>
          </a:p>
          <a:p>
            <a:pPr algn="ctr">
              <a:spcBef>
                <a:spcPct val="0"/>
              </a:spcBef>
              <a:buClrTx/>
              <a:buFontTx/>
              <a:buNone/>
            </a:pPr>
            <a:r>
              <a:rPr lang="en-US" altLang="en-US" sz="2800" b="1" dirty="0">
                <a:latin typeface="Comic Sans MS" pitchFamily="66" charset="0"/>
              </a:rPr>
              <a:t>documenting</a:t>
            </a:r>
          </a:p>
          <a:p>
            <a:pPr algn="ctr">
              <a:spcBef>
                <a:spcPct val="0"/>
              </a:spcBef>
              <a:buClrTx/>
              <a:buFontTx/>
              <a:buNone/>
            </a:pPr>
            <a:r>
              <a:rPr lang="en-US" altLang="en-US" sz="2800" b="1" dirty="0">
                <a:latin typeface="Comic Sans MS" pitchFamily="66" charset="0"/>
              </a:rPr>
              <a:t>your source,</a:t>
            </a:r>
          </a:p>
          <a:p>
            <a:pPr algn="ctr">
              <a:spcBef>
                <a:spcPct val="0"/>
              </a:spcBef>
              <a:buClrTx/>
              <a:buFontTx/>
              <a:buNone/>
            </a:pPr>
            <a:r>
              <a:rPr lang="en-US" altLang="en-US" sz="2800" b="1" dirty="0">
                <a:latin typeface="Comic Sans MS" pitchFamily="66" charset="0"/>
              </a:rPr>
              <a:t> is plagiarism too!</a:t>
            </a:r>
            <a:endParaRPr lang="en-US" altLang="en-US" sz="2800" dirty="0">
              <a:latin typeface="Comic Sans MS" pitchFamily="66" charset="0"/>
            </a:endParaRPr>
          </a:p>
        </p:txBody>
      </p:sp>
      <p:pic>
        <p:nvPicPr>
          <p:cNvPr id="17415" name="Picture 9" descr="pe03635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62600" y="4543186"/>
            <a:ext cx="1466850" cy="171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6" name="Picture 10" descr="pe02604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35696" y="4797152"/>
            <a:ext cx="1747838" cy="143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49816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idx="1"/>
          </p:nvPr>
        </p:nvSpPr>
        <p:spPr>
          <a:xfrm>
            <a:off x="28808" y="1523999"/>
            <a:ext cx="8686800" cy="4357421"/>
          </a:xfrm>
        </p:spPr>
        <p:txBody>
          <a:bodyPr>
            <a:normAutofit fontScale="92500"/>
          </a:bodyPr>
          <a:lstStyle/>
          <a:p>
            <a:pPr algn="ctr">
              <a:lnSpc>
                <a:spcPct val="80000"/>
              </a:lnSpc>
              <a:buSzTx/>
              <a:buFontTx/>
              <a:buNone/>
            </a:pPr>
            <a:endParaRPr lang="en-US" altLang="en-US" sz="1800" dirty="0">
              <a:solidFill>
                <a:srgbClr val="FFFFFF"/>
              </a:solidFill>
              <a:latin typeface="Abadi" panose="020F0502020204030204" pitchFamily="34" charset="0"/>
            </a:endParaRPr>
          </a:p>
          <a:p>
            <a:pPr marL="457200" indent="-457200">
              <a:lnSpc>
                <a:spcPct val="110000"/>
              </a:lnSpc>
              <a:spcBef>
                <a:spcPct val="5000"/>
              </a:spcBef>
              <a:spcAft>
                <a:spcPct val="5000"/>
              </a:spcAft>
              <a:buClr>
                <a:schemeClr val="tx1"/>
              </a:buClr>
              <a:buSzTx/>
              <a:buFont typeface="Arial" panose="020B0604020202020204" pitchFamily="34" charset="0"/>
              <a:buChar char="•"/>
            </a:pPr>
            <a:r>
              <a:rPr lang="en-US" altLang="en-US" sz="2400" b="0" dirty="0">
                <a:latin typeface="Abadi" panose="020F0502020204030204" pitchFamily="34" charset="0"/>
              </a:rPr>
              <a:t>For short quotes, use quotation marks in the sentence. </a:t>
            </a:r>
          </a:p>
          <a:p>
            <a:pPr marL="457200" indent="-457200">
              <a:lnSpc>
                <a:spcPct val="110000"/>
              </a:lnSpc>
              <a:spcBef>
                <a:spcPct val="5000"/>
              </a:spcBef>
              <a:spcAft>
                <a:spcPct val="5000"/>
              </a:spcAft>
              <a:buClr>
                <a:schemeClr val="tx1"/>
              </a:buClr>
              <a:buSzTx/>
              <a:buFont typeface="Arial" panose="020B0604020202020204" pitchFamily="34" charset="0"/>
              <a:buChar char="•"/>
            </a:pPr>
            <a:r>
              <a:rPr lang="en-US" altLang="en-US" sz="2400" b="0" dirty="0">
                <a:latin typeface="Abadi" panose="020F0502020204030204" pitchFamily="34" charset="0"/>
              </a:rPr>
              <a:t>For longer quotes indent the entire passage</a:t>
            </a:r>
          </a:p>
          <a:p>
            <a:pPr marL="457200" indent="-457200">
              <a:lnSpc>
                <a:spcPct val="110000"/>
              </a:lnSpc>
              <a:spcBef>
                <a:spcPct val="5000"/>
              </a:spcBef>
              <a:spcAft>
                <a:spcPct val="5000"/>
              </a:spcAft>
              <a:buClr>
                <a:schemeClr val="tx1"/>
              </a:buClr>
              <a:buSzTx/>
              <a:buFont typeface="Arial" panose="020B0604020202020204" pitchFamily="34" charset="0"/>
              <a:buChar char="•"/>
            </a:pPr>
            <a:r>
              <a:rPr lang="en-US" altLang="en-US" sz="2400" b="0" dirty="0">
                <a:latin typeface="Abadi" panose="020F0502020204030204" pitchFamily="34" charset="0"/>
              </a:rPr>
              <a:t>If you have used a table, chart, diagram etc., cite the source   directly below with a statement that permission has been obtained.</a:t>
            </a:r>
          </a:p>
          <a:p>
            <a:pPr marL="457200" indent="-457200">
              <a:lnSpc>
                <a:spcPct val="110000"/>
              </a:lnSpc>
              <a:spcBef>
                <a:spcPct val="5000"/>
              </a:spcBef>
              <a:spcAft>
                <a:spcPct val="5000"/>
              </a:spcAft>
              <a:buClr>
                <a:schemeClr val="tx1"/>
              </a:buClr>
              <a:buSzTx/>
              <a:buFont typeface="Arial" panose="020B0604020202020204" pitchFamily="34" charset="0"/>
              <a:buChar char="•"/>
            </a:pPr>
            <a:r>
              <a:rPr lang="en-US" altLang="en-US" sz="2400" b="0" dirty="0">
                <a:latin typeface="Abadi" panose="020F0502020204030204" pitchFamily="34" charset="0"/>
              </a:rPr>
              <a:t>“All sources should be disclosed and, if large amounts of other people's written or illustrative material are to be used, permission must be sought.” COPE, 1999.</a:t>
            </a:r>
            <a:br>
              <a:rPr lang="en-US" altLang="en-US" sz="2400" dirty="0">
                <a:solidFill>
                  <a:srgbClr val="FF0000"/>
                </a:solidFill>
                <a:latin typeface="Abadi" panose="020F0502020204030204" pitchFamily="34" charset="0"/>
              </a:rPr>
            </a:br>
            <a:endParaRPr lang="en-US" altLang="en-US" sz="2400" dirty="0">
              <a:solidFill>
                <a:srgbClr val="FF0000"/>
              </a:solidFill>
              <a:latin typeface="Abadi" panose="020F0502020204030204" pitchFamily="34" charset="0"/>
            </a:endParaRPr>
          </a:p>
        </p:txBody>
      </p:sp>
      <p:sp>
        <p:nvSpPr>
          <p:cNvPr id="17410" name="Rectangle 2"/>
          <p:cNvSpPr>
            <a:spLocks noGrp="1" noChangeArrowheads="1"/>
          </p:cNvSpPr>
          <p:nvPr>
            <p:ph type="title"/>
          </p:nvPr>
        </p:nvSpPr>
        <p:spPr>
          <a:xfrm>
            <a:off x="685800" y="228600"/>
            <a:ext cx="7772400" cy="752128"/>
          </a:xfrm>
        </p:spPr>
        <p:txBody>
          <a:bodyPr>
            <a:normAutofit fontScale="90000"/>
          </a:bodyPr>
          <a:lstStyle/>
          <a:p>
            <a:pPr>
              <a:defRPr/>
            </a:pPr>
            <a:r>
              <a:rPr lang="en-GB" altLang="en-US" sz="4400" b="1" dirty="0">
                <a:solidFill>
                  <a:schemeClr val="accent2"/>
                </a:solidFill>
                <a:effectLst>
                  <a:outerShdw blurRad="38100" dist="38100" dir="2700000" algn="tl">
                    <a:srgbClr val="000000"/>
                  </a:outerShdw>
                </a:effectLst>
                <a:latin typeface="Arial" charset="0"/>
              </a:rPr>
              <a:t>Avoiding plagiarism</a:t>
            </a:r>
            <a:endParaRPr lang="en-US" sz="4400" dirty="0"/>
          </a:p>
        </p:txBody>
      </p:sp>
      <p:sp>
        <p:nvSpPr>
          <p:cNvPr id="3" name="Slide Number Placeholder 2"/>
          <p:cNvSpPr>
            <a:spLocks noGrp="1"/>
          </p:cNvSpPr>
          <p:nvPr>
            <p:ph type="sldNum" sz="quarter" idx="12"/>
          </p:nvPr>
        </p:nvSpPr>
        <p:spPr/>
        <p:txBody>
          <a:bodyPr/>
          <a:lstStyle/>
          <a:p>
            <a:fld id="{77245E78-C62C-4650-B205-598406699489}" type="slidenum">
              <a:rPr lang="en-US" smtClean="0"/>
              <a:t>34</a:t>
            </a:fld>
            <a:endParaRPr lang="en-US"/>
          </a:p>
        </p:txBody>
      </p:sp>
      <p:sp>
        <p:nvSpPr>
          <p:cNvPr id="17412" name="Text Box 4"/>
          <p:cNvSpPr txBox="1">
            <a:spLocks noChangeArrowheads="1"/>
          </p:cNvSpPr>
          <p:nvPr/>
        </p:nvSpPr>
        <p:spPr bwMode="auto">
          <a:xfrm>
            <a:off x="1259632" y="5406810"/>
            <a:ext cx="6781800" cy="971550"/>
          </a:xfrm>
          <a:prstGeom prst="rect">
            <a:avLst/>
          </a:prstGeom>
          <a:gradFill rotWithShape="1">
            <a:gsLst>
              <a:gs pos="0">
                <a:srgbClr val="003300"/>
              </a:gs>
              <a:gs pos="100000">
                <a:schemeClr val="tx1"/>
              </a:gs>
            </a:gsLst>
            <a:path path="shape">
              <a:fillToRect l="50000" t="50000" r="50000" b="50000"/>
            </a:path>
          </a:gradFill>
          <a:ln w="25400">
            <a:solidFill>
              <a:srgbClr val="66FF33"/>
            </a:solidFill>
            <a:prstDash val="dash"/>
            <a:miter lim="800000"/>
            <a:headEnd/>
            <a:tailEnd/>
          </a:ln>
        </p:spPr>
        <p:txBody>
          <a:bodyPr>
            <a:spAutoFit/>
          </a:bodyPr>
          <a:lstStyle>
            <a:lvl1pPr>
              <a:spcBef>
                <a:spcPct val="20000"/>
              </a:spcBef>
              <a:buSzPct val="80000"/>
              <a:buFont typeface="Wingdings" pitchFamily="2" charset="2"/>
              <a:buChar char="v"/>
              <a:defRPr sz="3200">
                <a:solidFill>
                  <a:schemeClr val="bg1"/>
                </a:solidFill>
                <a:latin typeface="Arial" charset="0"/>
                <a:ea typeface="MS PGothic" pitchFamily="34" charset="-128"/>
              </a:defRPr>
            </a:lvl1pPr>
            <a:lvl2pPr marL="742950" indent="-285750">
              <a:spcBef>
                <a:spcPct val="20000"/>
              </a:spcBef>
              <a:buSzPct val="85000"/>
              <a:buFont typeface="Wingdings" pitchFamily="2" charset="2"/>
              <a:buChar char="Ø"/>
              <a:defRPr sz="2800">
                <a:solidFill>
                  <a:srgbClr val="FFFF99"/>
                </a:solidFill>
                <a:latin typeface="Arial" charset="0"/>
                <a:ea typeface="MS PGothic" pitchFamily="34" charset="-128"/>
              </a:defRPr>
            </a:lvl2pPr>
            <a:lvl3pPr marL="1143000" indent="-228600">
              <a:spcBef>
                <a:spcPct val="20000"/>
              </a:spcBef>
              <a:buChar char="•"/>
              <a:defRPr sz="2400">
                <a:solidFill>
                  <a:schemeClr val="tx1"/>
                </a:solidFill>
                <a:latin typeface="Arial" charset="0"/>
                <a:ea typeface="MS PGothic" pitchFamily="34" charset="-128"/>
              </a:defRPr>
            </a:lvl3pPr>
            <a:lvl4pPr marL="1600200" indent="-228600">
              <a:spcBef>
                <a:spcPct val="20000"/>
              </a:spcBef>
              <a:buChar char="–"/>
              <a:defRPr sz="2000">
                <a:solidFill>
                  <a:schemeClr val="tx1"/>
                </a:solidFill>
                <a:latin typeface="Arial" charset="0"/>
                <a:ea typeface="MS PGothic" pitchFamily="34" charset="-128"/>
              </a:defRPr>
            </a:lvl4pPr>
            <a:lvl5pPr marL="2057400" indent="-228600">
              <a:spcBef>
                <a:spcPct val="20000"/>
              </a:spcBef>
              <a:buChar char="»"/>
              <a:defRPr sz="2000">
                <a:solidFill>
                  <a:schemeClr val="tx1"/>
                </a:solidFill>
                <a:latin typeface="Arial" charset="0"/>
                <a:ea typeface="MS PGothic"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MS PGothic"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MS PGothic"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MS PGothic"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MS PGothic" pitchFamily="34" charset="-128"/>
              </a:defRPr>
            </a:lvl9pPr>
          </a:lstStyle>
          <a:p>
            <a:pPr algn="ctr">
              <a:spcBef>
                <a:spcPct val="50000"/>
              </a:spcBef>
              <a:buSzTx/>
              <a:buFontTx/>
              <a:buNone/>
            </a:pPr>
            <a:r>
              <a:rPr lang="en-US" altLang="en-US" sz="2800" dirty="0">
                <a:solidFill>
                  <a:srgbClr val="FFFF00"/>
                </a:solidFill>
              </a:rPr>
              <a:t>Even if you change a few words here and there it is considered plagiarism</a:t>
            </a:r>
          </a:p>
        </p:txBody>
      </p:sp>
      <p:graphicFrame>
        <p:nvGraphicFramePr>
          <p:cNvPr id="21510" name="Object 7"/>
          <p:cNvGraphicFramePr>
            <a:graphicFrameLocks noChangeAspect="1"/>
          </p:cNvGraphicFramePr>
          <p:nvPr/>
        </p:nvGraphicFramePr>
        <p:xfrm>
          <a:off x="8037513" y="4343400"/>
          <a:ext cx="873125" cy="2362200"/>
        </p:xfrm>
        <a:graphic>
          <a:graphicData uri="http://schemas.openxmlformats.org/presentationml/2006/ole">
            <mc:AlternateContent xmlns:mc="http://schemas.openxmlformats.org/markup-compatibility/2006">
              <mc:Choice xmlns:v="urn:schemas-microsoft-com:vml" Requires="v">
                <p:oleObj name="Clip" r:id="rId3" imgW="2143057" imgH="5800725" progId="MS_ClipArt_Gallery.5">
                  <p:embed/>
                </p:oleObj>
              </mc:Choice>
              <mc:Fallback>
                <p:oleObj name="Clip" r:id="rId3" imgW="2143057" imgH="5800725" progId="MS_ClipArt_Gallery.5">
                  <p:embed/>
                  <p:pic>
                    <p:nvPicPr>
                      <p:cNvPr id="2151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37513" y="4343400"/>
                        <a:ext cx="873125" cy="2362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051268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1">
                                            <p:txEl>
                                              <p:pRg st="1" end="1"/>
                                            </p:txEl>
                                          </p:spTgt>
                                        </p:tgtEl>
                                        <p:attrNameLst>
                                          <p:attrName>style.visibility</p:attrName>
                                        </p:attrNameLst>
                                      </p:cBhvr>
                                      <p:to>
                                        <p:strVal val="visible"/>
                                      </p:to>
                                    </p:set>
                                    <p:anim calcmode="lin" valueType="num">
                                      <p:cBhvr additive="base">
                                        <p:cTn id="7" dur="500" fill="hold"/>
                                        <p:tgtEl>
                                          <p:spTgt spid="1741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411">
                                            <p:txEl>
                                              <p:pRg st="2" end="2"/>
                                            </p:txEl>
                                          </p:spTgt>
                                        </p:tgtEl>
                                        <p:attrNameLst>
                                          <p:attrName>style.visibility</p:attrName>
                                        </p:attrNameLst>
                                      </p:cBhvr>
                                      <p:to>
                                        <p:strVal val="visible"/>
                                      </p:to>
                                    </p:set>
                                    <p:anim calcmode="lin" valueType="num">
                                      <p:cBhvr additive="base">
                                        <p:cTn id="13" dur="500" fill="hold"/>
                                        <p:tgtEl>
                                          <p:spTgt spid="1741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4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411">
                                            <p:txEl>
                                              <p:pRg st="3" end="3"/>
                                            </p:txEl>
                                          </p:spTgt>
                                        </p:tgtEl>
                                        <p:attrNameLst>
                                          <p:attrName>style.visibility</p:attrName>
                                        </p:attrNameLst>
                                      </p:cBhvr>
                                      <p:to>
                                        <p:strVal val="visible"/>
                                      </p:to>
                                    </p:set>
                                    <p:anim calcmode="lin" valueType="num">
                                      <p:cBhvr additive="base">
                                        <p:cTn id="19" dur="500" fill="hold"/>
                                        <p:tgtEl>
                                          <p:spTgt spid="1741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4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7411">
                                            <p:txEl>
                                              <p:pRg st="4" end="4"/>
                                            </p:txEl>
                                          </p:spTgt>
                                        </p:tgtEl>
                                        <p:attrNameLst>
                                          <p:attrName>style.visibility</p:attrName>
                                        </p:attrNameLst>
                                      </p:cBhvr>
                                      <p:to>
                                        <p:strVal val="visible"/>
                                      </p:to>
                                    </p:set>
                                    <p:anim calcmode="lin" valueType="num">
                                      <p:cBhvr additive="base">
                                        <p:cTn id="25" dur="500" fill="hold"/>
                                        <p:tgtEl>
                                          <p:spTgt spid="1741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741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8" presetClass="entr" presetSubtype="16" fill="hold" grpId="0" nodeType="clickEffect">
                                  <p:stCondLst>
                                    <p:cond delay="0"/>
                                  </p:stCondLst>
                                  <p:childTnLst>
                                    <p:set>
                                      <p:cBhvr>
                                        <p:cTn id="30" dur="1" fill="hold">
                                          <p:stCondLst>
                                            <p:cond delay="0"/>
                                          </p:stCondLst>
                                        </p:cTn>
                                        <p:tgtEl>
                                          <p:spTgt spid="17412"/>
                                        </p:tgtEl>
                                        <p:attrNameLst>
                                          <p:attrName>style.visibility</p:attrName>
                                        </p:attrNameLst>
                                      </p:cBhvr>
                                      <p:to>
                                        <p:strVal val="visible"/>
                                      </p:to>
                                    </p:set>
                                    <p:animEffect transition="in" filter="diamond(in)">
                                      <p:cBhvr>
                                        <p:cTn id="31" dur="500"/>
                                        <p:tgtEl>
                                          <p:spTgt spid="17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P spid="1741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idx="1"/>
          </p:nvPr>
        </p:nvSpPr>
        <p:spPr>
          <a:xfrm>
            <a:off x="457200" y="1752600"/>
            <a:ext cx="8075240" cy="4556720"/>
          </a:xfrm>
        </p:spPr>
        <p:txBody>
          <a:bodyPr>
            <a:normAutofit/>
          </a:bodyPr>
          <a:lstStyle/>
          <a:p>
            <a:pPr eaLnBrk="1" hangingPunct="1"/>
            <a:r>
              <a:rPr lang="en-US" altLang="en-US" sz="3200" b="1" u="sng" dirty="0"/>
              <a:t>Quoting</a:t>
            </a:r>
          </a:p>
          <a:p>
            <a:pPr eaLnBrk="1" hangingPunct="1"/>
            <a:r>
              <a:rPr lang="en-US" altLang="en-US" sz="3200" b="1" u="sng" dirty="0"/>
              <a:t>Paraphrasing </a:t>
            </a:r>
          </a:p>
          <a:p>
            <a:pPr eaLnBrk="1" hangingPunct="1"/>
            <a:r>
              <a:rPr lang="en-US" altLang="en-US" sz="3200" b="1" u="sng" dirty="0"/>
              <a:t>Summarizing</a:t>
            </a:r>
          </a:p>
          <a:p>
            <a:pPr eaLnBrk="1" hangingPunct="1"/>
            <a:endParaRPr lang="en-US" altLang="en-US" sz="2400" dirty="0"/>
          </a:p>
          <a:p>
            <a:pPr algn="ctr" eaLnBrk="1" hangingPunct="1">
              <a:buFont typeface="Times"/>
              <a:buNone/>
            </a:pPr>
            <a:endParaRPr lang="en-US" altLang="en-US" sz="3200" i="1" dirty="0"/>
          </a:p>
          <a:p>
            <a:pPr algn="ctr" eaLnBrk="1" hangingPunct="1">
              <a:buFont typeface="Times"/>
              <a:buNone/>
            </a:pPr>
            <a:r>
              <a:rPr lang="en-US" altLang="en-US" sz="2800" i="1" dirty="0"/>
              <a:t>To blend source materials in with your own, making sure your own voice is heard.</a:t>
            </a:r>
            <a:endParaRPr lang="en-US" altLang="en-US" sz="2800" dirty="0">
              <a:solidFill>
                <a:srgbClr val="000000"/>
              </a:solidFill>
              <a:latin typeface="Times New Roman" pitchFamily="18" charset="0"/>
            </a:endParaRPr>
          </a:p>
          <a:p>
            <a:pPr eaLnBrk="1" hangingPunct="1"/>
            <a:endParaRPr lang="en-US" altLang="en-US" sz="2400" dirty="0"/>
          </a:p>
        </p:txBody>
      </p:sp>
      <p:sp>
        <p:nvSpPr>
          <p:cNvPr id="19458" name="Rectangle 2"/>
          <p:cNvSpPr>
            <a:spLocks noGrp="1" noChangeArrowheads="1"/>
          </p:cNvSpPr>
          <p:nvPr>
            <p:ph type="title"/>
          </p:nvPr>
        </p:nvSpPr>
        <p:spPr>
          <a:xfrm>
            <a:off x="804861" y="472579"/>
            <a:ext cx="7534275" cy="838200"/>
          </a:xfrm>
        </p:spPr>
        <p:txBody>
          <a:bodyPr>
            <a:normAutofit/>
          </a:bodyPr>
          <a:lstStyle/>
          <a:p>
            <a:pPr eaLnBrk="1" hangingPunct="1"/>
            <a:r>
              <a:rPr lang="en-US" altLang="en-US" dirty="0"/>
              <a:t>Use these three strategies</a:t>
            </a:r>
          </a:p>
        </p:txBody>
      </p:sp>
      <p:sp>
        <p:nvSpPr>
          <p:cNvPr id="3" name="Slide Number Placeholder 2"/>
          <p:cNvSpPr>
            <a:spLocks noGrp="1"/>
          </p:cNvSpPr>
          <p:nvPr>
            <p:ph type="sldNum" sz="quarter" idx="12"/>
          </p:nvPr>
        </p:nvSpPr>
        <p:spPr/>
        <p:txBody>
          <a:bodyPr/>
          <a:lstStyle/>
          <a:p>
            <a:fld id="{77245E78-C62C-4650-B205-598406699489}" type="slidenum">
              <a:rPr lang="en-US" smtClean="0"/>
              <a:t>35</a:t>
            </a:fld>
            <a:endParaRPr lang="en-US"/>
          </a:p>
        </p:txBody>
      </p:sp>
      <p:pic>
        <p:nvPicPr>
          <p:cNvPr id="19460" name="Picture 5" descr="MCj0396742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30429" y="2667000"/>
            <a:ext cx="1643063" cy="184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1" name="Picture 6" descr="MCj0398309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58393" y="1959429"/>
            <a:ext cx="1827213" cy="182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935779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457200" y="1752600"/>
            <a:ext cx="8147248" cy="4373563"/>
          </a:xfrm>
        </p:spPr>
        <p:txBody>
          <a:bodyPr>
            <a:normAutofit/>
          </a:bodyPr>
          <a:lstStyle/>
          <a:p>
            <a:pPr eaLnBrk="1" hangingPunct="1">
              <a:buFont typeface="Times"/>
              <a:buNone/>
            </a:pPr>
            <a:r>
              <a:rPr lang="en-US" altLang="en-US" sz="3200" b="1" dirty="0"/>
              <a:t>Quotations are the exact words of an author, copied directly from a source, word for word. Quotations must be cited! </a:t>
            </a:r>
          </a:p>
          <a:p>
            <a:pPr eaLnBrk="1" hangingPunct="1">
              <a:buFont typeface="Times"/>
              <a:buNone/>
            </a:pPr>
            <a:endParaRPr lang="en-US" altLang="en-US" sz="3200" i="1" dirty="0"/>
          </a:p>
          <a:p>
            <a:pPr eaLnBrk="1" hangingPunct="1">
              <a:buFont typeface="Times"/>
              <a:buNone/>
            </a:pPr>
            <a:r>
              <a:rPr lang="en-US" altLang="en-US" sz="3200" dirty="0">
                <a:solidFill>
                  <a:srgbClr val="000000"/>
                </a:solidFill>
              </a:rPr>
              <a:t>	</a:t>
            </a:r>
            <a:endParaRPr lang="en-US" altLang="en-US" sz="3200" dirty="0">
              <a:solidFill>
                <a:srgbClr val="000000"/>
              </a:solidFill>
              <a:latin typeface="Times New Roman" pitchFamily="18" charset="0"/>
            </a:endParaRPr>
          </a:p>
          <a:p>
            <a:pPr lvl="4" eaLnBrk="1" hangingPunct="1">
              <a:buFont typeface="Times"/>
              <a:buNone/>
            </a:pPr>
            <a:r>
              <a:rPr lang="en-US" altLang="en-US" sz="2000" dirty="0">
                <a:solidFill>
                  <a:srgbClr val="000000"/>
                </a:solidFill>
                <a:latin typeface="Times New Roman" pitchFamily="18" charset="0"/>
              </a:rPr>
              <a:t>		</a:t>
            </a:r>
            <a:r>
              <a:rPr lang="en-US" altLang="en-US" sz="2800" dirty="0">
                <a:solidFill>
                  <a:srgbClr val="000000"/>
                </a:solidFill>
                <a:latin typeface="Times New Roman" pitchFamily="18" charset="0"/>
              </a:rPr>
              <a:t>Carol </a:t>
            </a:r>
            <a:r>
              <a:rPr lang="en-US" altLang="en-US" sz="2800" dirty="0" err="1">
                <a:solidFill>
                  <a:srgbClr val="000000"/>
                </a:solidFill>
                <a:latin typeface="Times New Roman" pitchFamily="18" charset="0"/>
              </a:rPr>
              <a:t>Rohrbach</a:t>
            </a:r>
            <a:r>
              <a:rPr lang="en-US" altLang="en-US" sz="2800" dirty="0">
                <a:solidFill>
                  <a:srgbClr val="000000"/>
                </a:solidFill>
                <a:latin typeface="Times New Roman" pitchFamily="18" charset="0"/>
              </a:rPr>
              <a:t> and Joyce </a:t>
            </a:r>
            <a:r>
              <a:rPr lang="en-US" altLang="en-US" sz="2800" dirty="0" err="1">
                <a:solidFill>
                  <a:srgbClr val="000000"/>
                </a:solidFill>
                <a:latin typeface="Times New Roman" pitchFamily="18" charset="0"/>
              </a:rPr>
              <a:t>Valenza</a:t>
            </a:r>
            <a:endParaRPr lang="en-US" altLang="en-US" sz="2800" dirty="0">
              <a:solidFill>
                <a:srgbClr val="000000"/>
              </a:solidFill>
              <a:latin typeface="Times New Roman" pitchFamily="18" charset="0"/>
            </a:endParaRPr>
          </a:p>
          <a:p>
            <a:pPr eaLnBrk="1" hangingPunct="1"/>
            <a:endParaRPr lang="en-US" altLang="en-US" sz="3200" dirty="0">
              <a:solidFill>
                <a:srgbClr val="000000"/>
              </a:solidFill>
              <a:latin typeface="Times New Roman" pitchFamily="18" charset="0"/>
            </a:endParaRPr>
          </a:p>
          <a:p>
            <a:pPr eaLnBrk="1" hangingPunct="1"/>
            <a:endParaRPr lang="en-US" altLang="en-US" sz="5400" dirty="0"/>
          </a:p>
        </p:txBody>
      </p:sp>
      <p:sp>
        <p:nvSpPr>
          <p:cNvPr id="20482" name="Rectangle 2"/>
          <p:cNvSpPr>
            <a:spLocks noGrp="1" noChangeArrowheads="1"/>
          </p:cNvSpPr>
          <p:nvPr>
            <p:ph type="title"/>
          </p:nvPr>
        </p:nvSpPr>
        <p:spPr/>
        <p:txBody>
          <a:bodyPr/>
          <a:lstStyle/>
          <a:p>
            <a:pPr eaLnBrk="1" hangingPunct="1"/>
            <a:r>
              <a:rPr lang="en-US" altLang="en-US"/>
              <a:t>Quoting</a:t>
            </a:r>
          </a:p>
        </p:txBody>
      </p:sp>
      <p:sp>
        <p:nvSpPr>
          <p:cNvPr id="3" name="Slide Number Placeholder 2"/>
          <p:cNvSpPr>
            <a:spLocks noGrp="1"/>
          </p:cNvSpPr>
          <p:nvPr>
            <p:ph type="sldNum" sz="quarter" idx="12"/>
          </p:nvPr>
        </p:nvSpPr>
        <p:spPr/>
        <p:txBody>
          <a:bodyPr/>
          <a:lstStyle/>
          <a:p>
            <a:fld id="{77245E78-C62C-4650-B205-598406699489}" type="slidenum">
              <a:rPr lang="en-US" smtClean="0"/>
              <a:t>36</a:t>
            </a:fld>
            <a:endParaRPr lang="en-US"/>
          </a:p>
        </p:txBody>
      </p:sp>
      <p:pic>
        <p:nvPicPr>
          <p:cNvPr id="20484" name="Picture 4" descr="MCj0398157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9592" y="3717032"/>
            <a:ext cx="2376264" cy="216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16391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idx="1"/>
          </p:nvPr>
        </p:nvSpPr>
        <p:spPr>
          <a:xfrm>
            <a:off x="306035" y="1751045"/>
            <a:ext cx="8496944" cy="5105400"/>
          </a:xfrm>
        </p:spPr>
        <p:txBody>
          <a:bodyPr>
            <a:noAutofit/>
          </a:bodyPr>
          <a:lstStyle/>
          <a:p>
            <a:pPr eaLnBrk="1" hangingPunct="1">
              <a:lnSpc>
                <a:spcPct val="90000"/>
              </a:lnSpc>
            </a:pPr>
            <a:r>
              <a:rPr lang="en-GB" altLang="en-US" sz="2400" b="0" dirty="0"/>
              <a:t>Keep the person’s name near the quote in your notes, and in your paper </a:t>
            </a:r>
          </a:p>
          <a:p>
            <a:pPr eaLnBrk="1" hangingPunct="1">
              <a:lnSpc>
                <a:spcPct val="90000"/>
              </a:lnSpc>
            </a:pPr>
            <a:r>
              <a:rPr lang="en-GB" altLang="en-US" sz="2400" b="0" dirty="0"/>
              <a:t>Select those direct quotes that make the most impact in your paper -- too many direct quotes may lessen your credibility and interfere with your style </a:t>
            </a:r>
          </a:p>
          <a:p>
            <a:pPr eaLnBrk="1" hangingPunct="1">
              <a:lnSpc>
                <a:spcPct val="90000"/>
              </a:lnSpc>
            </a:pPr>
            <a:r>
              <a:rPr lang="en-GB" altLang="en-US" sz="2400" b="0" dirty="0"/>
              <a:t>Mention the person’s name either at the beginning of the quote, in the middle, or at the end</a:t>
            </a:r>
          </a:p>
          <a:p>
            <a:pPr eaLnBrk="1" hangingPunct="1">
              <a:lnSpc>
                <a:spcPct val="90000"/>
              </a:lnSpc>
            </a:pPr>
            <a:r>
              <a:rPr lang="en-GB" altLang="en-US" sz="2400" b="0" dirty="0"/>
              <a:t>Put quotation marks around the text that you are quoting</a:t>
            </a:r>
          </a:p>
          <a:p>
            <a:pPr eaLnBrk="1" hangingPunct="1">
              <a:lnSpc>
                <a:spcPct val="90000"/>
              </a:lnSpc>
            </a:pPr>
            <a:r>
              <a:rPr lang="en-GB" altLang="en-US" sz="2400" b="0" dirty="0"/>
              <a:t>Indicate added phrases in brackets ([ ]) and omitted text with ellipses (. . .) </a:t>
            </a:r>
          </a:p>
          <a:p>
            <a:pPr eaLnBrk="1" hangingPunct="1">
              <a:lnSpc>
                <a:spcPct val="90000"/>
              </a:lnSpc>
            </a:pPr>
            <a:r>
              <a:rPr lang="en-GB" altLang="en-US" sz="2400" b="0" dirty="0"/>
              <a:t>Ensure you note exact page numbers in the reference</a:t>
            </a:r>
          </a:p>
          <a:p>
            <a:pPr algn="r" eaLnBrk="1" hangingPunct="1">
              <a:lnSpc>
                <a:spcPct val="90000"/>
              </a:lnSpc>
              <a:buFontTx/>
              <a:buNone/>
            </a:pPr>
            <a:endParaRPr lang="en-GB" altLang="en-US" sz="1400" dirty="0"/>
          </a:p>
          <a:p>
            <a:pPr algn="r" eaLnBrk="1" hangingPunct="1">
              <a:lnSpc>
                <a:spcPct val="90000"/>
              </a:lnSpc>
              <a:buFontTx/>
              <a:buNone/>
            </a:pPr>
            <a:r>
              <a:rPr lang="en-GB" altLang="en-US" sz="1400" dirty="0"/>
              <a:t>Source: http://owl.english.purdue.edu/handouts/research/r_plagiar.html</a:t>
            </a:r>
          </a:p>
          <a:p>
            <a:pPr marL="44450" indent="0" eaLnBrk="1" hangingPunct="1">
              <a:lnSpc>
                <a:spcPct val="90000"/>
              </a:lnSpc>
              <a:buNone/>
            </a:pPr>
            <a:endParaRPr lang="en-GB" altLang="en-US" sz="1800" dirty="0"/>
          </a:p>
        </p:txBody>
      </p:sp>
      <p:sp>
        <p:nvSpPr>
          <p:cNvPr id="26626" name="Rectangle 2"/>
          <p:cNvSpPr>
            <a:spLocks noGrp="1" noChangeArrowheads="1"/>
          </p:cNvSpPr>
          <p:nvPr>
            <p:ph type="title"/>
          </p:nvPr>
        </p:nvSpPr>
        <p:spPr>
          <a:xfrm>
            <a:off x="0" y="441002"/>
            <a:ext cx="9144000" cy="844550"/>
          </a:xfrm>
        </p:spPr>
        <p:txBody>
          <a:bodyPr/>
          <a:lstStyle/>
          <a:p>
            <a:pPr eaLnBrk="1" hangingPunct="1"/>
            <a:r>
              <a:rPr lang="en-GB" altLang="en-US" b="1" dirty="0"/>
              <a:t>When </a:t>
            </a:r>
            <a:r>
              <a:rPr lang="en-GB" altLang="en-US" b="1" dirty="0">
                <a:solidFill>
                  <a:srgbClr val="0432FF"/>
                </a:solidFill>
              </a:rPr>
              <a:t>quoting</a:t>
            </a:r>
            <a:r>
              <a:rPr lang="en-GB" altLang="en-US" b="1" dirty="0"/>
              <a:t> directly</a:t>
            </a:r>
          </a:p>
        </p:txBody>
      </p:sp>
      <p:sp>
        <p:nvSpPr>
          <p:cNvPr id="3" name="Slide Number Placeholder 2"/>
          <p:cNvSpPr>
            <a:spLocks noGrp="1"/>
          </p:cNvSpPr>
          <p:nvPr>
            <p:ph type="sldNum" sz="quarter" idx="12"/>
          </p:nvPr>
        </p:nvSpPr>
        <p:spPr/>
        <p:txBody>
          <a:bodyPr/>
          <a:lstStyle/>
          <a:p>
            <a:fld id="{77245E78-C62C-4650-B205-598406699489}" type="slidenum">
              <a:rPr lang="en-US" smtClean="0"/>
              <a:t>37</a:t>
            </a:fld>
            <a:endParaRPr lang="en-US"/>
          </a:p>
        </p:txBody>
      </p:sp>
    </p:spTree>
    <p:extLst>
      <p:ext uri="{BB962C8B-B14F-4D97-AF65-F5344CB8AC3E}">
        <p14:creationId xmlns:p14="http://schemas.microsoft.com/office/powerpoint/2010/main" val="22499619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dissolve">
                                      <p:cBhvr>
                                        <p:cTn id="7" dur="500"/>
                                        <p:tgtEl>
                                          <p:spTgt spid="399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9939">
                                            <p:txEl>
                                              <p:pRg st="1" end="1"/>
                                            </p:txEl>
                                          </p:spTgt>
                                        </p:tgtEl>
                                        <p:attrNameLst>
                                          <p:attrName>style.visibility</p:attrName>
                                        </p:attrNameLst>
                                      </p:cBhvr>
                                      <p:to>
                                        <p:strVal val="visible"/>
                                      </p:to>
                                    </p:set>
                                    <p:animEffect transition="in" filter="dissolve">
                                      <p:cBhvr>
                                        <p:cTn id="12" dur="500"/>
                                        <p:tgtEl>
                                          <p:spTgt spid="399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9939">
                                            <p:txEl>
                                              <p:pRg st="2" end="2"/>
                                            </p:txEl>
                                          </p:spTgt>
                                        </p:tgtEl>
                                        <p:attrNameLst>
                                          <p:attrName>style.visibility</p:attrName>
                                        </p:attrNameLst>
                                      </p:cBhvr>
                                      <p:to>
                                        <p:strVal val="visible"/>
                                      </p:to>
                                    </p:set>
                                    <p:animEffect transition="in" filter="dissolve">
                                      <p:cBhvr>
                                        <p:cTn id="17" dur="500"/>
                                        <p:tgtEl>
                                          <p:spTgt spid="399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39939">
                                            <p:txEl>
                                              <p:pRg st="3" end="3"/>
                                            </p:txEl>
                                          </p:spTgt>
                                        </p:tgtEl>
                                        <p:attrNameLst>
                                          <p:attrName>style.visibility</p:attrName>
                                        </p:attrNameLst>
                                      </p:cBhvr>
                                      <p:to>
                                        <p:strVal val="visible"/>
                                      </p:to>
                                    </p:set>
                                    <p:animEffect transition="in" filter="dissolve">
                                      <p:cBhvr>
                                        <p:cTn id="22" dur="500"/>
                                        <p:tgtEl>
                                          <p:spTgt spid="399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39939">
                                            <p:txEl>
                                              <p:pRg st="4" end="4"/>
                                            </p:txEl>
                                          </p:spTgt>
                                        </p:tgtEl>
                                        <p:attrNameLst>
                                          <p:attrName>style.visibility</p:attrName>
                                        </p:attrNameLst>
                                      </p:cBhvr>
                                      <p:to>
                                        <p:strVal val="visible"/>
                                      </p:to>
                                    </p:set>
                                    <p:animEffect transition="in" filter="dissolve">
                                      <p:cBhvr>
                                        <p:cTn id="27" dur="500"/>
                                        <p:tgtEl>
                                          <p:spTgt spid="3993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39939">
                                            <p:txEl>
                                              <p:pRg st="5" end="5"/>
                                            </p:txEl>
                                          </p:spTgt>
                                        </p:tgtEl>
                                        <p:attrNameLst>
                                          <p:attrName>style.visibility</p:attrName>
                                        </p:attrNameLst>
                                      </p:cBhvr>
                                      <p:to>
                                        <p:strVal val="visible"/>
                                      </p:to>
                                    </p:set>
                                    <p:animEffect transition="in" filter="dissolve">
                                      <p:cBhvr>
                                        <p:cTn id="32" dur="500"/>
                                        <p:tgtEl>
                                          <p:spTgt spid="399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idx="1"/>
          </p:nvPr>
        </p:nvSpPr>
        <p:spPr>
          <a:xfrm>
            <a:off x="107505" y="1676400"/>
            <a:ext cx="8856984" cy="4632920"/>
          </a:xfrm>
        </p:spPr>
        <p:txBody>
          <a:bodyPr>
            <a:noAutofit/>
          </a:bodyPr>
          <a:lstStyle/>
          <a:p>
            <a:pPr marL="457200" indent="-457200" eaLnBrk="1" hangingPunct="1">
              <a:lnSpc>
                <a:spcPct val="80000"/>
              </a:lnSpc>
              <a:buFont typeface="Arial" panose="020B0604020202020204" pitchFamily="34" charset="0"/>
              <a:buChar char="•"/>
            </a:pPr>
            <a:r>
              <a:rPr lang="en-GB" altLang="en-US" sz="2400" b="0" dirty="0"/>
              <a:t>Keep the person’s name near the text in your notes, and in your paper </a:t>
            </a:r>
          </a:p>
          <a:p>
            <a:pPr marL="457200" indent="-457200" eaLnBrk="1" hangingPunct="1">
              <a:lnSpc>
                <a:spcPct val="80000"/>
              </a:lnSpc>
              <a:buFont typeface="Arial" panose="020B0604020202020204" pitchFamily="34" charset="0"/>
              <a:buChar char="•"/>
            </a:pPr>
            <a:endParaRPr lang="en-GB" altLang="en-US" sz="2400" b="0" dirty="0"/>
          </a:p>
          <a:p>
            <a:pPr marL="457200" indent="-457200" eaLnBrk="1" hangingPunct="1">
              <a:lnSpc>
                <a:spcPct val="80000"/>
              </a:lnSpc>
              <a:buFont typeface="Arial" panose="020B0604020202020204" pitchFamily="34" charset="0"/>
              <a:buChar char="•"/>
            </a:pPr>
            <a:r>
              <a:rPr lang="en-GB" altLang="en-US" sz="2400" b="0" dirty="0"/>
              <a:t>Rewrite the key ideas using different words and sentence structures than the original text </a:t>
            </a:r>
          </a:p>
          <a:p>
            <a:pPr marL="457200" indent="-457200" eaLnBrk="1" hangingPunct="1">
              <a:lnSpc>
                <a:spcPct val="80000"/>
              </a:lnSpc>
              <a:buFont typeface="Arial" panose="020B0604020202020204" pitchFamily="34" charset="0"/>
              <a:buChar char="•"/>
            </a:pPr>
            <a:endParaRPr lang="en-GB" altLang="en-US" sz="2400" b="0" dirty="0"/>
          </a:p>
          <a:p>
            <a:pPr marL="457200" indent="-457200" eaLnBrk="1" hangingPunct="1">
              <a:lnSpc>
                <a:spcPct val="80000"/>
              </a:lnSpc>
              <a:buFont typeface="Arial" panose="020B0604020202020204" pitchFamily="34" charset="0"/>
              <a:buChar char="•"/>
            </a:pPr>
            <a:r>
              <a:rPr lang="en-GB" altLang="en-US" sz="2400" b="0" dirty="0"/>
              <a:t>Mention the person’s name either at the beginning of the information, or in the middle, or at that end</a:t>
            </a:r>
          </a:p>
          <a:p>
            <a:pPr marL="457200" indent="-457200" eaLnBrk="1" hangingPunct="1">
              <a:lnSpc>
                <a:spcPct val="80000"/>
              </a:lnSpc>
              <a:buFont typeface="Arial" panose="020B0604020202020204" pitchFamily="34" charset="0"/>
              <a:buChar char="•"/>
            </a:pPr>
            <a:endParaRPr lang="en-GB" altLang="en-US" sz="2400" b="0" dirty="0"/>
          </a:p>
          <a:p>
            <a:pPr marL="457200" indent="-457200" eaLnBrk="1" hangingPunct="1">
              <a:lnSpc>
                <a:spcPct val="80000"/>
              </a:lnSpc>
              <a:buFont typeface="Arial" panose="020B0604020202020204" pitchFamily="34" charset="0"/>
              <a:buChar char="•"/>
            </a:pPr>
            <a:r>
              <a:rPr lang="en-GB" altLang="en-US" sz="2400" b="0" dirty="0"/>
              <a:t>Double check to make sure that your words and sentence structures are different than the original text </a:t>
            </a:r>
          </a:p>
          <a:p>
            <a:pPr marL="457200" indent="-457200" eaLnBrk="1" hangingPunct="1">
              <a:lnSpc>
                <a:spcPct val="80000"/>
              </a:lnSpc>
              <a:buFont typeface="Arial" panose="020B0604020202020204" pitchFamily="34" charset="0"/>
              <a:buChar char="•"/>
            </a:pPr>
            <a:endParaRPr lang="en-GB" altLang="en-US" sz="2400" b="0" dirty="0"/>
          </a:p>
          <a:p>
            <a:pPr marL="457200" indent="-457200" eaLnBrk="1" hangingPunct="1">
              <a:lnSpc>
                <a:spcPct val="80000"/>
              </a:lnSpc>
              <a:buFont typeface="Arial" panose="020B0604020202020204" pitchFamily="34" charset="0"/>
              <a:buChar char="•"/>
            </a:pPr>
            <a:r>
              <a:rPr lang="en-GB" altLang="en-US" sz="2400" b="0" dirty="0"/>
              <a:t>Ensure you note exact page numbers in the reference</a:t>
            </a:r>
          </a:p>
          <a:p>
            <a:pPr eaLnBrk="1" hangingPunct="1">
              <a:lnSpc>
                <a:spcPct val="80000"/>
              </a:lnSpc>
              <a:buFontTx/>
              <a:buNone/>
            </a:pPr>
            <a:endParaRPr lang="en-GB" altLang="en-US" sz="1400" b="0" dirty="0"/>
          </a:p>
          <a:p>
            <a:pPr algn="r" eaLnBrk="1" hangingPunct="1">
              <a:lnSpc>
                <a:spcPct val="80000"/>
              </a:lnSpc>
              <a:buFontTx/>
              <a:buNone/>
            </a:pPr>
            <a:r>
              <a:rPr lang="en-GB" altLang="en-US" sz="1200" b="0" dirty="0"/>
              <a:t>Source: http://owl.english.purdue.edu/handouts/research/r_plagiar.html</a:t>
            </a:r>
          </a:p>
        </p:txBody>
      </p:sp>
      <p:sp>
        <p:nvSpPr>
          <p:cNvPr id="27650" name="Rectangle 2"/>
          <p:cNvSpPr>
            <a:spLocks noGrp="1" noChangeArrowheads="1"/>
          </p:cNvSpPr>
          <p:nvPr>
            <p:ph type="title"/>
          </p:nvPr>
        </p:nvSpPr>
        <p:spPr>
          <a:xfrm>
            <a:off x="388393" y="254766"/>
            <a:ext cx="8137276" cy="980728"/>
          </a:xfrm>
        </p:spPr>
        <p:txBody>
          <a:bodyPr>
            <a:noAutofit/>
          </a:bodyPr>
          <a:lstStyle/>
          <a:p>
            <a:pPr eaLnBrk="1" hangingPunct="1"/>
            <a:r>
              <a:rPr lang="en-GB" altLang="en-US" b="1" dirty="0"/>
              <a:t>When </a:t>
            </a:r>
            <a:r>
              <a:rPr lang="en-GB" altLang="en-US" b="1" dirty="0">
                <a:solidFill>
                  <a:srgbClr val="0432FF"/>
                </a:solidFill>
              </a:rPr>
              <a:t>quoting</a:t>
            </a:r>
            <a:r>
              <a:rPr lang="en-GB" altLang="en-US" b="1" dirty="0"/>
              <a:t> indirectly</a:t>
            </a:r>
            <a:r>
              <a:rPr lang="en-GB" altLang="en-US" dirty="0"/>
              <a:t> </a:t>
            </a:r>
          </a:p>
        </p:txBody>
      </p:sp>
      <p:sp>
        <p:nvSpPr>
          <p:cNvPr id="3" name="Slide Number Placeholder 2"/>
          <p:cNvSpPr>
            <a:spLocks noGrp="1"/>
          </p:cNvSpPr>
          <p:nvPr>
            <p:ph type="sldNum" sz="quarter" idx="12"/>
          </p:nvPr>
        </p:nvSpPr>
        <p:spPr/>
        <p:txBody>
          <a:bodyPr/>
          <a:lstStyle/>
          <a:p>
            <a:fld id="{77245E78-C62C-4650-B205-598406699489}" type="slidenum">
              <a:rPr lang="en-US" smtClean="0"/>
              <a:t>38</a:t>
            </a:fld>
            <a:endParaRPr lang="en-US"/>
          </a:p>
        </p:txBody>
      </p:sp>
    </p:spTree>
    <p:extLst>
      <p:ext uri="{BB962C8B-B14F-4D97-AF65-F5344CB8AC3E}">
        <p14:creationId xmlns:p14="http://schemas.microsoft.com/office/powerpoint/2010/main" val="11277015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Effect transition="in" filter="dissolve">
                                      <p:cBhvr>
                                        <p:cTn id="7" dur="500"/>
                                        <p:tgtEl>
                                          <p:spTgt spid="440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4035">
                                            <p:txEl>
                                              <p:pRg st="2" end="2"/>
                                            </p:txEl>
                                          </p:spTgt>
                                        </p:tgtEl>
                                        <p:attrNameLst>
                                          <p:attrName>style.visibility</p:attrName>
                                        </p:attrNameLst>
                                      </p:cBhvr>
                                      <p:to>
                                        <p:strVal val="visible"/>
                                      </p:to>
                                    </p:set>
                                    <p:animEffect transition="in" filter="dissolve">
                                      <p:cBhvr>
                                        <p:cTn id="12" dur="500"/>
                                        <p:tgtEl>
                                          <p:spTgt spid="4403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4035">
                                            <p:txEl>
                                              <p:pRg st="4" end="4"/>
                                            </p:txEl>
                                          </p:spTgt>
                                        </p:tgtEl>
                                        <p:attrNameLst>
                                          <p:attrName>style.visibility</p:attrName>
                                        </p:attrNameLst>
                                      </p:cBhvr>
                                      <p:to>
                                        <p:strVal val="visible"/>
                                      </p:to>
                                    </p:set>
                                    <p:animEffect transition="in" filter="dissolve">
                                      <p:cBhvr>
                                        <p:cTn id="17" dur="500"/>
                                        <p:tgtEl>
                                          <p:spTgt spid="44035">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44035">
                                            <p:txEl>
                                              <p:pRg st="6" end="6"/>
                                            </p:txEl>
                                          </p:spTgt>
                                        </p:tgtEl>
                                        <p:attrNameLst>
                                          <p:attrName>style.visibility</p:attrName>
                                        </p:attrNameLst>
                                      </p:cBhvr>
                                      <p:to>
                                        <p:strVal val="visible"/>
                                      </p:to>
                                    </p:set>
                                    <p:animEffect transition="in" filter="dissolve">
                                      <p:cBhvr>
                                        <p:cTn id="22" dur="500"/>
                                        <p:tgtEl>
                                          <p:spTgt spid="44035">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44035">
                                            <p:txEl>
                                              <p:pRg st="8" end="8"/>
                                            </p:txEl>
                                          </p:spTgt>
                                        </p:tgtEl>
                                        <p:attrNameLst>
                                          <p:attrName>style.visibility</p:attrName>
                                        </p:attrNameLst>
                                      </p:cBhvr>
                                      <p:to>
                                        <p:strVal val="visible"/>
                                      </p:to>
                                    </p:set>
                                    <p:animEffect transition="in" filter="dissolve">
                                      <p:cBhvr>
                                        <p:cTn id="27" dur="500"/>
                                        <p:tgtEl>
                                          <p:spTgt spid="4403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a:xfrm>
            <a:off x="457200" y="1752600"/>
            <a:ext cx="8001000" cy="4484712"/>
          </a:xfrm>
        </p:spPr>
        <p:txBody>
          <a:bodyPr>
            <a:noAutofit/>
          </a:bodyPr>
          <a:lstStyle/>
          <a:p>
            <a:pPr eaLnBrk="1" hangingPunct="1">
              <a:lnSpc>
                <a:spcPct val="90000"/>
              </a:lnSpc>
              <a:buFont typeface="Times"/>
              <a:buNone/>
            </a:pPr>
            <a:r>
              <a:rPr lang="en-US" altLang="en-US" sz="2800" b="1" dirty="0"/>
              <a:t>Paraphrasing means putting someone else’s words or ideas into your own words. </a:t>
            </a:r>
          </a:p>
          <a:p>
            <a:pPr eaLnBrk="1" hangingPunct="1">
              <a:lnSpc>
                <a:spcPct val="90000"/>
              </a:lnSpc>
              <a:buFont typeface="Times"/>
              <a:buNone/>
            </a:pPr>
            <a:endParaRPr lang="en-US" altLang="en-US" sz="2800" b="1" dirty="0"/>
          </a:p>
          <a:p>
            <a:pPr eaLnBrk="1" hangingPunct="1">
              <a:lnSpc>
                <a:spcPct val="90000"/>
              </a:lnSpc>
              <a:buFont typeface="Times"/>
              <a:buNone/>
            </a:pPr>
            <a:r>
              <a:rPr lang="en-US" altLang="en-US" sz="2800" b="1" dirty="0"/>
              <a:t>Although you are using your own words, the ideas are taken from someone else and must be cited on your Works-Cited page. </a:t>
            </a:r>
          </a:p>
          <a:p>
            <a:pPr eaLnBrk="1" hangingPunct="1">
              <a:lnSpc>
                <a:spcPct val="90000"/>
              </a:lnSpc>
              <a:buFont typeface="Times"/>
              <a:buNone/>
            </a:pPr>
            <a:endParaRPr lang="en-US" altLang="en-US" sz="2800" i="1" dirty="0"/>
          </a:p>
          <a:p>
            <a:pPr eaLnBrk="1" hangingPunct="1">
              <a:lnSpc>
                <a:spcPct val="90000"/>
              </a:lnSpc>
              <a:buFont typeface="Times"/>
              <a:buNone/>
            </a:pPr>
            <a:endParaRPr lang="en-US" altLang="en-US" sz="2800" i="1" dirty="0"/>
          </a:p>
          <a:p>
            <a:pPr eaLnBrk="1" hangingPunct="1">
              <a:lnSpc>
                <a:spcPct val="90000"/>
              </a:lnSpc>
              <a:buFont typeface="Times"/>
              <a:buNone/>
            </a:pPr>
            <a:endParaRPr lang="en-US" altLang="en-US" sz="2800" i="1" dirty="0"/>
          </a:p>
          <a:p>
            <a:pPr eaLnBrk="1" hangingPunct="1">
              <a:lnSpc>
                <a:spcPct val="90000"/>
              </a:lnSpc>
              <a:buFont typeface="Times"/>
              <a:buNone/>
            </a:pPr>
            <a:endParaRPr lang="en-US" altLang="en-US" sz="2800" i="1" dirty="0"/>
          </a:p>
          <a:p>
            <a:pPr eaLnBrk="1" hangingPunct="1">
              <a:lnSpc>
                <a:spcPct val="90000"/>
              </a:lnSpc>
              <a:buFont typeface="Times"/>
              <a:buNone/>
            </a:pPr>
            <a:r>
              <a:rPr lang="en-US" altLang="en-US" sz="3600" dirty="0"/>
              <a:t>					</a:t>
            </a:r>
            <a:endParaRPr lang="en-US" altLang="en-US" sz="1100" dirty="0">
              <a:solidFill>
                <a:srgbClr val="000000"/>
              </a:solidFill>
              <a:latin typeface="Times New Roman" pitchFamily="18" charset="0"/>
            </a:endParaRPr>
          </a:p>
        </p:txBody>
      </p:sp>
      <p:sp>
        <p:nvSpPr>
          <p:cNvPr id="21506" name="Rectangle 2"/>
          <p:cNvSpPr>
            <a:spLocks noGrp="1" noChangeArrowheads="1"/>
          </p:cNvSpPr>
          <p:nvPr>
            <p:ph type="title"/>
          </p:nvPr>
        </p:nvSpPr>
        <p:spPr/>
        <p:txBody>
          <a:bodyPr/>
          <a:lstStyle/>
          <a:p>
            <a:pPr eaLnBrk="1" hangingPunct="1"/>
            <a:r>
              <a:rPr lang="en-US" altLang="en-US" dirty="0"/>
              <a:t>WHEN </a:t>
            </a:r>
            <a:r>
              <a:rPr lang="en-US" altLang="en-US" dirty="0">
                <a:solidFill>
                  <a:srgbClr val="0432FF"/>
                </a:solidFill>
              </a:rPr>
              <a:t>Paraphrasing</a:t>
            </a:r>
          </a:p>
        </p:txBody>
      </p:sp>
      <p:sp>
        <p:nvSpPr>
          <p:cNvPr id="3" name="Slide Number Placeholder 2"/>
          <p:cNvSpPr>
            <a:spLocks noGrp="1"/>
          </p:cNvSpPr>
          <p:nvPr>
            <p:ph type="sldNum" sz="quarter" idx="12"/>
          </p:nvPr>
        </p:nvSpPr>
        <p:spPr/>
        <p:txBody>
          <a:bodyPr/>
          <a:lstStyle/>
          <a:p>
            <a:fld id="{77245E78-C62C-4650-B205-598406699489}" type="slidenum">
              <a:rPr lang="en-US" smtClean="0"/>
              <a:t>39</a:t>
            </a:fld>
            <a:endParaRPr lang="en-US"/>
          </a:p>
        </p:txBody>
      </p:sp>
      <p:pic>
        <p:nvPicPr>
          <p:cNvPr id="21508" name="Picture 6" descr="MCj0398153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62300" y="4889244"/>
            <a:ext cx="2590800" cy="162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Picture 8" descr="Paraphasi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8184" y="4586599"/>
            <a:ext cx="2611760" cy="2196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939581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p:txBody>
          <a:bodyPr>
            <a:normAutofit/>
          </a:bodyPr>
          <a:lstStyle/>
          <a:p>
            <a:pPr eaLnBrk="1" hangingPunct="1"/>
            <a:r>
              <a:rPr lang="en-US" altLang="en-US" sz="3200" dirty="0"/>
              <a:t>Paraphrasing is not simply rearranging or rewording an original passage.</a:t>
            </a:r>
          </a:p>
          <a:p>
            <a:pPr eaLnBrk="1" hangingPunct="1"/>
            <a:r>
              <a:rPr lang="en-US" altLang="en-US" sz="3200" dirty="0"/>
              <a:t>You have to understand what the author is saying and write the ideas entirely in your own words.</a:t>
            </a:r>
          </a:p>
        </p:txBody>
      </p:sp>
      <p:sp>
        <p:nvSpPr>
          <p:cNvPr id="22530" name="Rectangle 2"/>
          <p:cNvSpPr>
            <a:spLocks noGrp="1" noChangeArrowheads="1"/>
          </p:cNvSpPr>
          <p:nvPr>
            <p:ph type="title"/>
          </p:nvPr>
        </p:nvSpPr>
        <p:spPr/>
        <p:txBody>
          <a:bodyPr/>
          <a:lstStyle/>
          <a:p>
            <a:pPr eaLnBrk="1" hangingPunct="1"/>
            <a:r>
              <a:rPr lang="en-US" altLang="en-US"/>
              <a:t>Paraphrasing</a:t>
            </a:r>
          </a:p>
        </p:txBody>
      </p:sp>
      <p:sp>
        <p:nvSpPr>
          <p:cNvPr id="3" name="Slide Number Placeholder 2"/>
          <p:cNvSpPr>
            <a:spLocks noGrp="1"/>
          </p:cNvSpPr>
          <p:nvPr>
            <p:ph type="sldNum" sz="quarter" idx="12"/>
          </p:nvPr>
        </p:nvSpPr>
        <p:spPr/>
        <p:txBody>
          <a:bodyPr/>
          <a:lstStyle/>
          <a:p>
            <a:fld id="{77245E78-C62C-4650-B205-598406699489}" type="slidenum">
              <a:rPr lang="en-US" smtClean="0"/>
              <a:t>40</a:t>
            </a:fld>
            <a:endParaRPr lang="en-US"/>
          </a:p>
        </p:txBody>
      </p:sp>
      <p:pic>
        <p:nvPicPr>
          <p:cNvPr id="22532" name="Picture 5" descr="Reword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32995" y="4581128"/>
            <a:ext cx="19050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669097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idx="1"/>
          </p:nvPr>
        </p:nvSpPr>
        <p:spPr>
          <a:xfrm>
            <a:off x="457200" y="1752600"/>
            <a:ext cx="7931224" cy="4628728"/>
          </a:xfrm>
        </p:spPr>
        <p:txBody>
          <a:bodyPr>
            <a:normAutofit/>
          </a:bodyPr>
          <a:lstStyle/>
          <a:p>
            <a:pPr eaLnBrk="1" hangingPunct="1"/>
            <a:r>
              <a:rPr lang="en-US" altLang="en-US" sz="2800" dirty="0"/>
              <a:t>Give the author credit when you quote or paraphrase.</a:t>
            </a:r>
          </a:p>
          <a:p>
            <a:pPr eaLnBrk="1" hangingPunct="1"/>
            <a:endParaRPr lang="en-US" altLang="en-US" sz="2800" dirty="0"/>
          </a:p>
          <a:p>
            <a:pPr eaLnBrk="1" hangingPunct="1"/>
            <a:r>
              <a:rPr lang="en-US" altLang="en-US" sz="2800" dirty="0" err="1"/>
              <a:t>Eg</a:t>
            </a:r>
            <a:r>
              <a:rPr lang="en-US" altLang="en-US" sz="2800" dirty="0"/>
              <a:t>:</a:t>
            </a:r>
          </a:p>
          <a:p>
            <a:pPr eaLnBrk="1" hangingPunct="1"/>
            <a:r>
              <a:rPr lang="en-US" altLang="en-US" sz="2800" dirty="0"/>
              <a:t>“According to Jim Carty, the CATS are ranked fourth in backcourts this year with Rondo, Sparks, Crawford, Bradley, and Moss.”</a:t>
            </a:r>
          </a:p>
        </p:txBody>
      </p:sp>
      <p:sp>
        <p:nvSpPr>
          <p:cNvPr id="23554" name="Rectangle 2"/>
          <p:cNvSpPr>
            <a:spLocks noGrp="1" noChangeArrowheads="1"/>
          </p:cNvSpPr>
          <p:nvPr>
            <p:ph type="title"/>
          </p:nvPr>
        </p:nvSpPr>
        <p:spPr/>
        <p:txBody>
          <a:bodyPr/>
          <a:lstStyle/>
          <a:p>
            <a:pPr eaLnBrk="1" hangingPunct="1"/>
            <a:r>
              <a:rPr lang="en-US" altLang="en-US"/>
              <a:t>Paraphrasing</a:t>
            </a:r>
          </a:p>
        </p:txBody>
      </p:sp>
      <p:sp>
        <p:nvSpPr>
          <p:cNvPr id="3" name="Slide Number Placeholder 2"/>
          <p:cNvSpPr>
            <a:spLocks noGrp="1"/>
          </p:cNvSpPr>
          <p:nvPr>
            <p:ph type="sldNum" sz="quarter" idx="12"/>
          </p:nvPr>
        </p:nvSpPr>
        <p:spPr/>
        <p:txBody>
          <a:bodyPr/>
          <a:lstStyle/>
          <a:p>
            <a:fld id="{77245E78-C62C-4650-B205-598406699489}" type="slidenum">
              <a:rPr lang="en-US" smtClean="0"/>
              <a:t>41</a:t>
            </a:fld>
            <a:endParaRPr lang="en-US"/>
          </a:p>
        </p:txBody>
      </p:sp>
      <p:pic>
        <p:nvPicPr>
          <p:cNvPr id="23556" name="Picture 5" descr="Quot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8353" y="2348880"/>
            <a:ext cx="238125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03068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idx="1"/>
          </p:nvPr>
        </p:nvSpPr>
        <p:spPr>
          <a:xfrm>
            <a:off x="457200" y="1752600"/>
            <a:ext cx="7931224" cy="4628728"/>
          </a:xfrm>
        </p:spPr>
        <p:txBody>
          <a:bodyPr>
            <a:normAutofit/>
          </a:bodyPr>
          <a:lstStyle/>
          <a:p>
            <a:r>
              <a:rPr lang="en-MY" sz="2800" b="0" dirty="0"/>
              <a:t>Paraphrasing is the act of rephrasing a text in your own words. </a:t>
            </a:r>
          </a:p>
          <a:p>
            <a:r>
              <a:rPr lang="en-MY" sz="2800" b="0" dirty="0"/>
              <a:t>Paraphrasing is the most common type of plagiarism.</a:t>
            </a:r>
          </a:p>
          <a:p>
            <a:r>
              <a:rPr lang="en-MY" sz="2800" b="0" dirty="0"/>
              <a:t>Paraphrasing itself is not plagiarism so long as you properly cite your sources. </a:t>
            </a:r>
          </a:p>
          <a:p>
            <a:r>
              <a:rPr lang="en-MY" sz="2800" b="0" dirty="0"/>
              <a:t>However, paraphrasing becomes plagiarism when you read different sources, pull out the key points and then rewrite these points as if they were your own ideas.</a:t>
            </a:r>
          </a:p>
          <a:p>
            <a:pPr eaLnBrk="1" hangingPunct="1"/>
            <a:endParaRPr lang="en-US" altLang="en-US" sz="2800" dirty="0"/>
          </a:p>
        </p:txBody>
      </p:sp>
      <p:sp>
        <p:nvSpPr>
          <p:cNvPr id="23554" name="Rectangle 2"/>
          <p:cNvSpPr>
            <a:spLocks noGrp="1" noChangeArrowheads="1"/>
          </p:cNvSpPr>
          <p:nvPr>
            <p:ph type="title"/>
          </p:nvPr>
        </p:nvSpPr>
        <p:spPr/>
        <p:txBody>
          <a:bodyPr/>
          <a:lstStyle/>
          <a:p>
            <a:pPr eaLnBrk="1" hangingPunct="1"/>
            <a:r>
              <a:rPr lang="en-US" altLang="en-US"/>
              <a:t>Paraphrasing</a:t>
            </a:r>
          </a:p>
        </p:txBody>
      </p:sp>
      <p:sp>
        <p:nvSpPr>
          <p:cNvPr id="3" name="Slide Number Placeholder 2"/>
          <p:cNvSpPr>
            <a:spLocks noGrp="1"/>
          </p:cNvSpPr>
          <p:nvPr>
            <p:ph type="sldNum" sz="quarter" idx="12"/>
          </p:nvPr>
        </p:nvSpPr>
        <p:spPr/>
        <p:txBody>
          <a:bodyPr/>
          <a:lstStyle/>
          <a:p>
            <a:fld id="{77245E78-C62C-4650-B205-598406699489}" type="slidenum">
              <a:rPr lang="en-US" smtClean="0"/>
              <a:t>42</a:t>
            </a:fld>
            <a:endParaRPr lang="en-US"/>
          </a:p>
        </p:txBody>
      </p:sp>
    </p:spTree>
    <p:extLst>
      <p:ext uri="{BB962C8B-B14F-4D97-AF65-F5344CB8AC3E}">
        <p14:creationId xmlns:p14="http://schemas.microsoft.com/office/powerpoint/2010/main" val="35771664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519163" y="1699989"/>
            <a:ext cx="8075240" cy="4929411"/>
          </a:xfrm>
        </p:spPr>
        <p:txBody>
          <a:bodyPr>
            <a:normAutofit/>
          </a:bodyPr>
          <a:lstStyle/>
          <a:p>
            <a:r>
              <a:rPr lang="en-MY" sz="2200" b="0" dirty="0"/>
              <a:t>Paraphrased material must be cited. Even though paraphrasing means that you are restating information in your own words, you must give credit to the original source of the information.</a:t>
            </a:r>
          </a:p>
          <a:p>
            <a:r>
              <a:rPr lang="en-MY" sz="2200" b="0" dirty="0"/>
              <a:t>Citations for paraphrased material should always include both the author and the year. In-text citation can be placed within the sentence or at the end:</a:t>
            </a:r>
          </a:p>
          <a:p>
            <a:r>
              <a:rPr lang="en-MY" sz="2200" b="0" dirty="0"/>
              <a:t>Example: According to Johnson (2012), mirror neurons may be connected with empathy and imitation.</a:t>
            </a:r>
          </a:p>
          <a:p>
            <a:r>
              <a:rPr lang="en-MY" sz="2200" b="0" dirty="0"/>
              <a:t>Example: Mirror neurons may be connected with empathy and imitation in human beings (Johnson, 2012).</a:t>
            </a:r>
          </a:p>
        </p:txBody>
      </p:sp>
      <p:sp>
        <p:nvSpPr>
          <p:cNvPr id="2" name="Title 1"/>
          <p:cNvSpPr>
            <a:spLocks noGrp="1"/>
          </p:cNvSpPr>
          <p:nvPr>
            <p:ph type="title"/>
          </p:nvPr>
        </p:nvSpPr>
        <p:spPr>
          <a:xfrm>
            <a:off x="519163" y="368742"/>
            <a:ext cx="7715200" cy="828010"/>
          </a:xfrm>
        </p:spPr>
        <p:txBody>
          <a:bodyPr/>
          <a:lstStyle/>
          <a:p>
            <a:r>
              <a:rPr lang="en-US" dirty="0"/>
              <a:t>Citing paraphrasing</a:t>
            </a:r>
          </a:p>
        </p:txBody>
      </p:sp>
      <p:sp>
        <p:nvSpPr>
          <p:cNvPr id="9" name="Slide Number Placeholder 8"/>
          <p:cNvSpPr>
            <a:spLocks noGrp="1"/>
          </p:cNvSpPr>
          <p:nvPr>
            <p:ph type="sldNum" sz="quarter" idx="12"/>
          </p:nvPr>
        </p:nvSpPr>
        <p:spPr/>
        <p:txBody>
          <a:bodyPr/>
          <a:lstStyle/>
          <a:p>
            <a:fld id="{77245E78-C62C-4650-B205-598406699489}" type="slidenum">
              <a:rPr lang="en-US" smtClean="0"/>
              <a:t>43</a:t>
            </a:fld>
            <a:endParaRPr lang="en-US"/>
          </a:p>
        </p:txBody>
      </p:sp>
    </p:spTree>
    <p:extLst>
      <p:ext uri="{BB962C8B-B14F-4D97-AF65-F5344CB8AC3E}">
        <p14:creationId xmlns:p14="http://schemas.microsoft.com/office/powerpoint/2010/main" val="42387874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idx="1"/>
          </p:nvPr>
        </p:nvSpPr>
        <p:spPr>
          <a:xfrm>
            <a:off x="-152399" y="1524000"/>
            <a:ext cx="8969374" cy="5867400"/>
          </a:xfrm>
        </p:spPr>
        <p:txBody>
          <a:bodyPr>
            <a:noAutofit/>
          </a:bodyPr>
          <a:lstStyle/>
          <a:p>
            <a:r>
              <a:rPr lang="en-MY" sz="2200" b="0" i="1" dirty="0"/>
              <a:t>Given:</a:t>
            </a:r>
          </a:p>
          <a:p>
            <a:pPr lvl="1"/>
            <a:r>
              <a:rPr lang="en-MY" sz="2200" b="0" i="1" dirty="0"/>
              <a:t>Because the intracellular concentration of potassium ions is relatively high, potassium ions tend to diffuse out of the cell. This movement is driven by the concentration gradient for potassium ions. Similarly, the concentration gradient for sodium ions tends to promote their movement into the cell. However, the cell membrane is significantly more permeable to potassium ions than to sodium ions. As a result, potassium ions diffuse out of the cell faster than sodium ions enter the cytoplasm. The cell therefore experiences a net loss of positive charges, and as a result the interior of the cell membrane contains an excess of negative charges, primarily from negatively charged proteins.</a:t>
            </a:r>
            <a:r>
              <a:rPr lang="en-MY" sz="2200" b="0" i="1" baseline="30000" dirty="0"/>
              <a:t>1</a:t>
            </a:r>
            <a:r>
              <a:rPr lang="en-MY" sz="2200" b="0" i="1" dirty="0"/>
              <a:t> (p. 204).</a:t>
            </a:r>
            <a:endParaRPr lang="en-US" altLang="en-US" sz="2200" dirty="0"/>
          </a:p>
        </p:txBody>
      </p:sp>
      <p:sp>
        <p:nvSpPr>
          <p:cNvPr id="23554" name="Rectangle 2"/>
          <p:cNvSpPr>
            <a:spLocks noGrp="1" noChangeArrowheads="1"/>
          </p:cNvSpPr>
          <p:nvPr>
            <p:ph type="title"/>
          </p:nvPr>
        </p:nvSpPr>
        <p:spPr>
          <a:xfrm>
            <a:off x="2057400" y="304800"/>
            <a:ext cx="5791200" cy="900018"/>
          </a:xfrm>
        </p:spPr>
        <p:txBody>
          <a:bodyPr/>
          <a:lstStyle/>
          <a:p>
            <a:pPr eaLnBrk="1" hangingPunct="1"/>
            <a:r>
              <a:rPr lang="en-US" altLang="en-US" dirty="0"/>
              <a:t>Paraphrasing</a:t>
            </a:r>
          </a:p>
        </p:txBody>
      </p:sp>
      <p:sp>
        <p:nvSpPr>
          <p:cNvPr id="3" name="Slide Number Placeholder 2"/>
          <p:cNvSpPr>
            <a:spLocks noGrp="1"/>
          </p:cNvSpPr>
          <p:nvPr>
            <p:ph type="sldNum" sz="quarter" idx="12"/>
          </p:nvPr>
        </p:nvSpPr>
        <p:spPr/>
        <p:txBody>
          <a:bodyPr/>
          <a:lstStyle/>
          <a:p>
            <a:fld id="{77245E78-C62C-4650-B205-598406699489}" type="slidenum">
              <a:rPr lang="en-US" smtClean="0"/>
              <a:t>44</a:t>
            </a:fld>
            <a:endParaRPr lang="en-US"/>
          </a:p>
        </p:txBody>
      </p:sp>
    </p:spTree>
    <p:extLst>
      <p:ext uri="{BB962C8B-B14F-4D97-AF65-F5344CB8AC3E}">
        <p14:creationId xmlns:p14="http://schemas.microsoft.com/office/powerpoint/2010/main" val="12499159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2448" y="1600200"/>
            <a:ext cx="8921552" cy="4754563"/>
          </a:xfrm>
        </p:spPr>
        <p:txBody>
          <a:bodyPr>
            <a:noAutofit/>
          </a:bodyPr>
          <a:lstStyle/>
          <a:p>
            <a:r>
              <a:rPr lang="en-MY" sz="2200" dirty="0"/>
              <a:t>Here is an Appropriate Paraphrase of the above material:</a:t>
            </a:r>
          </a:p>
          <a:p>
            <a:r>
              <a:rPr lang="en-MY" sz="2200" b="0" i="1" dirty="0"/>
              <a:t>A textbook of anatomy and physiology¹ reports that the concentration of potassium ions inside of the cell is relatively high and, consequently, some potassium tends to escape out of the cell. Just the opposite occurs with sodium ions. Their concentration outside of the cell causes sodium ions to cross the membrane into the cell, but they do so at a slower rate. According to these authors, this is because the permeability of the cell membrane is such that it </a:t>
            </a:r>
            <a:r>
              <a:rPr lang="en-MY" sz="2200" b="0" i="1" dirty="0" err="1"/>
              <a:t>favors</a:t>
            </a:r>
            <a:r>
              <a:rPr lang="en-MY" sz="2200" b="0" i="1" dirty="0"/>
              <a:t> the movement of potassium relative to sodium ions. Because the rate of crossing for potassium ions that exit the cell is higher than that for sodium ions that enter the cell, the inside portion of the cell is left with an overload of negatively charged particles, namely, proteins that contain a negative charge.</a:t>
            </a:r>
            <a:endParaRPr lang="en-MY" sz="2200" b="0" dirty="0"/>
          </a:p>
          <a:p>
            <a:endParaRPr lang="en-US" sz="2200" dirty="0"/>
          </a:p>
        </p:txBody>
      </p:sp>
      <p:sp>
        <p:nvSpPr>
          <p:cNvPr id="5" name="Slide Number Placeholder 4"/>
          <p:cNvSpPr>
            <a:spLocks noGrp="1"/>
          </p:cNvSpPr>
          <p:nvPr>
            <p:ph type="sldNum" sz="quarter" idx="12"/>
          </p:nvPr>
        </p:nvSpPr>
        <p:spPr/>
        <p:txBody>
          <a:bodyPr/>
          <a:lstStyle/>
          <a:p>
            <a:fld id="{77245E78-C62C-4650-B205-598406699489}" type="slidenum">
              <a:rPr lang="en-US" smtClean="0"/>
              <a:t>45</a:t>
            </a:fld>
            <a:endParaRPr lang="en-US"/>
          </a:p>
        </p:txBody>
      </p:sp>
      <p:sp>
        <p:nvSpPr>
          <p:cNvPr id="7" name="Title 6">
            <a:extLst>
              <a:ext uri="{FF2B5EF4-FFF2-40B4-BE49-F238E27FC236}">
                <a16:creationId xmlns:a16="http://schemas.microsoft.com/office/drawing/2014/main" id="{0F38AF19-CDD7-E247-8E8B-FC44C3DBA277}"/>
              </a:ext>
            </a:extLst>
          </p:cNvPr>
          <p:cNvSpPr>
            <a:spLocks noGrp="1"/>
          </p:cNvSpPr>
          <p:nvPr>
            <p:ph type="title"/>
          </p:nvPr>
        </p:nvSpPr>
        <p:spPr/>
        <p:txBody>
          <a:bodyPr/>
          <a:lstStyle/>
          <a:p>
            <a:r>
              <a:rPr lang="en-US" dirty="0"/>
              <a:t>Paraphrasing</a:t>
            </a:r>
          </a:p>
        </p:txBody>
      </p:sp>
    </p:spTree>
    <p:extLst>
      <p:ext uri="{BB962C8B-B14F-4D97-AF65-F5344CB8AC3E}">
        <p14:creationId xmlns:p14="http://schemas.microsoft.com/office/powerpoint/2010/main" val="13861969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1828800"/>
            <a:ext cx="8424936" cy="4800600"/>
          </a:xfrm>
        </p:spPr>
        <p:txBody>
          <a:bodyPr>
            <a:noAutofit/>
          </a:bodyPr>
          <a:lstStyle/>
          <a:p>
            <a:r>
              <a:rPr lang="en-MY" dirty="0"/>
              <a:t>Here is an Inappropriate Paraphrase of the above material:</a:t>
            </a:r>
          </a:p>
          <a:p>
            <a:r>
              <a:rPr lang="en-MY" b="0" i="1" dirty="0"/>
              <a:t>Because the intracellular concentration of potassium ions is high, potassium ions tend to diffuse out of the cell. This movement is </a:t>
            </a:r>
            <a:r>
              <a:rPr lang="en-MY" i="1" dirty="0"/>
              <a:t>triggered </a:t>
            </a:r>
            <a:r>
              <a:rPr lang="en-MY" b="0" i="1" dirty="0"/>
              <a:t>by the concentration gradient for potassium ions. Similarly, the concentration gradient for sodium ions tends to promote their movement into the cell. However, the cell membrane is </a:t>
            </a:r>
            <a:r>
              <a:rPr lang="en-MY" i="1" dirty="0"/>
              <a:t>much</a:t>
            </a:r>
            <a:r>
              <a:rPr lang="en-MY" b="0" i="1" dirty="0"/>
              <a:t> more permeable to potassium ions than to </a:t>
            </a:r>
            <a:r>
              <a:rPr lang="en-MY" i="1" dirty="0"/>
              <a:t>it is to</a:t>
            </a:r>
            <a:r>
              <a:rPr lang="en-MY" b="0" i="1" dirty="0"/>
              <a:t> sodium ions. As a result, potassium ions diffuse out of the cell </a:t>
            </a:r>
            <a:r>
              <a:rPr lang="en-MY" i="1" dirty="0"/>
              <a:t>more rapidly</a:t>
            </a:r>
            <a:r>
              <a:rPr lang="en-MY" b="0" i="1" dirty="0"/>
              <a:t> than sodium ions enter the cytoplasm. The cell therefore experiences a _ loss of positive charges, and as a result the interior of the cell membrane contains a </a:t>
            </a:r>
            <a:r>
              <a:rPr lang="en-MY" i="1" dirty="0"/>
              <a:t>surplus</a:t>
            </a:r>
            <a:r>
              <a:rPr lang="en-MY" b="0" i="1" dirty="0"/>
              <a:t> of negative charges, primarily from negatively charged proteins.</a:t>
            </a:r>
            <a:r>
              <a:rPr lang="en-MY" b="0" i="1" baseline="30000" dirty="0"/>
              <a:t>1</a:t>
            </a:r>
            <a:r>
              <a:rPr lang="en-MY" b="0" i="1" dirty="0"/>
              <a:t> (p. 204).</a:t>
            </a:r>
            <a:endParaRPr lang="en-US" dirty="0"/>
          </a:p>
        </p:txBody>
      </p:sp>
      <p:sp>
        <p:nvSpPr>
          <p:cNvPr id="4" name="Slide Number Placeholder 3"/>
          <p:cNvSpPr>
            <a:spLocks noGrp="1"/>
          </p:cNvSpPr>
          <p:nvPr>
            <p:ph type="sldNum" sz="quarter" idx="12"/>
          </p:nvPr>
        </p:nvSpPr>
        <p:spPr/>
        <p:txBody>
          <a:bodyPr/>
          <a:lstStyle/>
          <a:p>
            <a:fld id="{77245E78-C62C-4650-B205-598406699489}" type="slidenum">
              <a:rPr lang="en-US" smtClean="0"/>
              <a:t>46</a:t>
            </a:fld>
            <a:endParaRPr lang="en-US"/>
          </a:p>
        </p:txBody>
      </p:sp>
      <p:sp>
        <p:nvSpPr>
          <p:cNvPr id="5" name="Title 6">
            <a:extLst>
              <a:ext uri="{FF2B5EF4-FFF2-40B4-BE49-F238E27FC236}">
                <a16:creationId xmlns:a16="http://schemas.microsoft.com/office/drawing/2014/main" id="{2906054A-8639-484D-8809-C40576F89BB2}"/>
              </a:ext>
            </a:extLst>
          </p:cNvPr>
          <p:cNvSpPr>
            <a:spLocks noGrp="1"/>
          </p:cNvSpPr>
          <p:nvPr>
            <p:ph type="title"/>
          </p:nvPr>
        </p:nvSpPr>
        <p:spPr>
          <a:xfrm>
            <a:off x="381000" y="355600"/>
            <a:ext cx="8382000" cy="1054100"/>
          </a:xfrm>
        </p:spPr>
        <p:txBody>
          <a:bodyPr/>
          <a:lstStyle/>
          <a:p>
            <a:r>
              <a:rPr lang="en-US" dirty="0"/>
              <a:t>Paraphrasing</a:t>
            </a:r>
          </a:p>
        </p:txBody>
      </p:sp>
    </p:spTree>
    <p:extLst>
      <p:ext uri="{BB962C8B-B14F-4D97-AF65-F5344CB8AC3E}">
        <p14:creationId xmlns:p14="http://schemas.microsoft.com/office/powerpoint/2010/main" val="13534045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idx="1"/>
          </p:nvPr>
        </p:nvSpPr>
        <p:spPr>
          <a:xfrm>
            <a:off x="251520" y="1676400"/>
            <a:ext cx="8640960" cy="6172200"/>
          </a:xfrm>
        </p:spPr>
        <p:txBody>
          <a:bodyPr>
            <a:noAutofit/>
          </a:bodyPr>
          <a:lstStyle/>
          <a:p>
            <a:pPr marL="342900" indent="-342900">
              <a:lnSpc>
                <a:spcPct val="120000"/>
              </a:lnSpc>
              <a:spcBef>
                <a:spcPts val="0"/>
              </a:spcBef>
            </a:pPr>
            <a:r>
              <a:rPr lang="en-GB" altLang="en-US" sz="1800" b="0" dirty="0"/>
              <a:t>Action during the writing process </a:t>
            </a:r>
          </a:p>
          <a:p>
            <a:pPr marL="342900" indent="-342900">
              <a:lnSpc>
                <a:spcPct val="120000"/>
              </a:lnSpc>
              <a:spcBef>
                <a:spcPts val="0"/>
              </a:spcBef>
            </a:pPr>
            <a:r>
              <a:rPr lang="en-GB" altLang="en-US" sz="1800" b="0" dirty="0"/>
              <a:t>First, write your paraphrase and summary without looking at the original text, so you rely only on your memory. </a:t>
            </a:r>
          </a:p>
          <a:p>
            <a:pPr marL="342900" indent="-342900">
              <a:lnSpc>
                <a:spcPct val="120000"/>
              </a:lnSpc>
              <a:spcBef>
                <a:spcPts val="0"/>
              </a:spcBef>
            </a:pPr>
            <a:r>
              <a:rPr lang="en-GB" altLang="en-US" sz="1800" b="0" dirty="0"/>
              <a:t>Next, check your version with the original for content, accuracy, and mistakenly borrowed phrases </a:t>
            </a:r>
          </a:p>
          <a:p>
            <a:pPr marL="342900" indent="-342900">
              <a:lnSpc>
                <a:spcPct val="120000"/>
              </a:lnSpc>
              <a:spcBef>
                <a:spcPts val="0"/>
              </a:spcBef>
            </a:pPr>
            <a:r>
              <a:rPr lang="en-GB" altLang="en-US" sz="1800" b="0" dirty="0"/>
              <a:t>Appearance on the finished product </a:t>
            </a:r>
          </a:p>
          <a:p>
            <a:pPr marL="342900" indent="-342900">
              <a:lnSpc>
                <a:spcPct val="120000"/>
              </a:lnSpc>
              <a:spcBef>
                <a:spcPts val="0"/>
              </a:spcBef>
            </a:pPr>
            <a:r>
              <a:rPr lang="en-GB" altLang="en-US" sz="1800" b="0" dirty="0"/>
              <a:t>Begin your summary with a statement giving credit to the source: </a:t>
            </a:r>
            <a:r>
              <a:rPr lang="en-GB" altLang="en-US" sz="1800" b="0" i="1" dirty="0"/>
              <a:t>According to Jonathan </a:t>
            </a:r>
            <a:r>
              <a:rPr lang="en-GB" altLang="en-US" sz="1800" b="0" i="1" dirty="0" err="1"/>
              <a:t>Kozol</a:t>
            </a:r>
            <a:r>
              <a:rPr lang="en-GB" altLang="en-US" sz="1800" b="0" i="1" dirty="0"/>
              <a:t>, ...</a:t>
            </a:r>
          </a:p>
          <a:p>
            <a:pPr marL="342900" indent="-342900">
              <a:lnSpc>
                <a:spcPct val="120000"/>
              </a:lnSpc>
              <a:spcBef>
                <a:spcPts val="0"/>
              </a:spcBef>
            </a:pPr>
            <a:r>
              <a:rPr lang="en-GB" altLang="en-US" sz="1800" b="0" dirty="0"/>
              <a:t>Put any unique words or phrases that you cannot change, or do not want to change, in quotation marks: </a:t>
            </a:r>
            <a:r>
              <a:rPr lang="en-GB" altLang="en-US" sz="1800" b="0" i="1" dirty="0"/>
              <a:t>...</a:t>
            </a:r>
            <a:r>
              <a:rPr lang="en-GB" altLang="en-US" sz="1800" b="0" dirty="0"/>
              <a:t> </a:t>
            </a:r>
            <a:r>
              <a:rPr lang="en-GB" altLang="en-US" sz="1800" b="0" i="1" dirty="0"/>
              <a:t>"savage inequalities" exist throughout our educational system </a:t>
            </a:r>
            <a:r>
              <a:rPr lang="en-GB" altLang="en-US" sz="1800" b="0" dirty="0"/>
              <a:t>(</a:t>
            </a:r>
            <a:r>
              <a:rPr lang="en-GB" altLang="en-US" sz="1800" b="0" dirty="0" err="1"/>
              <a:t>Kozol</a:t>
            </a:r>
            <a:r>
              <a:rPr lang="en-GB" altLang="en-US" sz="1800" b="0" dirty="0"/>
              <a:t> 1992: 1).</a:t>
            </a:r>
          </a:p>
          <a:p>
            <a:pPr marL="342900" indent="-342900">
              <a:lnSpc>
                <a:spcPct val="120000"/>
              </a:lnSpc>
              <a:spcBef>
                <a:spcPts val="0"/>
              </a:spcBef>
            </a:pPr>
            <a:r>
              <a:rPr lang="en-GB" altLang="en-US" sz="1800" b="0" dirty="0"/>
              <a:t>Ensure you note exact page numbers in the reference</a:t>
            </a:r>
          </a:p>
          <a:p>
            <a:pPr marL="342900" indent="-342900">
              <a:lnSpc>
                <a:spcPct val="80000"/>
              </a:lnSpc>
              <a:spcBef>
                <a:spcPts val="0"/>
              </a:spcBef>
            </a:pPr>
            <a:endParaRPr lang="en-GB" altLang="en-US" sz="1800" dirty="0"/>
          </a:p>
          <a:p>
            <a:pPr marL="342900" indent="-342900" algn="r">
              <a:lnSpc>
                <a:spcPct val="80000"/>
              </a:lnSpc>
              <a:spcBef>
                <a:spcPts val="0"/>
              </a:spcBef>
            </a:pPr>
            <a:r>
              <a:rPr lang="en-GB" altLang="en-US" sz="1800" dirty="0"/>
              <a:t>Source: http://owl.english.purdue.edu/handouts/research/r_plagiar.html</a:t>
            </a:r>
            <a:r>
              <a:rPr lang="en-GB" altLang="en-US" sz="1800" i="1" dirty="0"/>
              <a:t> </a:t>
            </a:r>
          </a:p>
          <a:p>
            <a:pPr marL="342900" indent="-342900">
              <a:lnSpc>
                <a:spcPct val="80000"/>
              </a:lnSpc>
              <a:spcBef>
                <a:spcPts val="0"/>
              </a:spcBef>
            </a:pPr>
            <a:endParaRPr lang="en-GB" altLang="en-US" sz="1800" dirty="0"/>
          </a:p>
        </p:txBody>
      </p:sp>
      <p:sp>
        <p:nvSpPr>
          <p:cNvPr id="28674" name="Rectangle 2"/>
          <p:cNvSpPr>
            <a:spLocks noGrp="1" noChangeArrowheads="1"/>
          </p:cNvSpPr>
          <p:nvPr>
            <p:ph type="title"/>
          </p:nvPr>
        </p:nvSpPr>
        <p:spPr>
          <a:xfrm>
            <a:off x="251520" y="188640"/>
            <a:ext cx="8640961" cy="810344"/>
          </a:xfrm>
        </p:spPr>
        <p:txBody>
          <a:bodyPr>
            <a:noAutofit/>
          </a:bodyPr>
          <a:lstStyle/>
          <a:p>
            <a:pPr eaLnBrk="1" hangingPunct="1"/>
            <a:r>
              <a:rPr lang="en-GB" altLang="en-US" sz="2800" b="1" dirty="0"/>
              <a:t>When paraphrasing and summarizing</a:t>
            </a:r>
            <a:r>
              <a:rPr lang="en-GB" altLang="en-US" sz="4400" dirty="0"/>
              <a:t> </a:t>
            </a:r>
            <a:endParaRPr lang="en-GB" altLang="en-US" sz="2800" b="1" dirty="0"/>
          </a:p>
        </p:txBody>
      </p:sp>
      <p:sp>
        <p:nvSpPr>
          <p:cNvPr id="3" name="Slide Number Placeholder 2"/>
          <p:cNvSpPr>
            <a:spLocks noGrp="1"/>
          </p:cNvSpPr>
          <p:nvPr>
            <p:ph type="sldNum" sz="quarter" idx="12"/>
          </p:nvPr>
        </p:nvSpPr>
        <p:spPr/>
        <p:txBody>
          <a:bodyPr/>
          <a:lstStyle/>
          <a:p>
            <a:fld id="{77245E78-C62C-4650-B205-598406699489}" type="slidenum">
              <a:rPr lang="en-US" smtClean="0"/>
              <a:t>47</a:t>
            </a:fld>
            <a:endParaRPr lang="en-US"/>
          </a:p>
        </p:txBody>
      </p:sp>
    </p:spTree>
    <p:extLst>
      <p:ext uri="{BB962C8B-B14F-4D97-AF65-F5344CB8AC3E}">
        <p14:creationId xmlns:p14="http://schemas.microsoft.com/office/powerpoint/2010/main" val="33790731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828800"/>
            <a:ext cx="8712968" cy="4480520"/>
          </a:xfrm>
        </p:spPr>
        <p:txBody>
          <a:bodyPr>
            <a:noAutofit/>
          </a:bodyPr>
          <a:lstStyle/>
          <a:p>
            <a:r>
              <a:rPr lang="en-MY" sz="2400" dirty="0"/>
              <a:t>Choose which of these are the 6 Best Steps to Effective Paraphrasing:</a:t>
            </a:r>
          </a:p>
          <a:p>
            <a:endParaRPr lang="en-MY" sz="1400" dirty="0"/>
          </a:p>
          <a:p>
            <a:pPr marL="342900" indent="-342900">
              <a:buFont typeface="+mj-lt"/>
              <a:buAutoNum type="arabicPeriod"/>
            </a:pPr>
            <a:r>
              <a:rPr lang="en-MY" sz="1800" dirty="0"/>
              <a:t>Read over the text several times until you grasp its full meaning.</a:t>
            </a:r>
          </a:p>
          <a:p>
            <a:pPr marL="342900" indent="-342900">
              <a:buFont typeface="+mj-lt"/>
              <a:buAutoNum type="arabicPeriod"/>
            </a:pPr>
            <a:r>
              <a:rPr lang="en-MY" sz="1800" dirty="0"/>
              <a:t>Quoting whenever possible because paraphrasing is not credible.</a:t>
            </a:r>
          </a:p>
          <a:p>
            <a:pPr marL="342900" indent="-342900">
              <a:buFont typeface="+mj-lt"/>
              <a:buAutoNum type="arabicPeriod"/>
            </a:pPr>
            <a:r>
              <a:rPr lang="en-MY" sz="1800" dirty="0"/>
              <a:t>Set the original text aside, and write your paraphrase on a note card or sheet of paper.</a:t>
            </a:r>
          </a:p>
          <a:p>
            <a:pPr marL="342900" indent="-342900">
              <a:buFont typeface="+mj-lt"/>
              <a:buAutoNum type="arabicPeriod"/>
            </a:pPr>
            <a:r>
              <a:rPr lang="en-MY" sz="1800" dirty="0"/>
              <a:t>On the note card, jot down the subject of the paraphrase and a few key words that will  help you put this information in context later on in your paper.</a:t>
            </a:r>
          </a:p>
          <a:p>
            <a:pPr marL="342900" indent="-342900">
              <a:buFont typeface="+mj-lt"/>
              <a:buAutoNum type="arabicPeriod"/>
            </a:pPr>
            <a:r>
              <a:rPr lang="en-MY" sz="1800" dirty="0"/>
              <a:t>Cut and paste the information you want in your paper without citing it until you are done.</a:t>
            </a:r>
          </a:p>
        </p:txBody>
      </p:sp>
      <p:sp>
        <p:nvSpPr>
          <p:cNvPr id="2" name="Title 1"/>
          <p:cNvSpPr>
            <a:spLocks noGrp="1"/>
          </p:cNvSpPr>
          <p:nvPr>
            <p:ph type="title"/>
          </p:nvPr>
        </p:nvSpPr>
        <p:spPr>
          <a:xfrm>
            <a:off x="457200" y="548680"/>
            <a:ext cx="7931224" cy="828010"/>
          </a:xfrm>
        </p:spPr>
        <p:txBody>
          <a:bodyPr/>
          <a:lstStyle/>
          <a:p>
            <a:r>
              <a:rPr lang="en-MY" dirty="0"/>
              <a:t>Effective Paraphrasing</a:t>
            </a:r>
            <a:endParaRPr lang="en-US" dirty="0"/>
          </a:p>
        </p:txBody>
      </p:sp>
      <p:sp>
        <p:nvSpPr>
          <p:cNvPr id="5" name="Slide Number Placeholder 4"/>
          <p:cNvSpPr>
            <a:spLocks noGrp="1"/>
          </p:cNvSpPr>
          <p:nvPr>
            <p:ph type="sldNum" sz="quarter" idx="12"/>
          </p:nvPr>
        </p:nvSpPr>
        <p:spPr/>
        <p:txBody>
          <a:bodyPr/>
          <a:lstStyle/>
          <a:p>
            <a:fld id="{77245E78-C62C-4650-B205-598406699489}" type="slidenum">
              <a:rPr lang="en-US" smtClean="0"/>
              <a:t>48</a:t>
            </a:fld>
            <a:endParaRPr lang="en-US"/>
          </a:p>
        </p:txBody>
      </p:sp>
    </p:spTree>
    <p:extLst>
      <p:ext uri="{BB962C8B-B14F-4D97-AF65-F5344CB8AC3E}">
        <p14:creationId xmlns:p14="http://schemas.microsoft.com/office/powerpoint/2010/main" val="28898038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196752"/>
            <a:ext cx="8712968" cy="4373563"/>
          </a:xfrm>
        </p:spPr>
        <p:txBody>
          <a:bodyPr>
            <a:noAutofit/>
          </a:bodyPr>
          <a:lstStyle/>
          <a:p>
            <a:r>
              <a:rPr lang="en-MY" sz="2400" dirty="0"/>
              <a:t>6. Go back and check your notes to make sure you included all the necessary information</a:t>
            </a:r>
          </a:p>
          <a:p>
            <a:r>
              <a:rPr lang="en-MY" sz="2400" dirty="0"/>
              <a:t>that was in the original material.</a:t>
            </a:r>
          </a:p>
          <a:p>
            <a:r>
              <a:rPr lang="en-MY" sz="2400" dirty="0"/>
              <a:t>7. Use quotation marks to identify unique words or terminology that you borrowed directly</a:t>
            </a:r>
          </a:p>
          <a:p>
            <a:r>
              <a:rPr lang="en-MY" sz="2400" dirty="0"/>
              <a:t>from the original material.</a:t>
            </a:r>
          </a:p>
          <a:p>
            <a:r>
              <a:rPr lang="en-MY" sz="2400" dirty="0"/>
              <a:t>8. Do not waste your time understanding the text, just use its ideas however you would like.</a:t>
            </a:r>
          </a:p>
          <a:p>
            <a:r>
              <a:rPr lang="en-MY" sz="2400" dirty="0"/>
              <a:t>9. Record the bibliographic information on the note card so you can easily refer to it if you use the material in your paper.</a:t>
            </a:r>
          </a:p>
          <a:p>
            <a:r>
              <a:rPr lang="en-MY" dirty="0"/>
              <a:t>Answer: ?  ?  ?  ?  ?  ?</a:t>
            </a:r>
            <a:endParaRPr lang="en-US" dirty="0"/>
          </a:p>
        </p:txBody>
      </p:sp>
      <p:sp>
        <p:nvSpPr>
          <p:cNvPr id="2" name="Title 1"/>
          <p:cNvSpPr>
            <a:spLocks noGrp="1"/>
          </p:cNvSpPr>
          <p:nvPr>
            <p:ph type="title"/>
          </p:nvPr>
        </p:nvSpPr>
        <p:spPr>
          <a:xfrm>
            <a:off x="457200" y="152718"/>
            <a:ext cx="7931224" cy="828010"/>
          </a:xfrm>
        </p:spPr>
        <p:txBody>
          <a:bodyPr/>
          <a:lstStyle/>
          <a:p>
            <a:r>
              <a:rPr lang="en-MY" dirty="0"/>
              <a:t>Effective Paraphrasing</a:t>
            </a:r>
            <a:endParaRPr lang="en-US" dirty="0"/>
          </a:p>
        </p:txBody>
      </p:sp>
      <p:sp>
        <p:nvSpPr>
          <p:cNvPr id="5" name="Slide Number Placeholder 4"/>
          <p:cNvSpPr>
            <a:spLocks noGrp="1"/>
          </p:cNvSpPr>
          <p:nvPr>
            <p:ph type="sldNum" sz="quarter" idx="12"/>
          </p:nvPr>
        </p:nvSpPr>
        <p:spPr/>
        <p:txBody>
          <a:bodyPr/>
          <a:lstStyle/>
          <a:p>
            <a:fld id="{77245E78-C62C-4650-B205-598406699489}" type="slidenum">
              <a:rPr lang="en-US" smtClean="0"/>
              <a:t>49</a:t>
            </a:fld>
            <a:endParaRPr lang="en-US"/>
          </a:p>
        </p:txBody>
      </p:sp>
    </p:spTree>
    <p:extLst>
      <p:ext uri="{BB962C8B-B14F-4D97-AF65-F5344CB8AC3E}">
        <p14:creationId xmlns:p14="http://schemas.microsoft.com/office/powerpoint/2010/main" val="11900452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p:txBody>
          <a:bodyPr>
            <a:normAutofit/>
          </a:bodyPr>
          <a:lstStyle/>
          <a:p>
            <a:pPr eaLnBrk="1" hangingPunct="1"/>
            <a:r>
              <a:rPr lang="en-US" altLang="en-US" sz="4000" dirty="0"/>
              <a:t>Include page numbers and source references so you can go back and check for accuracy as you write.</a:t>
            </a:r>
          </a:p>
        </p:txBody>
      </p:sp>
      <p:sp>
        <p:nvSpPr>
          <p:cNvPr id="24578" name="Rectangle 2"/>
          <p:cNvSpPr>
            <a:spLocks noGrp="1" noChangeArrowheads="1"/>
          </p:cNvSpPr>
          <p:nvPr>
            <p:ph type="title"/>
          </p:nvPr>
        </p:nvSpPr>
        <p:spPr/>
        <p:txBody>
          <a:bodyPr/>
          <a:lstStyle/>
          <a:p>
            <a:pPr eaLnBrk="1" hangingPunct="1"/>
            <a:r>
              <a:rPr lang="en-US" altLang="en-US" dirty="0"/>
              <a:t>As you take notes:</a:t>
            </a:r>
          </a:p>
        </p:txBody>
      </p:sp>
      <p:sp>
        <p:nvSpPr>
          <p:cNvPr id="3" name="Slide Number Placeholder 2"/>
          <p:cNvSpPr>
            <a:spLocks noGrp="1"/>
          </p:cNvSpPr>
          <p:nvPr>
            <p:ph type="sldNum" sz="quarter" idx="12"/>
          </p:nvPr>
        </p:nvSpPr>
        <p:spPr/>
        <p:txBody>
          <a:bodyPr/>
          <a:lstStyle/>
          <a:p>
            <a:fld id="{77245E78-C62C-4650-B205-598406699489}" type="slidenum">
              <a:rPr lang="en-US" smtClean="0"/>
              <a:t>50</a:t>
            </a:fld>
            <a:endParaRPr lang="en-US"/>
          </a:p>
        </p:txBody>
      </p:sp>
      <p:pic>
        <p:nvPicPr>
          <p:cNvPr id="24580" name="Picture 4" descr="MMj02363710000[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4644008" y="4221088"/>
            <a:ext cx="2895600" cy="210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974756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idx="1"/>
          </p:nvPr>
        </p:nvSpPr>
        <p:spPr>
          <a:xfrm>
            <a:off x="0" y="1484313"/>
            <a:ext cx="8964613" cy="5184775"/>
          </a:xfrm>
        </p:spPr>
        <p:txBody>
          <a:bodyPr>
            <a:normAutofit fontScale="92500" lnSpcReduction="10000"/>
          </a:bodyPr>
          <a:lstStyle/>
          <a:p>
            <a:pPr eaLnBrk="1" hangingPunct="1">
              <a:lnSpc>
                <a:spcPct val="80000"/>
              </a:lnSpc>
              <a:buFontTx/>
              <a:buNone/>
            </a:pPr>
            <a:r>
              <a:rPr lang="en-GB" altLang="en-US" sz="2800" b="1" dirty="0"/>
              <a:t>Action during the writing process</a:t>
            </a:r>
          </a:p>
          <a:p>
            <a:pPr eaLnBrk="1" hangingPunct="1">
              <a:lnSpc>
                <a:spcPct val="80000"/>
              </a:lnSpc>
              <a:buFontTx/>
              <a:buNone/>
            </a:pPr>
            <a:endParaRPr lang="en-GB" altLang="en-US" sz="2800" dirty="0"/>
          </a:p>
          <a:p>
            <a:pPr lvl="1">
              <a:lnSpc>
                <a:spcPct val="80000"/>
              </a:lnSpc>
            </a:pPr>
            <a:r>
              <a:rPr lang="en-GB" altLang="en-US" sz="2800" dirty="0"/>
              <a:t>Mark </a:t>
            </a:r>
            <a:r>
              <a:rPr lang="en-GB" altLang="en-US" sz="2800" i="1" dirty="0"/>
              <a:t>everything</a:t>
            </a:r>
            <a:r>
              <a:rPr lang="en-GB" altLang="en-US" sz="2800" dirty="0"/>
              <a:t> that is someone else’s words with a big </a:t>
            </a:r>
            <a:r>
              <a:rPr lang="en-GB" altLang="en-US" sz="2800" b="1" dirty="0"/>
              <a:t>Q</a:t>
            </a:r>
            <a:r>
              <a:rPr lang="en-GB" altLang="en-US" sz="2800" dirty="0"/>
              <a:t> (for </a:t>
            </a:r>
            <a:r>
              <a:rPr lang="en-GB" altLang="en-US" sz="2800" b="1" dirty="0"/>
              <a:t>quote</a:t>
            </a:r>
            <a:r>
              <a:rPr lang="en-GB" altLang="en-US" sz="2800" dirty="0"/>
              <a:t>) or with big quotation marks </a:t>
            </a:r>
          </a:p>
          <a:p>
            <a:pPr eaLnBrk="1" hangingPunct="1">
              <a:lnSpc>
                <a:spcPct val="80000"/>
              </a:lnSpc>
              <a:buFontTx/>
              <a:buNone/>
            </a:pPr>
            <a:endParaRPr lang="en-GB" altLang="en-US" sz="2800" dirty="0"/>
          </a:p>
          <a:p>
            <a:pPr lvl="1">
              <a:lnSpc>
                <a:spcPct val="80000"/>
              </a:lnSpc>
            </a:pPr>
            <a:r>
              <a:rPr lang="en-GB" altLang="en-US" sz="2800" dirty="0"/>
              <a:t>Indicate in your notes which ideas are taken from sources (</a:t>
            </a:r>
            <a:r>
              <a:rPr lang="en-GB" altLang="en-US" sz="2800" b="1" dirty="0"/>
              <a:t>S</a:t>
            </a:r>
            <a:r>
              <a:rPr lang="en-GB" altLang="en-US" sz="2800" dirty="0"/>
              <a:t>) and which are your own insights (</a:t>
            </a:r>
            <a:r>
              <a:rPr lang="en-GB" altLang="en-US" sz="2800" b="1" dirty="0"/>
              <a:t>ME</a:t>
            </a:r>
            <a:r>
              <a:rPr lang="en-GB" altLang="en-US" sz="2800" dirty="0"/>
              <a:t>) </a:t>
            </a:r>
          </a:p>
          <a:p>
            <a:pPr eaLnBrk="1" hangingPunct="1">
              <a:lnSpc>
                <a:spcPct val="80000"/>
              </a:lnSpc>
              <a:buFontTx/>
              <a:buNone/>
            </a:pPr>
            <a:endParaRPr lang="en-GB" altLang="en-US" sz="2800" dirty="0"/>
          </a:p>
          <a:p>
            <a:pPr lvl="1">
              <a:lnSpc>
                <a:spcPct val="80000"/>
              </a:lnSpc>
            </a:pPr>
            <a:r>
              <a:rPr lang="en-GB" altLang="en-US" sz="2800" dirty="0"/>
              <a:t>Record all of the relevant documentation information in your notes</a:t>
            </a:r>
          </a:p>
          <a:p>
            <a:pPr lvl="1">
              <a:lnSpc>
                <a:spcPct val="80000"/>
              </a:lnSpc>
            </a:pPr>
            <a:endParaRPr lang="en-GB" altLang="en-US" sz="2800" dirty="0"/>
          </a:p>
          <a:p>
            <a:pPr lvl="1">
              <a:lnSpc>
                <a:spcPct val="80000"/>
              </a:lnSpc>
            </a:pPr>
            <a:r>
              <a:rPr lang="en-GB" altLang="en-US" sz="2800" dirty="0"/>
              <a:t>Ensure you note exact page numbers in the reference</a:t>
            </a:r>
          </a:p>
          <a:p>
            <a:pPr algn="r" eaLnBrk="1" hangingPunct="1">
              <a:lnSpc>
                <a:spcPct val="80000"/>
              </a:lnSpc>
              <a:buFontTx/>
              <a:buNone/>
            </a:pPr>
            <a:endParaRPr lang="en-GB" altLang="en-US" sz="2800" i="1" dirty="0"/>
          </a:p>
          <a:p>
            <a:pPr algn="r" eaLnBrk="1" hangingPunct="1">
              <a:lnSpc>
                <a:spcPct val="80000"/>
              </a:lnSpc>
              <a:buFontTx/>
              <a:buNone/>
            </a:pPr>
            <a:r>
              <a:rPr lang="en-GB" altLang="en-US" sz="1900" b="0" dirty="0"/>
              <a:t>Source: http://owl.english.purdue.edu/handouts/research/r_plagiar.html</a:t>
            </a:r>
          </a:p>
        </p:txBody>
      </p:sp>
      <p:sp>
        <p:nvSpPr>
          <p:cNvPr id="29698" name="Rectangle 2"/>
          <p:cNvSpPr>
            <a:spLocks noGrp="1" noChangeArrowheads="1"/>
          </p:cNvSpPr>
          <p:nvPr>
            <p:ph type="title"/>
          </p:nvPr>
        </p:nvSpPr>
        <p:spPr>
          <a:xfrm>
            <a:off x="611188" y="0"/>
            <a:ext cx="7772400" cy="1143000"/>
          </a:xfrm>
        </p:spPr>
        <p:txBody>
          <a:bodyPr>
            <a:normAutofit/>
          </a:bodyPr>
          <a:lstStyle/>
          <a:p>
            <a:r>
              <a:rPr lang="en-US" altLang="en-US" dirty="0"/>
              <a:t>As you take notes:</a:t>
            </a:r>
            <a:endParaRPr lang="en-GB" altLang="en-US" sz="4000" b="1" dirty="0"/>
          </a:p>
        </p:txBody>
      </p:sp>
      <p:sp>
        <p:nvSpPr>
          <p:cNvPr id="3" name="Slide Number Placeholder 2"/>
          <p:cNvSpPr>
            <a:spLocks noGrp="1"/>
          </p:cNvSpPr>
          <p:nvPr>
            <p:ph type="sldNum" sz="quarter" idx="12"/>
          </p:nvPr>
        </p:nvSpPr>
        <p:spPr/>
        <p:txBody>
          <a:bodyPr/>
          <a:lstStyle/>
          <a:p>
            <a:fld id="{77245E78-C62C-4650-B205-598406699489}" type="slidenum">
              <a:rPr lang="en-US" smtClean="0"/>
              <a:t>51</a:t>
            </a:fld>
            <a:endParaRPr lang="en-US"/>
          </a:p>
        </p:txBody>
      </p:sp>
    </p:spTree>
    <p:extLst>
      <p:ext uri="{BB962C8B-B14F-4D97-AF65-F5344CB8AC3E}">
        <p14:creationId xmlns:p14="http://schemas.microsoft.com/office/powerpoint/2010/main" val="26036007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3011">
                                            <p:txEl>
                                              <p:pRg st="2" end="2"/>
                                            </p:txEl>
                                          </p:spTgt>
                                        </p:tgtEl>
                                        <p:attrNameLst>
                                          <p:attrName>style.visibility</p:attrName>
                                        </p:attrNameLst>
                                      </p:cBhvr>
                                      <p:to>
                                        <p:strVal val="visible"/>
                                      </p:to>
                                    </p:set>
                                    <p:animEffect transition="in" filter="dissolve">
                                      <p:cBhvr>
                                        <p:cTn id="7" dur="500"/>
                                        <p:tgtEl>
                                          <p:spTgt spid="4301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3011">
                                            <p:txEl>
                                              <p:pRg st="4" end="4"/>
                                            </p:txEl>
                                          </p:spTgt>
                                        </p:tgtEl>
                                        <p:attrNameLst>
                                          <p:attrName>style.visibility</p:attrName>
                                        </p:attrNameLst>
                                      </p:cBhvr>
                                      <p:to>
                                        <p:strVal val="visible"/>
                                      </p:to>
                                    </p:set>
                                    <p:animEffect transition="in" filter="dissolve">
                                      <p:cBhvr>
                                        <p:cTn id="12" dur="500"/>
                                        <p:tgtEl>
                                          <p:spTgt spid="43011">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3011">
                                            <p:txEl>
                                              <p:pRg st="6" end="6"/>
                                            </p:txEl>
                                          </p:spTgt>
                                        </p:tgtEl>
                                        <p:attrNameLst>
                                          <p:attrName>style.visibility</p:attrName>
                                        </p:attrNameLst>
                                      </p:cBhvr>
                                      <p:to>
                                        <p:strVal val="visible"/>
                                      </p:to>
                                    </p:set>
                                    <p:animEffect transition="in" filter="dissolve">
                                      <p:cBhvr>
                                        <p:cTn id="17" dur="500"/>
                                        <p:tgtEl>
                                          <p:spTgt spid="43011">
                                            <p:txEl>
                                              <p:pRg st="6" end="6"/>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43011">
                                            <p:txEl>
                                              <p:pRg st="8" end="8"/>
                                            </p:txEl>
                                          </p:spTgt>
                                        </p:tgtEl>
                                        <p:attrNameLst>
                                          <p:attrName>style.visibility</p:attrName>
                                        </p:attrNameLst>
                                      </p:cBhvr>
                                      <p:to>
                                        <p:strVal val="visible"/>
                                      </p:to>
                                    </p:set>
                                    <p:animEffect transition="in" filter="dissolve">
                                      <p:cBhvr>
                                        <p:cTn id="22" dur="500"/>
                                        <p:tgtEl>
                                          <p:spTgt spid="430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457200" y="1752600"/>
            <a:ext cx="7859216" cy="4373563"/>
          </a:xfrm>
        </p:spPr>
        <p:txBody>
          <a:bodyPr>
            <a:normAutofit/>
          </a:bodyPr>
          <a:lstStyle/>
          <a:p>
            <a:pPr eaLnBrk="1" hangingPunct="1"/>
            <a:r>
              <a:rPr lang="en-US" altLang="en-US" sz="3200" dirty="0"/>
              <a:t>Cut and paste from </a:t>
            </a:r>
            <a:r>
              <a:rPr lang="en-US" altLang="en-US" sz="3200" i="1" u="sng" dirty="0"/>
              <a:t>any</a:t>
            </a:r>
            <a:r>
              <a:rPr lang="en-US" altLang="en-US" sz="3200" dirty="0"/>
              <a:t> source</a:t>
            </a:r>
          </a:p>
          <a:p>
            <a:pPr eaLnBrk="1" hangingPunct="1"/>
            <a:r>
              <a:rPr lang="en-US" altLang="en-US" sz="3200" dirty="0"/>
              <a:t>Use another student’s work as your own</a:t>
            </a:r>
          </a:p>
          <a:p>
            <a:pPr eaLnBrk="1" hangingPunct="1"/>
            <a:r>
              <a:rPr lang="en-US" altLang="en-US" sz="3200" dirty="0"/>
              <a:t>Just change a few words from any source for your paper</a:t>
            </a:r>
          </a:p>
          <a:p>
            <a:pPr eaLnBrk="1" hangingPunct="1"/>
            <a:r>
              <a:rPr lang="en-US" altLang="en-US" sz="3200" dirty="0"/>
              <a:t>Turn in a paper you wrote for another class</a:t>
            </a:r>
          </a:p>
          <a:p>
            <a:pPr eaLnBrk="1" hangingPunct="1"/>
            <a:endParaRPr lang="en-US" altLang="en-US" sz="3200" dirty="0"/>
          </a:p>
        </p:txBody>
      </p:sp>
      <p:sp>
        <p:nvSpPr>
          <p:cNvPr id="25602" name="Rectangle 2"/>
          <p:cNvSpPr>
            <a:spLocks noGrp="1" noChangeArrowheads="1"/>
          </p:cNvSpPr>
          <p:nvPr>
            <p:ph type="title"/>
          </p:nvPr>
        </p:nvSpPr>
        <p:spPr>
          <a:xfrm>
            <a:off x="2129085" y="537865"/>
            <a:ext cx="5791200" cy="1015682"/>
          </a:xfrm>
        </p:spPr>
        <p:txBody>
          <a:bodyPr>
            <a:noAutofit/>
          </a:bodyPr>
          <a:lstStyle/>
          <a:p>
            <a:pPr eaLnBrk="1" hangingPunct="1"/>
            <a:br>
              <a:rPr lang="en-US" altLang="en-US" sz="4800" b="0" dirty="0"/>
            </a:br>
            <a:r>
              <a:rPr lang="en-US" altLang="en-US" sz="4400" dirty="0"/>
              <a:t>DON’T</a:t>
            </a:r>
            <a:br>
              <a:rPr lang="en-US" altLang="en-US" sz="4400" dirty="0"/>
            </a:br>
            <a:endParaRPr lang="en-US" altLang="en-US" sz="4400" dirty="0"/>
          </a:p>
        </p:txBody>
      </p:sp>
      <p:sp>
        <p:nvSpPr>
          <p:cNvPr id="3" name="Slide Number Placeholder 2"/>
          <p:cNvSpPr>
            <a:spLocks noGrp="1"/>
          </p:cNvSpPr>
          <p:nvPr>
            <p:ph type="sldNum" sz="quarter" idx="12"/>
          </p:nvPr>
        </p:nvSpPr>
        <p:spPr/>
        <p:txBody>
          <a:bodyPr/>
          <a:lstStyle/>
          <a:p>
            <a:fld id="{77245E78-C62C-4650-B205-598406699489}" type="slidenum">
              <a:rPr lang="en-US" smtClean="0"/>
              <a:t>52</a:t>
            </a:fld>
            <a:endParaRPr lang="en-US"/>
          </a:p>
        </p:txBody>
      </p:sp>
      <p:pic>
        <p:nvPicPr>
          <p:cNvPr id="25604" name="Picture 4" descr="MCj0242001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96322" y="5373216"/>
            <a:ext cx="1223963"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5" descr="MCj0299067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56907" y="228600"/>
            <a:ext cx="881063"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6" name="Picture 7" descr="MCj0299067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9800" y="228600"/>
            <a:ext cx="881063"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98403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a:xfrm>
            <a:off x="762000" y="1556792"/>
            <a:ext cx="8077200" cy="4953000"/>
          </a:xfrm>
        </p:spPr>
        <p:txBody>
          <a:bodyPr>
            <a:noAutofit/>
          </a:bodyPr>
          <a:lstStyle/>
          <a:p>
            <a:pPr eaLnBrk="1" hangingPunct="1"/>
            <a:r>
              <a:rPr lang="en-US" altLang="en-US" sz="3200" b="0" i="1" u="sng" dirty="0"/>
              <a:t>All you need to do is:</a:t>
            </a:r>
          </a:p>
          <a:p>
            <a:pPr eaLnBrk="1" hangingPunct="1"/>
            <a:r>
              <a:rPr lang="en-US" altLang="en-US" sz="3200" b="0" dirty="0"/>
              <a:t>Take notes—put in your own words.</a:t>
            </a:r>
          </a:p>
          <a:p>
            <a:pPr eaLnBrk="1" hangingPunct="1"/>
            <a:r>
              <a:rPr lang="en-US" altLang="en-US" sz="3200" b="0" dirty="0"/>
              <a:t>If you do copy words, put </a:t>
            </a:r>
            <a:r>
              <a:rPr lang="en-US" altLang="en-US" sz="3200" dirty="0"/>
              <a:t>“  ” </a:t>
            </a:r>
            <a:r>
              <a:rPr lang="en-US" altLang="en-US" sz="3200" b="0" dirty="0"/>
              <a:t>around them and footnote whose words they are.</a:t>
            </a:r>
          </a:p>
          <a:p>
            <a:pPr eaLnBrk="1" hangingPunct="1"/>
            <a:r>
              <a:rPr lang="en-US" altLang="en-US" sz="3200" b="0" dirty="0"/>
              <a:t>Keep track of EVERY resource you use!</a:t>
            </a:r>
          </a:p>
          <a:p>
            <a:pPr eaLnBrk="1" hangingPunct="1"/>
            <a:r>
              <a:rPr lang="en-US" altLang="en-US" sz="3200" b="0" dirty="0"/>
              <a:t>Cite all of your sources at the end of your work.</a:t>
            </a:r>
          </a:p>
        </p:txBody>
      </p:sp>
      <p:sp>
        <p:nvSpPr>
          <p:cNvPr id="27650" name="Rectangle 2"/>
          <p:cNvSpPr>
            <a:spLocks noGrp="1" noChangeArrowheads="1"/>
          </p:cNvSpPr>
          <p:nvPr>
            <p:ph type="title"/>
          </p:nvPr>
        </p:nvSpPr>
        <p:spPr>
          <a:xfrm>
            <a:off x="1172914" y="147600"/>
            <a:ext cx="7056784" cy="1371600"/>
          </a:xfrm>
        </p:spPr>
        <p:txBody>
          <a:bodyPr>
            <a:noAutofit/>
          </a:bodyPr>
          <a:lstStyle/>
          <a:p>
            <a:pPr eaLnBrk="1" hangingPunct="1"/>
            <a:br>
              <a:rPr lang="en-US" altLang="en-US" sz="2800" dirty="0"/>
            </a:br>
            <a:br>
              <a:rPr lang="en-US" altLang="en-US" sz="2800" dirty="0"/>
            </a:br>
            <a:r>
              <a:rPr lang="en-US" altLang="en-US" sz="2800" dirty="0"/>
              <a:t>You can prevent plagiarism </a:t>
            </a:r>
            <a:br>
              <a:rPr lang="en-US" altLang="en-US" sz="2800" dirty="0"/>
            </a:br>
            <a:r>
              <a:rPr lang="en-US" altLang="en-US" sz="2800" dirty="0"/>
              <a:t>(stealing words and ideas)</a:t>
            </a:r>
            <a:r>
              <a:rPr lang="en-US" altLang="en-US" sz="4000" dirty="0"/>
              <a:t>  </a:t>
            </a:r>
            <a:br>
              <a:rPr lang="en-US" altLang="en-US" sz="4000" dirty="0"/>
            </a:br>
            <a:endParaRPr lang="en-US" altLang="en-US" sz="4000" dirty="0"/>
          </a:p>
        </p:txBody>
      </p:sp>
      <p:sp>
        <p:nvSpPr>
          <p:cNvPr id="3" name="Slide Number Placeholder 2"/>
          <p:cNvSpPr>
            <a:spLocks noGrp="1"/>
          </p:cNvSpPr>
          <p:nvPr>
            <p:ph type="sldNum" sz="quarter" idx="12"/>
          </p:nvPr>
        </p:nvSpPr>
        <p:spPr/>
        <p:txBody>
          <a:bodyPr/>
          <a:lstStyle/>
          <a:p>
            <a:fld id="{77245E78-C62C-4650-B205-598406699489}" type="slidenum">
              <a:rPr lang="en-US" smtClean="0"/>
              <a:t>53</a:t>
            </a:fld>
            <a:endParaRPr lang="en-US"/>
          </a:p>
        </p:txBody>
      </p:sp>
      <p:pic>
        <p:nvPicPr>
          <p:cNvPr id="27652" name="Picture 4" descr="MCPE01448_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28600"/>
            <a:ext cx="117157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62647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5" name="Rectangle 3"/>
          <p:cNvSpPr>
            <a:spLocks noGrp="1" noChangeArrowheads="1"/>
          </p:cNvSpPr>
          <p:nvPr>
            <p:ph sz="half" idx="1"/>
          </p:nvPr>
        </p:nvSpPr>
        <p:spPr>
          <a:xfrm>
            <a:off x="323528" y="1676400"/>
            <a:ext cx="4238947" cy="4560912"/>
          </a:xfrm>
        </p:spPr>
        <p:txBody>
          <a:bodyPr>
            <a:noAutofit/>
          </a:bodyPr>
          <a:lstStyle/>
          <a:p>
            <a:pPr eaLnBrk="1" hangingPunct="1">
              <a:lnSpc>
                <a:spcPct val="90000"/>
              </a:lnSpc>
            </a:pPr>
            <a:r>
              <a:rPr lang="en-US" altLang="en-US" b="1" dirty="0"/>
              <a:t>Intentional</a:t>
            </a:r>
            <a:endParaRPr lang="en-US" altLang="en-US" dirty="0"/>
          </a:p>
          <a:p>
            <a:pPr lvl="1" eaLnBrk="1" hangingPunct="1">
              <a:lnSpc>
                <a:spcPct val="90000"/>
              </a:lnSpc>
            </a:pPr>
            <a:r>
              <a:rPr lang="en-US" altLang="en-US" sz="2800" dirty="0"/>
              <a:t>Copying a friend’s work</a:t>
            </a:r>
          </a:p>
          <a:p>
            <a:pPr lvl="1" eaLnBrk="1" hangingPunct="1">
              <a:lnSpc>
                <a:spcPct val="90000"/>
              </a:lnSpc>
            </a:pPr>
            <a:r>
              <a:rPr lang="en-US" altLang="en-US" sz="2800" dirty="0"/>
              <a:t>Buying or borrowing papers	</a:t>
            </a:r>
          </a:p>
          <a:p>
            <a:pPr lvl="1" eaLnBrk="1" hangingPunct="1">
              <a:lnSpc>
                <a:spcPct val="90000"/>
              </a:lnSpc>
            </a:pPr>
            <a:r>
              <a:rPr lang="en-US" altLang="en-US" sz="2800" dirty="0"/>
              <a:t>Cutting and pasting blocks of text from electronic sources without documenting</a:t>
            </a:r>
          </a:p>
          <a:p>
            <a:pPr lvl="1" eaLnBrk="1" hangingPunct="1">
              <a:lnSpc>
                <a:spcPct val="90000"/>
              </a:lnSpc>
            </a:pPr>
            <a:r>
              <a:rPr lang="en-US" altLang="en-US" sz="2800" dirty="0"/>
              <a:t>Media “borrowing” without documentation</a:t>
            </a:r>
          </a:p>
          <a:p>
            <a:pPr lvl="1" eaLnBrk="1" hangingPunct="1">
              <a:lnSpc>
                <a:spcPct val="90000"/>
              </a:lnSpc>
            </a:pPr>
            <a:endParaRPr lang="en-US" altLang="en-US" sz="2800" dirty="0"/>
          </a:p>
          <a:p>
            <a:pPr eaLnBrk="1" hangingPunct="1">
              <a:lnSpc>
                <a:spcPct val="90000"/>
              </a:lnSpc>
            </a:pPr>
            <a:endParaRPr lang="en-US" altLang="en-US" dirty="0"/>
          </a:p>
          <a:p>
            <a:pPr lvl="1" eaLnBrk="1" hangingPunct="1">
              <a:lnSpc>
                <a:spcPct val="90000"/>
              </a:lnSpc>
              <a:buFont typeface="Times"/>
              <a:buNone/>
            </a:pPr>
            <a:endParaRPr lang="en-US" altLang="en-US" sz="2800" dirty="0"/>
          </a:p>
        </p:txBody>
      </p:sp>
      <p:sp>
        <p:nvSpPr>
          <p:cNvPr id="8196" name="Rectangle 4"/>
          <p:cNvSpPr>
            <a:spLocks noGrp="1" noChangeArrowheads="1"/>
          </p:cNvSpPr>
          <p:nvPr>
            <p:ph sz="half" idx="2"/>
          </p:nvPr>
        </p:nvSpPr>
        <p:spPr>
          <a:xfrm>
            <a:off x="4798773" y="1676400"/>
            <a:ext cx="3745557" cy="5400600"/>
          </a:xfrm>
        </p:spPr>
        <p:txBody>
          <a:bodyPr>
            <a:normAutofit/>
          </a:bodyPr>
          <a:lstStyle/>
          <a:p>
            <a:pPr eaLnBrk="1" hangingPunct="1"/>
            <a:r>
              <a:rPr lang="en-US" altLang="en-US" b="1" dirty="0"/>
              <a:t>Unintentional</a:t>
            </a:r>
          </a:p>
          <a:p>
            <a:pPr lvl="1" eaLnBrk="1" hangingPunct="1"/>
            <a:r>
              <a:rPr lang="en-US" altLang="en-US" sz="3000" dirty="0"/>
              <a:t>Careless paraphrasing</a:t>
            </a:r>
          </a:p>
          <a:p>
            <a:pPr lvl="1" eaLnBrk="1" hangingPunct="1"/>
            <a:r>
              <a:rPr lang="en-US" altLang="en-US" sz="3000" dirty="0"/>
              <a:t>Poor documentation</a:t>
            </a:r>
          </a:p>
          <a:p>
            <a:pPr lvl="1" eaLnBrk="1" hangingPunct="1"/>
            <a:r>
              <a:rPr lang="en-US" altLang="en-US" sz="3000" dirty="0"/>
              <a:t>Failure to use your own “voice”</a:t>
            </a:r>
          </a:p>
        </p:txBody>
      </p:sp>
      <p:sp>
        <p:nvSpPr>
          <p:cNvPr id="8194" name="Rectangle 2"/>
          <p:cNvSpPr>
            <a:spLocks noGrp="1" noChangeArrowheads="1"/>
          </p:cNvSpPr>
          <p:nvPr>
            <p:ph type="title"/>
          </p:nvPr>
        </p:nvSpPr>
        <p:spPr>
          <a:xfrm>
            <a:off x="657132" y="534675"/>
            <a:ext cx="7715200" cy="683994"/>
          </a:xfrm>
        </p:spPr>
        <p:txBody>
          <a:bodyPr/>
          <a:lstStyle/>
          <a:p>
            <a:pPr eaLnBrk="1" hangingPunct="1"/>
            <a:r>
              <a:rPr lang="en-US" altLang="en-US" dirty="0"/>
              <a:t>types of plagiarism:</a:t>
            </a:r>
          </a:p>
        </p:txBody>
      </p:sp>
      <p:sp>
        <p:nvSpPr>
          <p:cNvPr id="3" name="Slide Number Placeholder 2"/>
          <p:cNvSpPr>
            <a:spLocks noGrp="1"/>
          </p:cNvSpPr>
          <p:nvPr>
            <p:ph type="sldNum" sz="quarter" idx="12"/>
          </p:nvPr>
        </p:nvSpPr>
        <p:spPr/>
        <p:txBody>
          <a:bodyPr/>
          <a:lstStyle/>
          <a:p>
            <a:fld id="{77245E78-C62C-4650-B205-598406699489}" type="slidenum">
              <a:rPr lang="en-US" smtClean="0"/>
              <a:t>54</a:t>
            </a:fld>
            <a:endParaRPr lang="en-US"/>
          </a:p>
        </p:txBody>
      </p:sp>
      <p:pic>
        <p:nvPicPr>
          <p:cNvPr id="8197" name="Picture 7" descr="MCj0398053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67200" y="2209800"/>
            <a:ext cx="8763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8" name="Picture 8" descr="MCj0403971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8184" y="5187950"/>
            <a:ext cx="19812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9699495"/>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Content Placeholder 2"/>
          <p:cNvSpPr>
            <a:spLocks noGrp="1"/>
          </p:cNvSpPr>
          <p:nvPr>
            <p:ph idx="1"/>
          </p:nvPr>
        </p:nvSpPr>
        <p:spPr>
          <a:xfrm>
            <a:off x="323528" y="1340768"/>
            <a:ext cx="8352928" cy="5364514"/>
          </a:xfrm>
        </p:spPr>
        <p:txBody>
          <a:bodyPr>
            <a:noAutofit/>
          </a:bodyPr>
          <a:lstStyle/>
          <a:p>
            <a:pPr eaLnBrk="1" hangingPunct="1"/>
            <a:r>
              <a:rPr lang="en-US" altLang="en-US" sz="2800" dirty="0"/>
              <a:t>Paraphrasing poorly: changing a few words without changing the sentence structure of the original, or changing the sentence structure but not the words.  </a:t>
            </a:r>
          </a:p>
          <a:p>
            <a:pPr eaLnBrk="1" hangingPunct="1"/>
            <a:r>
              <a:rPr lang="en-US" altLang="en-US" sz="2800" dirty="0"/>
              <a:t>Quoting poorly:  putting quotation marks around part of a quotation but not around all of it, or putting quotation marks around a passage that is partly paraphrased and partly quoted.</a:t>
            </a:r>
          </a:p>
          <a:p>
            <a:pPr eaLnBrk="1" hangingPunct="1"/>
            <a:r>
              <a:rPr lang="en-US" altLang="en-US" sz="2800" dirty="0"/>
              <a:t>Citing poorly:  omitting an occasional citation or citing inaccurately.</a:t>
            </a:r>
          </a:p>
          <a:p>
            <a:pPr algn="r" eaLnBrk="1" hangingPunct="1">
              <a:buFont typeface="Wingdings" pitchFamily="2" charset="2"/>
              <a:buNone/>
            </a:pPr>
            <a:endParaRPr lang="en-US" altLang="en-US" sz="1200" dirty="0"/>
          </a:p>
          <a:p>
            <a:pPr algn="r" eaLnBrk="1" hangingPunct="1">
              <a:buFont typeface="Wingdings" pitchFamily="2" charset="2"/>
              <a:buNone/>
            </a:pPr>
            <a:r>
              <a:rPr lang="en-US" altLang="en-US" sz="1200" dirty="0"/>
              <a:t>MLA handbook for writers of research papers. (7</a:t>
            </a:r>
            <a:r>
              <a:rPr lang="en-US" altLang="en-US" sz="1200" baseline="30000" dirty="0"/>
              <a:t>th</a:t>
            </a:r>
            <a:r>
              <a:rPr lang="en-US" altLang="en-US" sz="1200" dirty="0"/>
              <a:t> ed.). The Modern Language Association of America. New York: 2009. Print.  </a:t>
            </a:r>
          </a:p>
        </p:txBody>
      </p:sp>
      <p:sp>
        <p:nvSpPr>
          <p:cNvPr id="2" name="Title 1"/>
          <p:cNvSpPr>
            <a:spLocks noGrp="1"/>
          </p:cNvSpPr>
          <p:nvPr>
            <p:ph type="title"/>
          </p:nvPr>
        </p:nvSpPr>
        <p:spPr>
          <a:xfrm>
            <a:off x="457200" y="334530"/>
            <a:ext cx="8219256" cy="972026"/>
          </a:xfrm>
        </p:spPr>
        <p:txBody>
          <a:bodyPr/>
          <a:lstStyle/>
          <a:p>
            <a:pPr eaLnBrk="1" fontAlgn="auto" hangingPunct="1">
              <a:spcAft>
                <a:spcPts val="0"/>
              </a:spcAft>
              <a:defRPr/>
            </a:pPr>
            <a:r>
              <a:rPr lang="en-US" dirty="0">
                <a:solidFill>
                  <a:schemeClr val="accent5"/>
                </a:solidFill>
              </a:rPr>
              <a:t>Unintentional</a:t>
            </a:r>
            <a:r>
              <a:rPr lang="en-US" dirty="0"/>
              <a:t> Plagiarism</a:t>
            </a:r>
          </a:p>
        </p:txBody>
      </p:sp>
      <p:sp>
        <p:nvSpPr>
          <p:cNvPr id="4" name="Slide Number Placeholder 3"/>
          <p:cNvSpPr>
            <a:spLocks noGrp="1"/>
          </p:cNvSpPr>
          <p:nvPr>
            <p:ph type="sldNum" sz="quarter" idx="12"/>
          </p:nvPr>
        </p:nvSpPr>
        <p:spPr/>
        <p:txBody>
          <a:bodyPr/>
          <a:lstStyle/>
          <a:p>
            <a:fld id="{77245E78-C62C-4650-B205-598406699489}" type="slidenum">
              <a:rPr lang="en-US" smtClean="0"/>
              <a:t>55</a:t>
            </a:fld>
            <a:endParaRPr lang="en-US"/>
          </a:p>
        </p:txBody>
      </p:sp>
    </p:spTree>
    <p:extLst>
      <p:ext uri="{BB962C8B-B14F-4D97-AF65-F5344CB8AC3E}">
        <p14:creationId xmlns:p14="http://schemas.microsoft.com/office/powerpoint/2010/main" val="28174535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Content Placeholder 2"/>
          <p:cNvSpPr>
            <a:spLocks noGrp="1"/>
          </p:cNvSpPr>
          <p:nvPr>
            <p:ph idx="1"/>
          </p:nvPr>
        </p:nvSpPr>
        <p:spPr>
          <a:xfrm>
            <a:off x="467543" y="1676400"/>
            <a:ext cx="8349431" cy="5181600"/>
          </a:xfrm>
        </p:spPr>
        <p:txBody>
          <a:bodyPr>
            <a:noAutofit/>
          </a:bodyPr>
          <a:lstStyle/>
          <a:p>
            <a:pPr eaLnBrk="1" hangingPunct="1"/>
            <a:r>
              <a:rPr lang="en-US" altLang="en-US" sz="2800" dirty="0"/>
              <a:t>Passing off as one’s own pre-written papers from the Internet or other sources.</a:t>
            </a:r>
          </a:p>
          <a:p>
            <a:pPr eaLnBrk="1" hangingPunct="1"/>
            <a:r>
              <a:rPr lang="en-US" altLang="en-US" sz="2800" dirty="0"/>
              <a:t>Copying an essay or article from the Internet, on-line source, or electronic database without quoting or giving credit.</a:t>
            </a:r>
          </a:p>
          <a:p>
            <a:pPr eaLnBrk="1" hangingPunct="1"/>
            <a:r>
              <a:rPr lang="en-US" altLang="en-US" sz="2800" dirty="0"/>
              <a:t>Cutting and pasting from more than one source to create a paper without quoting or giving credit.</a:t>
            </a:r>
          </a:p>
          <a:p>
            <a:pPr eaLnBrk="1" hangingPunct="1"/>
            <a:r>
              <a:rPr lang="en-US" altLang="en-US" sz="2800" dirty="0"/>
              <a:t>Borrowing words or ideas from other students or sources without giving credit.</a:t>
            </a:r>
          </a:p>
          <a:p>
            <a:pPr algn="r" eaLnBrk="1" hangingPunct="1">
              <a:buFont typeface="Wingdings" pitchFamily="2" charset="2"/>
              <a:buNone/>
            </a:pPr>
            <a:r>
              <a:rPr lang="en-US" altLang="en-US" sz="1400" dirty="0"/>
              <a:t>MLA handbook for writers of research papers. (7</a:t>
            </a:r>
            <a:r>
              <a:rPr lang="en-US" altLang="en-US" sz="1400" baseline="30000" dirty="0"/>
              <a:t>th</a:t>
            </a:r>
            <a:r>
              <a:rPr lang="en-US" altLang="en-US" sz="1400" dirty="0"/>
              <a:t> ed.). The Modern Language Association of America. New York: 2009. Print.  </a:t>
            </a:r>
          </a:p>
          <a:p>
            <a:pPr eaLnBrk="1" hangingPunct="1"/>
            <a:endParaRPr lang="en-US" altLang="en-US" sz="2800" dirty="0"/>
          </a:p>
        </p:txBody>
      </p:sp>
      <p:sp>
        <p:nvSpPr>
          <p:cNvPr id="2" name="Title 1"/>
          <p:cNvSpPr>
            <a:spLocks noGrp="1"/>
          </p:cNvSpPr>
          <p:nvPr>
            <p:ph type="title"/>
          </p:nvPr>
        </p:nvSpPr>
        <p:spPr>
          <a:xfrm>
            <a:off x="457200" y="337614"/>
            <a:ext cx="8219256" cy="900018"/>
          </a:xfrm>
        </p:spPr>
        <p:txBody>
          <a:bodyPr/>
          <a:lstStyle/>
          <a:p>
            <a:pPr eaLnBrk="1" fontAlgn="auto" hangingPunct="1">
              <a:spcAft>
                <a:spcPts val="0"/>
              </a:spcAft>
              <a:defRPr/>
            </a:pPr>
            <a:r>
              <a:rPr lang="en-US" dirty="0">
                <a:solidFill>
                  <a:schemeClr val="accent5"/>
                </a:solidFill>
              </a:rPr>
              <a:t>Intentional</a:t>
            </a:r>
            <a:r>
              <a:rPr lang="en-US" dirty="0"/>
              <a:t> Plagiarism</a:t>
            </a:r>
          </a:p>
        </p:txBody>
      </p:sp>
      <p:sp>
        <p:nvSpPr>
          <p:cNvPr id="4" name="Slide Number Placeholder 3"/>
          <p:cNvSpPr>
            <a:spLocks noGrp="1"/>
          </p:cNvSpPr>
          <p:nvPr>
            <p:ph type="sldNum" sz="quarter" idx="12"/>
          </p:nvPr>
        </p:nvSpPr>
        <p:spPr/>
        <p:txBody>
          <a:bodyPr/>
          <a:lstStyle/>
          <a:p>
            <a:fld id="{77245E78-C62C-4650-B205-598406699489}" type="slidenum">
              <a:rPr lang="en-US" smtClean="0"/>
              <a:t>56</a:t>
            </a:fld>
            <a:endParaRPr lang="en-US"/>
          </a:p>
        </p:txBody>
      </p:sp>
    </p:spTree>
    <p:extLst>
      <p:ext uri="{BB962C8B-B14F-4D97-AF65-F5344CB8AC3E}">
        <p14:creationId xmlns:p14="http://schemas.microsoft.com/office/powerpoint/2010/main" val="20602418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idx="1"/>
          </p:nvPr>
        </p:nvSpPr>
        <p:spPr>
          <a:xfrm>
            <a:off x="323528" y="1828800"/>
            <a:ext cx="8134672" cy="4495800"/>
          </a:xfrm>
        </p:spPr>
        <p:txBody>
          <a:bodyPr>
            <a:noAutofit/>
          </a:bodyPr>
          <a:lstStyle/>
          <a:p>
            <a:pPr marL="457200" indent="-457200" eaLnBrk="1" hangingPunct="1">
              <a:buFont typeface="Wingdings" panose="05000000000000000000" pitchFamily="2" charset="2"/>
              <a:buChar char="Ø"/>
              <a:defRPr/>
            </a:pPr>
            <a:r>
              <a:rPr lang="en-US" sz="3200" b="0" dirty="0">
                <a:effectLst>
                  <a:outerShdw blurRad="38100" dist="38100" dir="2700000" algn="tl">
                    <a:srgbClr val="C0C0C0"/>
                  </a:outerShdw>
                </a:effectLst>
                <a:ea typeface="+mn-ea"/>
              </a:rPr>
              <a:t>Word for word (Direct, Text) </a:t>
            </a:r>
          </a:p>
          <a:p>
            <a:pPr marL="457200" indent="-457200" eaLnBrk="1" hangingPunct="1">
              <a:buFont typeface="Wingdings" panose="05000000000000000000" pitchFamily="2" charset="2"/>
              <a:buChar char="Ø"/>
              <a:defRPr/>
            </a:pPr>
            <a:r>
              <a:rPr lang="en-US" sz="3200" b="0" dirty="0">
                <a:effectLst>
                  <a:outerShdw blurRad="38100" dist="38100" dir="2700000" algn="tl">
                    <a:srgbClr val="C0C0C0"/>
                  </a:outerShdw>
                </a:effectLst>
                <a:ea typeface="+mn-ea"/>
              </a:rPr>
              <a:t>Mosaic / Structure</a:t>
            </a:r>
          </a:p>
          <a:p>
            <a:pPr marL="457200" indent="-457200" eaLnBrk="1" hangingPunct="1">
              <a:buFont typeface="Wingdings" panose="05000000000000000000" pitchFamily="2" charset="2"/>
              <a:buChar char="Ø"/>
              <a:defRPr/>
            </a:pPr>
            <a:r>
              <a:rPr lang="en-US" sz="3200" b="0" dirty="0">
                <a:effectLst>
                  <a:outerShdw blurRad="38100" dist="38100" dir="2700000" algn="tl">
                    <a:srgbClr val="C0C0C0"/>
                  </a:outerShdw>
                </a:effectLst>
                <a:ea typeface="+mn-ea"/>
              </a:rPr>
              <a:t>Thesaurus (</a:t>
            </a:r>
            <a:r>
              <a:rPr lang="en-US" sz="3200" b="0" i="1" dirty="0">
                <a:effectLst>
                  <a:outerShdw blurRad="38100" dist="38100" dir="2700000" algn="tl">
                    <a:srgbClr val="C0C0C0"/>
                  </a:outerShdw>
                </a:effectLst>
                <a:ea typeface="+mn-ea"/>
              </a:rPr>
              <a:t>Paraphrase)</a:t>
            </a:r>
          </a:p>
          <a:p>
            <a:pPr marL="457200" indent="-457200" eaLnBrk="1" hangingPunct="1">
              <a:buFont typeface="Wingdings" panose="05000000000000000000" pitchFamily="2" charset="2"/>
              <a:buChar char="Ø"/>
              <a:defRPr/>
            </a:pPr>
            <a:r>
              <a:rPr lang="en-US" sz="3200" b="0" i="1" dirty="0">
                <a:effectLst>
                  <a:outerShdw blurRad="38100" dist="38100" dir="2700000" algn="tl">
                    <a:srgbClr val="C0C0C0"/>
                  </a:outerShdw>
                </a:effectLst>
                <a:ea typeface="+mn-ea"/>
              </a:rPr>
              <a:t> </a:t>
            </a:r>
            <a:r>
              <a:rPr lang="en-US" sz="3200" b="0" dirty="0">
                <a:effectLst>
                  <a:outerShdw blurRad="38100" dist="38100" dir="2700000" algn="tl">
                    <a:srgbClr val="C0C0C0"/>
                  </a:outerShdw>
                </a:effectLst>
                <a:ea typeface="+mn-ea"/>
              </a:rPr>
              <a:t>Ideas</a:t>
            </a:r>
          </a:p>
          <a:p>
            <a:pPr marL="457200" indent="-457200" eaLnBrk="1" hangingPunct="1">
              <a:buFont typeface="Wingdings" panose="05000000000000000000" pitchFamily="2" charset="2"/>
              <a:buChar char="Ø"/>
              <a:defRPr/>
            </a:pPr>
            <a:r>
              <a:rPr lang="en-US" sz="3200" b="0" dirty="0">
                <a:effectLst>
                  <a:outerShdw blurRad="38100" dist="38100" dir="2700000" algn="tl">
                    <a:srgbClr val="C0C0C0"/>
                  </a:outerShdw>
                </a:effectLst>
                <a:ea typeface="+mn-ea"/>
              </a:rPr>
              <a:t> Authorship</a:t>
            </a:r>
          </a:p>
          <a:p>
            <a:pPr marL="457200" indent="-457200" eaLnBrk="1" hangingPunct="1">
              <a:buFont typeface="Wingdings" panose="05000000000000000000" pitchFamily="2" charset="2"/>
              <a:buChar char="Ø"/>
              <a:defRPr/>
            </a:pPr>
            <a:r>
              <a:rPr lang="en-US" sz="3200" b="0" dirty="0">
                <a:effectLst>
                  <a:outerShdw blurRad="38100" dist="38100" dir="2700000" algn="tl">
                    <a:srgbClr val="C0C0C0"/>
                  </a:outerShdw>
                </a:effectLst>
                <a:ea typeface="+mn-ea"/>
              </a:rPr>
              <a:t> Secondary sources</a:t>
            </a:r>
          </a:p>
          <a:p>
            <a:pPr marL="457200" indent="-457200" eaLnBrk="1" hangingPunct="1">
              <a:buFont typeface="Wingdings" panose="05000000000000000000" pitchFamily="2" charset="2"/>
              <a:buChar char="Ø"/>
              <a:defRPr/>
            </a:pPr>
            <a:r>
              <a:rPr lang="en-US" sz="3200" b="0" dirty="0">
                <a:effectLst>
                  <a:outerShdw blurRad="38100" dist="38100" dir="2700000" algn="tl">
                    <a:srgbClr val="C0C0C0"/>
                  </a:outerShdw>
                </a:effectLst>
                <a:ea typeface="+mn-ea"/>
              </a:rPr>
              <a:t> Self plagiarism</a:t>
            </a:r>
          </a:p>
        </p:txBody>
      </p:sp>
      <p:sp>
        <p:nvSpPr>
          <p:cNvPr id="43010" name="Rectangle 2"/>
          <p:cNvSpPr>
            <a:spLocks noGrp="1" noChangeArrowheads="1"/>
          </p:cNvSpPr>
          <p:nvPr>
            <p:ph type="title"/>
          </p:nvPr>
        </p:nvSpPr>
        <p:spPr>
          <a:xfrm>
            <a:off x="457200" y="152718"/>
            <a:ext cx="7715200" cy="1044034"/>
          </a:xfrm>
        </p:spPr>
        <p:txBody>
          <a:bodyPr>
            <a:normAutofit/>
          </a:bodyPr>
          <a:lstStyle/>
          <a:p>
            <a:pPr eaLnBrk="1" hangingPunct="1">
              <a:defRPr/>
            </a:pPr>
            <a:r>
              <a:rPr lang="en-US" sz="4400" dirty="0">
                <a:ea typeface="+mj-ea"/>
              </a:rPr>
              <a:t>Types of plagiarism</a:t>
            </a:r>
          </a:p>
        </p:txBody>
      </p:sp>
      <p:sp>
        <p:nvSpPr>
          <p:cNvPr id="3" name="Slide Number Placeholder 2"/>
          <p:cNvSpPr>
            <a:spLocks noGrp="1"/>
          </p:cNvSpPr>
          <p:nvPr>
            <p:ph type="sldNum" sz="quarter" idx="12"/>
          </p:nvPr>
        </p:nvSpPr>
        <p:spPr/>
        <p:txBody>
          <a:bodyPr/>
          <a:lstStyle/>
          <a:p>
            <a:fld id="{77245E78-C62C-4650-B205-598406699489}" type="slidenum">
              <a:rPr lang="en-US" smtClean="0"/>
              <a:t>57</a:t>
            </a:fld>
            <a:endParaRPr lang="en-US"/>
          </a:p>
        </p:txBody>
      </p:sp>
      <p:pic>
        <p:nvPicPr>
          <p:cNvPr id="1741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2275" y="4629150"/>
            <a:ext cx="2371725"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Tree>
    <p:extLst>
      <p:ext uri="{BB962C8B-B14F-4D97-AF65-F5344CB8AC3E}">
        <p14:creationId xmlns:p14="http://schemas.microsoft.com/office/powerpoint/2010/main" val="22087858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Content Placeholder 2"/>
          <p:cNvSpPr>
            <a:spLocks noGrp="1"/>
          </p:cNvSpPr>
          <p:nvPr>
            <p:ph idx="1"/>
          </p:nvPr>
        </p:nvSpPr>
        <p:spPr>
          <a:xfrm>
            <a:off x="395536" y="1752600"/>
            <a:ext cx="8748464" cy="5638800"/>
          </a:xfrm>
        </p:spPr>
        <p:txBody>
          <a:bodyPr>
            <a:noAutofit/>
          </a:bodyPr>
          <a:lstStyle/>
          <a:p>
            <a:pPr eaLnBrk="1" hangingPunct="1"/>
            <a:r>
              <a:rPr lang="en-US" altLang="en-US" sz="2800" dirty="0">
                <a:latin typeface="Franklin Gothic Heavy" pitchFamily="34" charset="0"/>
                <a:cs typeface="Times New Roman" pitchFamily="18" charset="0"/>
              </a:rPr>
              <a:t>Plagiarism of Words</a:t>
            </a:r>
          </a:p>
          <a:p>
            <a:pPr lvl="1" eaLnBrk="1" hangingPunct="1"/>
            <a:r>
              <a:rPr lang="en-US" altLang="en-US" sz="2400" dirty="0">
                <a:cs typeface="Times New Roman" pitchFamily="18" charset="0"/>
              </a:rPr>
              <a:t>The use of another’s exact words without citing the author </a:t>
            </a:r>
          </a:p>
          <a:p>
            <a:pPr lvl="1" eaLnBrk="1" hangingPunct="1"/>
            <a:r>
              <a:rPr lang="en-US" altLang="en-US" sz="2400" b="1" dirty="0">
                <a:cs typeface="Times New Roman" pitchFamily="18" charset="0"/>
              </a:rPr>
              <a:t>Incorrect</a:t>
            </a:r>
          </a:p>
          <a:p>
            <a:pPr lvl="2" eaLnBrk="1" hangingPunct="1"/>
            <a:r>
              <a:rPr lang="en-US" altLang="en-US" sz="2400" dirty="0">
                <a:cs typeface="Times New Roman" pitchFamily="18" charset="0"/>
              </a:rPr>
              <a:t>Plagiarism is the reproduction of someone else’s words, ideas or findings and presenting them as one’s own without proper acknowledgement.</a:t>
            </a:r>
          </a:p>
          <a:p>
            <a:pPr lvl="1" eaLnBrk="1" hangingPunct="1"/>
            <a:r>
              <a:rPr lang="en-US" altLang="en-US" sz="2400" b="1" dirty="0">
                <a:cs typeface="Times New Roman" pitchFamily="18" charset="0"/>
              </a:rPr>
              <a:t>Correct</a:t>
            </a:r>
          </a:p>
          <a:p>
            <a:pPr lvl="2" eaLnBrk="1" hangingPunct="1"/>
            <a:r>
              <a:rPr lang="en-US" altLang="en-US" sz="2400" dirty="0">
                <a:cs typeface="Times New Roman" pitchFamily="18" charset="0"/>
              </a:rPr>
              <a:t>Plagiarism is the “reproduction of someone else’s words, ideas or findings and presenting them as one’s own without proper acknowledgement” (Undergraduate Course Handbook: 2008, p.24) </a:t>
            </a:r>
          </a:p>
          <a:p>
            <a:pPr lvl="1" eaLnBrk="1" hangingPunct="1"/>
            <a:endParaRPr lang="en-US" altLang="en-US" sz="2400" dirty="0"/>
          </a:p>
        </p:txBody>
      </p:sp>
      <p:sp>
        <p:nvSpPr>
          <p:cNvPr id="2" name="Title 1"/>
          <p:cNvSpPr>
            <a:spLocks noGrp="1"/>
          </p:cNvSpPr>
          <p:nvPr>
            <p:ph type="title"/>
          </p:nvPr>
        </p:nvSpPr>
        <p:spPr>
          <a:xfrm>
            <a:off x="457200" y="152718"/>
            <a:ext cx="7787208" cy="972026"/>
          </a:xfrm>
        </p:spPr>
        <p:txBody>
          <a:bodyPr>
            <a:normAutofit/>
          </a:bodyPr>
          <a:lstStyle/>
          <a:p>
            <a:pPr>
              <a:defRPr/>
            </a:pPr>
            <a:r>
              <a:rPr lang="en-US" sz="4400" dirty="0"/>
              <a:t>Types of plagiarism</a:t>
            </a:r>
            <a:endParaRPr lang="en-US" sz="4400" dirty="0">
              <a:solidFill>
                <a:schemeClr val="tx1"/>
              </a:solidFill>
            </a:endParaRPr>
          </a:p>
        </p:txBody>
      </p:sp>
      <p:sp>
        <p:nvSpPr>
          <p:cNvPr id="4" name="Slide Number Placeholder 3"/>
          <p:cNvSpPr>
            <a:spLocks noGrp="1"/>
          </p:cNvSpPr>
          <p:nvPr>
            <p:ph type="sldNum" sz="quarter" idx="12"/>
          </p:nvPr>
        </p:nvSpPr>
        <p:spPr/>
        <p:txBody>
          <a:bodyPr/>
          <a:lstStyle/>
          <a:p>
            <a:fld id="{77245E78-C62C-4650-B205-598406699489}" type="slidenum">
              <a:rPr lang="en-US" smtClean="0"/>
              <a:t>58</a:t>
            </a:fld>
            <a:endParaRPr lang="en-US"/>
          </a:p>
        </p:txBody>
      </p:sp>
    </p:spTree>
    <p:extLst>
      <p:ext uri="{BB962C8B-B14F-4D97-AF65-F5344CB8AC3E}">
        <p14:creationId xmlns:p14="http://schemas.microsoft.com/office/powerpoint/2010/main" val="11067135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28800"/>
            <a:ext cx="8075240" cy="4645025"/>
          </a:xfrm>
        </p:spPr>
        <p:txBody>
          <a:bodyPr>
            <a:normAutofit/>
          </a:bodyPr>
          <a:lstStyle/>
          <a:p>
            <a:pPr marL="571500" indent="-571500" fontAlgn="auto">
              <a:spcAft>
                <a:spcPts val="0"/>
              </a:spcAft>
              <a:defRPr/>
            </a:pPr>
            <a:r>
              <a:rPr lang="en-US" sz="3600" dirty="0">
                <a:latin typeface="Franklin Gothic Heavy" pitchFamily="34" charset="0"/>
                <a:cs typeface="Times New Roman" pitchFamily="18" charset="0"/>
              </a:rPr>
              <a:t>Plagiarism of Structure</a:t>
            </a:r>
          </a:p>
          <a:p>
            <a:pPr marL="274320" indent="-274320" eaLnBrk="1" fontAlgn="auto" hangingPunct="1">
              <a:spcAft>
                <a:spcPts val="0"/>
              </a:spcAft>
              <a:buFont typeface="Wingdings"/>
              <a:buChar char=""/>
              <a:defRPr/>
            </a:pPr>
            <a:endParaRPr lang="en-US" sz="2800" dirty="0">
              <a:latin typeface="Franklin Gothic Heavy" pitchFamily="34" charset="0"/>
              <a:cs typeface="Times New Roman" pitchFamily="18" charset="0"/>
            </a:endParaRPr>
          </a:p>
          <a:p>
            <a:pPr marL="640080" lvl="1" indent="-274320" eaLnBrk="1" fontAlgn="auto" hangingPunct="1">
              <a:spcAft>
                <a:spcPts val="0"/>
              </a:spcAft>
              <a:buFont typeface="Wingdings 2"/>
              <a:buChar char=""/>
              <a:defRPr/>
            </a:pPr>
            <a:r>
              <a:rPr lang="en-US" sz="2400" dirty="0">
                <a:latin typeface="Franklin Gothic Heavy" pitchFamily="34" charset="0"/>
                <a:cs typeface="Times New Roman" pitchFamily="18" charset="0"/>
              </a:rPr>
              <a:t>Paraphrasing another’s words by changing sentence construction or word choice with citation</a:t>
            </a:r>
          </a:p>
          <a:p>
            <a:pPr marL="640080" lvl="1" indent="-274320" eaLnBrk="1" fontAlgn="auto" hangingPunct="1">
              <a:spcAft>
                <a:spcPts val="0"/>
              </a:spcAft>
              <a:buFont typeface="Wingdings 2"/>
              <a:buChar char=""/>
              <a:defRPr/>
            </a:pPr>
            <a:endParaRPr lang="en-US" sz="2400" dirty="0">
              <a:latin typeface="Franklin Gothic Heavy" pitchFamily="34" charset="0"/>
              <a:cs typeface="Times New Roman" pitchFamily="18" charset="0"/>
            </a:endParaRPr>
          </a:p>
          <a:p>
            <a:pPr marL="640080" lvl="1" indent="-274320" eaLnBrk="1" fontAlgn="auto" hangingPunct="1">
              <a:spcAft>
                <a:spcPts val="0"/>
              </a:spcAft>
              <a:buFont typeface="Wingdings 2"/>
              <a:buChar char=""/>
              <a:defRPr/>
            </a:pPr>
            <a:r>
              <a:rPr lang="en-US" sz="2400" dirty="0">
                <a:latin typeface="Franklin Gothic Heavy" pitchFamily="34" charset="0"/>
                <a:cs typeface="Times New Roman" pitchFamily="18" charset="0"/>
              </a:rPr>
              <a:t>Paraphrasing while maintaining original sentence construction with acknowledging the source  </a:t>
            </a:r>
            <a:endParaRPr lang="en-US" sz="2400" dirty="0"/>
          </a:p>
        </p:txBody>
      </p:sp>
      <p:sp>
        <p:nvSpPr>
          <p:cNvPr id="2" name="Title 1"/>
          <p:cNvSpPr>
            <a:spLocks noGrp="1"/>
          </p:cNvSpPr>
          <p:nvPr>
            <p:ph type="title"/>
          </p:nvPr>
        </p:nvSpPr>
        <p:spPr>
          <a:xfrm>
            <a:off x="457200" y="384175"/>
            <a:ext cx="8003232" cy="900018"/>
          </a:xfrm>
        </p:spPr>
        <p:txBody>
          <a:bodyPr>
            <a:normAutofit/>
          </a:bodyPr>
          <a:lstStyle/>
          <a:p>
            <a:pPr>
              <a:defRPr/>
            </a:pPr>
            <a:r>
              <a:rPr lang="en-US" sz="4000" dirty="0"/>
              <a:t>Types of plagiarism</a:t>
            </a:r>
          </a:p>
        </p:txBody>
      </p:sp>
      <p:sp>
        <p:nvSpPr>
          <p:cNvPr id="5" name="Slide Number Placeholder 4"/>
          <p:cNvSpPr>
            <a:spLocks noGrp="1"/>
          </p:cNvSpPr>
          <p:nvPr>
            <p:ph type="sldNum" sz="quarter" idx="12"/>
          </p:nvPr>
        </p:nvSpPr>
        <p:spPr/>
        <p:txBody>
          <a:bodyPr/>
          <a:lstStyle/>
          <a:p>
            <a:fld id="{77245E78-C62C-4650-B205-598406699489}" type="slidenum">
              <a:rPr lang="en-US" smtClean="0"/>
              <a:t>59</a:t>
            </a:fld>
            <a:endParaRPr lang="en-US"/>
          </a:p>
        </p:txBody>
      </p:sp>
    </p:spTree>
    <p:extLst>
      <p:ext uri="{BB962C8B-B14F-4D97-AF65-F5344CB8AC3E}">
        <p14:creationId xmlns:p14="http://schemas.microsoft.com/office/powerpoint/2010/main" val="26247834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http://i.ehow.com/images/GlobalPhoto/Articles/2197446/Fotoliacopyright-main_Ful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92696"/>
            <a:ext cx="4572000" cy="6165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Text Placeholder 4"/>
          <p:cNvSpPr>
            <a:spLocks noGrp="1"/>
          </p:cNvSpPr>
          <p:nvPr>
            <p:ph type="body" sz="half" idx="2"/>
          </p:nvPr>
        </p:nvSpPr>
        <p:spPr>
          <a:xfrm>
            <a:off x="4788024" y="692696"/>
            <a:ext cx="4355976" cy="5832647"/>
          </a:xfrm>
        </p:spPr>
        <p:txBody>
          <a:bodyPr>
            <a:noAutofit/>
          </a:bodyPr>
          <a:lstStyle/>
          <a:p>
            <a:pPr marL="457200" indent="-457200" eaLnBrk="1" hangingPunct="1">
              <a:buFont typeface="Wingdings" pitchFamily="2" charset="2"/>
              <a:buChar char="§"/>
            </a:pPr>
            <a:r>
              <a:rPr lang="en-US" altLang="en-US" sz="3200" dirty="0">
                <a:solidFill>
                  <a:schemeClr val="bg1">
                    <a:lumMod val="50000"/>
                  </a:schemeClr>
                </a:solidFill>
                <a:latin typeface="Franklin Gothic Heavy" pitchFamily="34" charset="0"/>
                <a:cs typeface="Times New Roman" pitchFamily="18" charset="0"/>
              </a:rPr>
              <a:t>Plagiarism of Ideas</a:t>
            </a:r>
          </a:p>
          <a:p>
            <a:pPr lvl="1" eaLnBrk="1" hangingPunct="1"/>
            <a:endParaRPr lang="en-US" altLang="en-US" sz="1800" dirty="0">
              <a:solidFill>
                <a:schemeClr val="accent1"/>
              </a:solidFill>
              <a:latin typeface="Franklin Gothic Heavy" pitchFamily="34" charset="0"/>
              <a:cs typeface="Times New Roman" pitchFamily="18" charset="0"/>
            </a:endParaRPr>
          </a:p>
          <a:p>
            <a:pPr marL="914400" lvl="1" indent="-457200" eaLnBrk="1" hangingPunct="1">
              <a:buFont typeface="Arial" panose="020B0604020202020204" pitchFamily="34" charset="0"/>
              <a:buChar char="•"/>
            </a:pPr>
            <a:r>
              <a:rPr lang="en-US" altLang="en-US" sz="2400" dirty="0">
                <a:solidFill>
                  <a:schemeClr val="accent1">
                    <a:lumMod val="75000"/>
                  </a:schemeClr>
                </a:solidFill>
                <a:latin typeface="Franklin Gothic Heavy" pitchFamily="34" charset="0"/>
                <a:cs typeface="Times New Roman" pitchFamily="18" charset="0"/>
              </a:rPr>
              <a:t>Presenting another’ </a:t>
            </a:r>
            <a:r>
              <a:rPr lang="en-US" altLang="en-US" sz="2400" dirty="0" err="1">
                <a:solidFill>
                  <a:schemeClr val="accent1">
                    <a:lumMod val="75000"/>
                  </a:schemeClr>
                </a:solidFill>
                <a:latin typeface="Franklin Gothic Heavy" pitchFamily="34" charset="0"/>
                <a:cs typeface="Times New Roman" pitchFamily="18" charset="0"/>
              </a:rPr>
              <a:t>sideas</a:t>
            </a:r>
            <a:r>
              <a:rPr lang="en-US" altLang="en-US" sz="2400" dirty="0">
                <a:solidFill>
                  <a:schemeClr val="accent1">
                    <a:lumMod val="75000"/>
                  </a:schemeClr>
                </a:solidFill>
                <a:latin typeface="Franklin Gothic Heavy" pitchFamily="34" charset="0"/>
                <a:cs typeface="Times New Roman" pitchFamily="18" charset="0"/>
              </a:rPr>
              <a:t> as your own without giving the person credit</a:t>
            </a:r>
          </a:p>
          <a:p>
            <a:pPr marL="914400" lvl="1" indent="-457200" eaLnBrk="1" hangingPunct="1">
              <a:buFont typeface="Arial" panose="020B0604020202020204" pitchFamily="34" charset="0"/>
              <a:buChar char="•"/>
            </a:pPr>
            <a:endParaRPr lang="en-US" altLang="en-US" sz="2400" dirty="0">
              <a:solidFill>
                <a:schemeClr val="accent1">
                  <a:lumMod val="75000"/>
                </a:schemeClr>
              </a:solidFill>
              <a:latin typeface="Franklin Gothic Heavy" pitchFamily="34" charset="0"/>
              <a:cs typeface="Times New Roman" pitchFamily="18" charset="0"/>
            </a:endParaRPr>
          </a:p>
          <a:p>
            <a:pPr marL="914400" lvl="1" indent="-457200" eaLnBrk="1" hangingPunct="1">
              <a:buFont typeface="Arial" panose="020B0604020202020204" pitchFamily="34" charset="0"/>
              <a:buChar char="•"/>
            </a:pPr>
            <a:r>
              <a:rPr lang="en-US" altLang="en-US" sz="2400" dirty="0">
                <a:solidFill>
                  <a:schemeClr val="accent1">
                    <a:lumMod val="75000"/>
                  </a:schemeClr>
                </a:solidFill>
                <a:latin typeface="Franklin Gothic Heavy" pitchFamily="34" charset="0"/>
                <a:cs typeface="Times New Roman" pitchFamily="18" charset="0"/>
              </a:rPr>
              <a:t>Submitting a paper without citing or incorrectly citing another’s ideas</a:t>
            </a:r>
            <a:endParaRPr lang="en-US" altLang="en-US" sz="2400" dirty="0">
              <a:solidFill>
                <a:schemeClr val="accent1">
                  <a:lumMod val="75000"/>
                </a:schemeClr>
              </a:solidFill>
            </a:endParaRPr>
          </a:p>
        </p:txBody>
      </p:sp>
      <p:sp>
        <p:nvSpPr>
          <p:cNvPr id="2" name="Title 1"/>
          <p:cNvSpPr>
            <a:spLocks noGrp="1"/>
          </p:cNvSpPr>
          <p:nvPr>
            <p:ph type="title"/>
          </p:nvPr>
        </p:nvSpPr>
        <p:spPr>
          <a:xfrm rot="21540000">
            <a:off x="1451301" y="128880"/>
            <a:ext cx="6414587" cy="457200"/>
          </a:xfrm>
          <a:solidFill>
            <a:schemeClr val="bg1"/>
          </a:solidFill>
        </p:spPr>
        <p:txBody>
          <a:bodyPr>
            <a:noAutofit/>
          </a:bodyPr>
          <a:lstStyle/>
          <a:p>
            <a:pPr>
              <a:defRPr/>
            </a:pPr>
            <a:r>
              <a:rPr lang="en-US" sz="3600" dirty="0"/>
              <a:t>Types of plagiarism</a:t>
            </a:r>
            <a:endParaRPr lang="en-US" sz="3600" dirty="0">
              <a:solidFill>
                <a:schemeClr val="accent1"/>
              </a:solidFill>
            </a:endParaRPr>
          </a:p>
        </p:txBody>
      </p:sp>
      <p:sp>
        <p:nvSpPr>
          <p:cNvPr id="4" name="Slide Number Placeholder 3"/>
          <p:cNvSpPr>
            <a:spLocks noGrp="1"/>
          </p:cNvSpPr>
          <p:nvPr>
            <p:ph type="sldNum" sz="quarter" idx="12"/>
          </p:nvPr>
        </p:nvSpPr>
        <p:spPr/>
        <p:txBody>
          <a:bodyPr/>
          <a:lstStyle/>
          <a:p>
            <a:fld id="{77245E78-C62C-4650-B205-598406699489}" type="slidenum">
              <a:rPr lang="en-US" smtClean="0"/>
              <a:t>60</a:t>
            </a:fld>
            <a:endParaRPr lang="en-US"/>
          </a:p>
        </p:txBody>
      </p:sp>
    </p:spTree>
    <p:extLst>
      <p:ext uri="{BB962C8B-B14F-4D97-AF65-F5344CB8AC3E}">
        <p14:creationId xmlns:p14="http://schemas.microsoft.com/office/powerpoint/2010/main" val="325664553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http://oil.otago.ac.nz/oil/centraltafe/module1/Use-information/Cite-and-reference-your-information/Plagiarism/Types-of-Plagiarism/mainParagraphs/0/image/plagiarism%20doctore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984102"/>
            <a:ext cx="3810000" cy="5873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Content Placeholder 2"/>
          <p:cNvSpPr>
            <a:spLocks noGrp="1"/>
          </p:cNvSpPr>
          <p:nvPr>
            <p:ph idx="1"/>
          </p:nvPr>
        </p:nvSpPr>
        <p:spPr>
          <a:xfrm>
            <a:off x="228600" y="1755775"/>
            <a:ext cx="5105400" cy="4873625"/>
          </a:xfrm>
        </p:spPr>
        <p:txBody>
          <a:bodyPr>
            <a:noAutofit/>
          </a:bodyPr>
          <a:lstStyle/>
          <a:p>
            <a:r>
              <a:rPr lang="en-US" altLang="en-US" sz="2800" dirty="0">
                <a:latin typeface="Franklin Gothic Heavy" pitchFamily="34" charset="0"/>
                <a:cs typeface="Times New Roman" pitchFamily="18" charset="0"/>
              </a:rPr>
              <a:t>Plagiarism of Authorship</a:t>
            </a:r>
          </a:p>
          <a:p>
            <a:pPr eaLnBrk="1" hangingPunct="1"/>
            <a:endParaRPr lang="en-US" altLang="en-US" sz="2800" dirty="0">
              <a:latin typeface="Franklin Gothic Heavy" pitchFamily="34" charset="0"/>
              <a:cs typeface="Times New Roman" pitchFamily="18" charset="0"/>
            </a:endParaRPr>
          </a:p>
          <a:p>
            <a:pPr lvl="1" eaLnBrk="1" hangingPunct="1">
              <a:buFont typeface="Arial" panose="020B0604020202020204" pitchFamily="34" charset="0"/>
              <a:buChar char="•"/>
            </a:pPr>
            <a:r>
              <a:rPr lang="en-US" altLang="en-US" sz="2400" dirty="0">
                <a:latin typeface="Franklin Gothic Heavy" pitchFamily="34" charset="0"/>
                <a:cs typeface="Times New Roman" pitchFamily="18" charset="0"/>
              </a:rPr>
              <a:t>Turning in a replication of another’s work</a:t>
            </a:r>
          </a:p>
          <a:p>
            <a:pPr lvl="1" eaLnBrk="1" hangingPunct="1">
              <a:buFont typeface="Arial" panose="020B0604020202020204" pitchFamily="34" charset="0"/>
              <a:buChar char="•"/>
            </a:pPr>
            <a:endParaRPr lang="en-US" altLang="en-US" sz="2400" dirty="0">
              <a:latin typeface="Franklin Gothic Heavy" pitchFamily="34" charset="0"/>
              <a:cs typeface="Times New Roman" pitchFamily="18" charset="0"/>
            </a:endParaRPr>
          </a:p>
          <a:p>
            <a:pPr lvl="1" eaLnBrk="1" hangingPunct="1">
              <a:buFont typeface="Arial" panose="020B0604020202020204" pitchFamily="34" charset="0"/>
              <a:buChar char="•"/>
            </a:pPr>
            <a:r>
              <a:rPr lang="en-US" altLang="en-US" sz="2400" dirty="0">
                <a:latin typeface="Franklin Gothic Heavy" pitchFamily="34" charset="0"/>
                <a:cs typeface="Times New Roman" pitchFamily="18" charset="0"/>
              </a:rPr>
              <a:t>Submitting a paper that you got off the internet or from a friend and presenting it as your own </a:t>
            </a:r>
            <a:endParaRPr lang="en-US" altLang="en-US" sz="2400" dirty="0"/>
          </a:p>
        </p:txBody>
      </p:sp>
      <p:sp>
        <p:nvSpPr>
          <p:cNvPr id="2" name="Title 1"/>
          <p:cNvSpPr>
            <a:spLocks noGrp="1"/>
          </p:cNvSpPr>
          <p:nvPr>
            <p:ph type="title"/>
          </p:nvPr>
        </p:nvSpPr>
        <p:spPr>
          <a:xfrm>
            <a:off x="467544" y="404664"/>
            <a:ext cx="6172200" cy="579438"/>
          </a:xfrm>
          <a:solidFill>
            <a:schemeClr val="bg1">
              <a:lumMod val="65000"/>
            </a:schemeClr>
          </a:solidFill>
        </p:spPr>
        <p:txBody>
          <a:bodyPr>
            <a:noAutofit/>
          </a:bodyPr>
          <a:lstStyle/>
          <a:p>
            <a:pPr>
              <a:defRPr/>
            </a:pPr>
            <a:r>
              <a:rPr lang="en-US" dirty="0">
                <a:solidFill>
                  <a:schemeClr val="tx1"/>
                </a:solidFill>
              </a:rPr>
              <a:t>Types of plagiarism</a:t>
            </a:r>
          </a:p>
        </p:txBody>
      </p:sp>
      <p:sp>
        <p:nvSpPr>
          <p:cNvPr id="4" name="Slide Number Placeholder 3"/>
          <p:cNvSpPr>
            <a:spLocks noGrp="1"/>
          </p:cNvSpPr>
          <p:nvPr>
            <p:ph type="sldNum" sz="quarter" idx="12"/>
          </p:nvPr>
        </p:nvSpPr>
        <p:spPr/>
        <p:txBody>
          <a:bodyPr/>
          <a:lstStyle/>
          <a:p>
            <a:fld id="{77245E78-C62C-4650-B205-598406699489}" type="slidenum">
              <a:rPr lang="en-US" smtClean="0"/>
              <a:t>61</a:t>
            </a:fld>
            <a:endParaRPr lang="en-US"/>
          </a:p>
        </p:txBody>
      </p:sp>
    </p:spTree>
    <p:extLst>
      <p:ext uri="{BB962C8B-B14F-4D97-AF65-F5344CB8AC3E}">
        <p14:creationId xmlns:p14="http://schemas.microsoft.com/office/powerpoint/2010/main" val="14124559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http://www.ccp.edu/site/news_room/transcripts/0108/jpegs/creative_writin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6513"/>
            <a:ext cx="5292080" cy="689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type="body" sz="half" idx="2"/>
          </p:nvPr>
        </p:nvSpPr>
        <p:spPr>
          <a:xfrm>
            <a:off x="5508104" y="228600"/>
            <a:ext cx="3331096" cy="6172200"/>
          </a:xfrm>
        </p:spPr>
        <p:txBody>
          <a:bodyPr>
            <a:normAutofit/>
          </a:bodyPr>
          <a:lstStyle/>
          <a:p>
            <a:pPr eaLnBrk="1" fontAlgn="auto" hangingPunct="1">
              <a:buFont typeface="Wingdings"/>
              <a:buNone/>
              <a:defRPr/>
            </a:pPr>
            <a:r>
              <a:rPr lang="en-US" sz="2400" dirty="0">
                <a:latin typeface="Franklin Gothic Heavy" pitchFamily="34" charset="0"/>
                <a:cs typeface="Times New Roman" pitchFamily="18" charset="0"/>
              </a:rPr>
              <a:t>Plagiarism of Self</a:t>
            </a:r>
          </a:p>
          <a:p>
            <a:pPr marL="640080" lvl="1" indent="-274320" eaLnBrk="1" fontAlgn="auto" hangingPunct="1">
              <a:spcAft>
                <a:spcPts val="0"/>
              </a:spcAft>
              <a:buFont typeface="Arial" pitchFamily="34" charset="0"/>
              <a:buChar char="•"/>
              <a:defRPr/>
            </a:pPr>
            <a:r>
              <a:rPr lang="en-US" sz="2400" dirty="0">
                <a:latin typeface="Franklin Gothic Heavy" pitchFamily="34" charset="0"/>
                <a:cs typeface="Times New Roman" pitchFamily="18" charset="0"/>
              </a:rPr>
              <a:t>The use of previous work for a separate assignment</a:t>
            </a:r>
          </a:p>
          <a:p>
            <a:pPr marL="640080" lvl="1" indent="-274320" eaLnBrk="1" fontAlgn="auto" hangingPunct="1">
              <a:spcAft>
                <a:spcPts val="0"/>
              </a:spcAft>
              <a:buFont typeface="Wingdings 2"/>
              <a:buNone/>
              <a:defRPr/>
            </a:pPr>
            <a:endParaRPr lang="en-US" sz="2400" dirty="0">
              <a:latin typeface="Franklin Gothic Heavy" pitchFamily="34" charset="0"/>
              <a:cs typeface="Times New Roman" pitchFamily="18" charset="0"/>
            </a:endParaRPr>
          </a:p>
          <a:p>
            <a:pPr marL="640080" lvl="1" indent="-274320" eaLnBrk="1" fontAlgn="auto" hangingPunct="1">
              <a:spcAft>
                <a:spcPts val="0"/>
              </a:spcAft>
              <a:buFont typeface="Arial" pitchFamily="34" charset="0"/>
              <a:buChar char="•"/>
              <a:defRPr/>
            </a:pPr>
            <a:r>
              <a:rPr lang="en-US" sz="2400" dirty="0">
                <a:latin typeface="Franklin Gothic Heavy" pitchFamily="34" charset="0"/>
                <a:cs typeface="Times New Roman" pitchFamily="18" charset="0"/>
              </a:rPr>
              <a:t> Although these were you original words and thoughts, receiving credit for a previous assignment is considered cheating</a:t>
            </a:r>
            <a:endParaRPr lang="en-US" sz="2400" dirty="0"/>
          </a:p>
        </p:txBody>
      </p:sp>
      <p:sp>
        <p:nvSpPr>
          <p:cNvPr id="2" name="Title 1"/>
          <p:cNvSpPr>
            <a:spLocks noGrp="1"/>
          </p:cNvSpPr>
          <p:nvPr>
            <p:ph type="title"/>
          </p:nvPr>
        </p:nvSpPr>
        <p:spPr>
          <a:xfrm>
            <a:off x="251520" y="260648"/>
            <a:ext cx="5410200" cy="457200"/>
          </a:xfrm>
        </p:spPr>
        <p:txBody>
          <a:bodyPr>
            <a:noAutofit/>
          </a:bodyPr>
          <a:lstStyle/>
          <a:p>
            <a:pPr eaLnBrk="1" fontAlgn="auto" hangingPunct="1">
              <a:spcAft>
                <a:spcPts val="0"/>
              </a:spcAft>
              <a:defRPr/>
            </a:pPr>
            <a:r>
              <a:rPr lang="en-US" sz="3200" dirty="0" err="1"/>
              <a:t>TypeS</a:t>
            </a:r>
            <a:r>
              <a:rPr lang="en-US" sz="3200" dirty="0"/>
              <a:t> of plagiarism</a:t>
            </a:r>
          </a:p>
        </p:txBody>
      </p:sp>
      <p:sp>
        <p:nvSpPr>
          <p:cNvPr id="5" name="Slide Number Placeholder 4"/>
          <p:cNvSpPr>
            <a:spLocks noGrp="1"/>
          </p:cNvSpPr>
          <p:nvPr>
            <p:ph type="sldNum" sz="quarter" idx="12"/>
          </p:nvPr>
        </p:nvSpPr>
        <p:spPr/>
        <p:txBody>
          <a:bodyPr/>
          <a:lstStyle/>
          <a:p>
            <a:fld id="{77245E78-C62C-4650-B205-598406699489}" type="slidenum">
              <a:rPr lang="en-US" smtClean="0"/>
              <a:t>62</a:t>
            </a:fld>
            <a:endParaRPr lang="en-US"/>
          </a:p>
        </p:txBody>
      </p:sp>
    </p:spTree>
    <p:extLst>
      <p:ext uri="{BB962C8B-B14F-4D97-AF65-F5344CB8AC3E}">
        <p14:creationId xmlns:p14="http://schemas.microsoft.com/office/powerpoint/2010/main" val="19281486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idx="1"/>
          </p:nvPr>
        </p:nvSpPr>
        <p:spPr>
          <a:xfrm>
            <a:off x="381000" y="1752600"/>
            <a:ext cx="8458200" cy="4916760"/>
          </a:xfrm>
        </p:spPr>
        <p:txBody>
          <a:bodyPr>
            <a:normAutofit/>
          </a:bodyPr>
          <a:lstStyle/>
          <a:p>
            <a:pPr eaLnBrk="1" hangingPunct="1">
              <a:spcBef>
                <a:spcPct val="10000"/>
              </a:spcBef>
            </a:pPr>
            <a:r>
              <a:rPr lang="en-GB" altLang="en-US" sz="2800" dirty="0">
                <a:latin typeface="Arial Narrow" pitchFamily="34" charset="0"/>
              </a:rPr>
              <a:t>The practice of an author using portions of their previous writings on the same topic in another of their publications, without specifically citing it formally in quotes. </a:t>
            </a:r>
          </a:p>
          <a:p>
            <a:pPr eaLnBrk="1" hangingPunct="1">
              <a:spcBef>
                <a:spcPct val="10000"/>
              </a:spcBef>
            </a:pPr>
            <a:r>
              <a:rPr lang="en-GB" altLang="en-US" sz="2800" dirty="0">
                <a:latin typeface="Arial Narrow" pitchFamily="34" charset="0"/>
              </a:rPr>
              <a:t>This practice is widespread and at times unintentional</a:t>
            </a:r>
          </a:p>
          <a:p>
            <a:pPr eaLnBrk="1" hangingPunct="1">
              <a:spcBef>
                <a:spcPct val="10000"/>
              </a:spcBef>
            </a:pPr>
            <a:r>
              <a:rPr lang="en-GB" altLang="en-US" sz="2800" dirty="0">
                <a:latin typeface="Arial Narrow" pitchFamily="34" charset="0"/>
              </a:rPr>
              <a:t> Violates the copyright that has been assigned to the publisher </a:t>
            </a:r>
          </a:p>
          <a:p>
            <a:pPr eaLnBrk="1" hangingPunct="1">
              <a:spcBef>
                <a:spcPct val="10000"/>
              </a:spcBef>
            </a:pPr>
            <a:r>
              <a:rPr lang="en-GB" altLang="en-US" sz="2800" dirty="0">
                <a:latin typeface="Arial Narrow" pitchFamily="34" charset="0"/>
              </a:rPr>
              <a:t>No consensus whether this is scientific misconduct</a:t>
            </a:r>
          </a:p>
        </p:txBody>
      </p:sp>
      <p:sp>
        <p:nvSpPr>
          <p:cNvPr id="4098" name="Rectangle 2"/>
          <p:cNvSpPr>
            <a:spLocks noGrp="1" noChangeArrowheads="1"/>
          </p:cNvSpPr>
          <p:nvPr>
            <p:ph type="title"/>
          </p:nvPr>
        </p:nvSpPr>
        <p:spPr>
          <a:xfrm>
            <a:off x="685800" y="152400"/>
            <a:ext cx="7772400" cy="1143000"/>
          </a:xfrm>
        </p:spPr>
        <p:txBody>
          <a:bodyPr/>
          <a:lstStyle/>
          <a:p>
            <a:pPr eaLnBrk="1" hangingPunct="1">
              <a:defRPr/>
            </a:pPr>
            <a:r>
              <a:rPr lang="en-US" dirty="0">
                <a:ea typeface="+mj-ea"/>
              </a:rPr>
              <a:t>self-plagiarism</a:t>
            </a:r>
          </a:p>
        </p:txBody>
      </p:sp>
      <p:sp>
        <p:nvSpPr>
          <p:cNvPr id="3" name="Slide Number Placeholder 2"/>
          <p:cNvSpPr>
            <a:spLocks noGrp="1"/>
          </p:cNvSpPr>
          <p:nvPr>
            <p:ph type="sldNum" sz="quarter" idx="12"/>
          </p:nvPr>
        </p:nvSpPr>
        <p:spPr/>
        <p:txBody>
          <a:bodyPr/>
          <a:lstStyle/>
          <a:p>
            <a:fld id="{77245E78-C62C-4650-B205-598406699489}" type="slidenum">
              <a:rPr lang="en-US" smtClean="0"/>
              <a:t>63</a:t>
            </a:fld>
            <a:endParaRPr lang="en-US"/>
          </a:p>
        </p:txBody>
      </p:sp>
    </p:spTree>
    <p:extLst>
      <p:ext uri="{BB962C8B-B14F-4D97-AF65-F5344CB8AC3E}">
        <p14:creationId xmlns:p14="http://schemas.microsoft.com/office/powerpoint/2010/main" val="5665521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 calcmode="lin" valueType="num">
                                      <p:cBhvr additive="base">
                                        <p:cTn id="7" dur="500" fill="hold"/>
                                        <p:tgtEl>
                                          <p:spTgt spid="40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099">
                                            <p:txEl>
                                              <p:pRg st="1" end="1"/>
                                            </p:txEl>
                                          </p:spTgt>
                                        </p:tgtEl>
                                        <p:attrNameLst>
                                          <p:attrName>style.visibility</p:attrName>
                                        </p:attrNameLst>
                                      </p:cBhvr>
                                      <p:to>
                                        <p:strVal val="visible"/>
                                      </p:to>
                                    </p:set>
                                    <p:anim calcmode="lin" valueType="num">
                                      <p:cBhvr additive="base">
                                        <p:cTn id="13" dur="500" fill="hold"/>
                                        <p:tgtEl>
                                          <p:spTgt spid="40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0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099">
                                            <p:txEl>
                                              <p:pRg st="2" end="2"/>
                                            </p:txEl>
                                          </p:spTgt>
                                        </p:tgtEl>
                                        <p:attrNameLst>
                                          <p:attrName>style.visibility</p:attrName>
                                        </p:attrNameLst>
                                      </p:cBhvr>
                                      <p:to>
                                        <p:strVal val="visible"/>
                                      </p:to>
                                    </p:set>
                                    <p:anim calcmode="lin" valueType="num">
                                      <p:cBhvr additive="base">
                                        <p:cTn id="19" dur="500" fill="hold"/>
                                        <p:tgtEl>
                                          <p:spTgt spid="409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0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099">
                                            <p:txEl>
                                              <p:pRg st="3" end="3"/>
                                            </p:txEl>
                                          </p:spTgt>
                                        </p:tgtEl>
                                        <p:attrNameLst>
                                          <p:attrName>style.visibility</p:attrName>
                                        </p:attrNameLst>
                                      </p:cBhvr>
                                      <p:to>
                                        <p:strVal val="visible"/>
                                      </p:to>
                                    </p:set>
                                    <p:anim calcmode="lin" valueType="num">
                                      <p:cBhvr additive="base">
                                        <p:cTn id="25" dur="500" fill="hold"/>
                                        <p:tgtEl>
                                          <p:spTgt spid="409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09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idx="1"/>
          </p:nvPr>
        </p:nvSpPr>
        <p:spPr>
          <a:xfrm>
            <a:off x="467544" y="1676400"/>
            <a:ext cx="8219256" cy="4038600"/>
          </a:xfrm>
        </p:spPr>
        <p:txBody>
          <a:bodyPr>
            <a:normAutofit/>
          </a:bodyPr>
          <a:lstStyle/>
          <a:p>
            <a:pPr marL="457200" indent="-457200" eaLnBrk="1" hangingPunct="1">
              <a:buFont typeface="Arial" panose="020B0604020202020204" pitchFamily="34" charset="0"/>
              <a:buChar char="•"/>
            </a:pPr>
            <a:r>
              <a:rPr lang="en-US" altLang="en-US" sz="2800" b="0" dirty="0">
                <a:solidFill>
                  <a:schemeClr val="tx1"/>
                </a:solidFill>
              </a:rPr>
              <a:t>use of a copyrighted work for purposes such as criticism, comment, news reporting, teaching or scholarship. </a:t>
            </a:r>
          </a:p>
          <a:p>
            <a:pPr marL="457200" indent="-457200" eaLnBrk="1" hangingPunct="1">
              <a:buFont typeface="Arial" panose="020B0604020202020204" pitchFamily="34" charset="0"/>
              <a:buChar char="•"/>
            </a:pPr>
            <a:r>
              <a:rPr lang="en-US" altLang="en-US" sz="2800" b="0" dirty="0">
                <a:solidFill>
                  <a:schemeClr val="tx1"/>
                </a:solidFill>
              </a:rPr>
              <a:t>use copyrighted materials without seeking permission from the creator or publisher and without paying copyright fees.</a:t>
            </a:r>
          </a:p>
          <a:p>
            <a:pPr eaLnBrk="1" hangingPunct="1"/>
            <a:endParaRPr lang="en-US" altLang="en-US" sz="2800" dirty="0"/>
          </a:p>
        </p:txBody>
      </p:sp>
      <p:sp>
        <p:nvSpPr>
          <p:cNvPr id="12291" name="Rectangle 3"/>
          <p:cNvSpPr>
            <a:spLocks noGrp="1" noChangeArrowheads="1"/>
          </p:cNvSpPr>
          <p:nvPr>
            <p:ph type="title"/>
          </p:nvPr>
        </p:nvSpPr>
        <p:spPr>
          <a:xfrm>
            <a:off x="471261" y="288155"/>
            <a:ext cx="8458200" cy="904528"/>
          </a:xfrm>
        </p:spPr>
        <p:txBody>
          <a:bodyPr>
            <a:normAutofit fontScale="90000"/>
          </a:bodyPr>
          <a:lstStyle/>
          <a:p>
            <a:pPr>
              <a:defRPr/>
            </a:pPr>
            <a:r>
              <a:rPr lang="en-GB" altLang="en-US" b="1" dirty="0">
                <a:solidFill>
                  <a:schemeClr val="accent2"/>
                </a:solidFill>
                <a:effectLst>
                  <a:outerShdw blurRad="38100" dist="38100" dir="2700000" algn="tl">
                    <a:srgbClr val="000000"/>
                  </a:outerShdw>
                </a:effectLst>
                <a:latin typeface="Arial" charset="0"/>
              </a:rPr>
              <a:t>Fair use of intellectual property</a:t>
            </a:r>
            <a:endParaRPr lang="en-US" dirty="0">
              <a:ea typeface="+mj-ea"/>
            </a:endParaRPr>
          </a:p>
        </p:txBody>
      </p:sp>
      <p:sp>
        <p:nvSpPr>
          <p:cNvPr id="3" name="Slide Number Placeholder 2"/>
          <p:cNvSpPr>
            <a:spLocks noGrp="1"/>
          </p:cNvSpPr>
          <p:nvPr>
            <p:ph type="sldNum" sz="quarter" idx="12"/>
          </p:nvPr>
        </p:nvSpPr>
        <p:spPr/>
        <p:txBody>
          <a:bodyPr/>
          <a:lstStyle/>
          <a:p>
            <a:fld id="{77245E78-C62C-4650-B205-598406699489}" type="slidenum">
              <a:rPr lang="en-US" smtClean="0"/>
              <a:t>64</a:t>
            </a:fld>
            <a:endParaRPr lang="en-US"/>
          </a:p>
        </p:txBody>
      </p:sp>
      <p:sp>
        <p:nvSpPr>
          <p:cNvPr id="12292" name="AutoShape 4"/>
          <p:cNvSpPr>
            <a:spLocks noChangeArrowheads="1"/>
          </p:cNvSpPr>
          <p:nvPr/>
        </p:nvSpPr>
        <p:spPr bwMode="auto">
          <a:xfrm rot="21126459">
            <a:off x="2030303" y="4490531"/>
            <a:ext cx="6930974" cy="1379534"/>
          </a:xfrm>
          <a:prstGeom prst="cloudCallout">
            <a:avLst>
              <a:gd name="adj1" fmla="val -49083"/>
              <a:gd name="adj2" fmla="val 93259"/>
            </a:avLst>
          </a:prstGeom>
          <a:gradFill rotWithShape="1">
            <a:gsLst>
              <a:gs pos="0">
                <a:srgbClr val="003300"/>
              </a:gs>
              <a:gs pos="100000">
                <a:schemeClr val="tx1"/>
              </a:gs>
            </a:gsLst>
            <a:path path="rect">
              <a:fillToRect l="50000" t="50000" r="50000" b="50000"/>
            </a:path>
          </a:gradFill>
          <a:ln w="25400">
            <a:solidFill>
              <a:srgbClr val="66FF33"/>
            </a:solidFill>
            <a:prstDash val="dash"/>
            <a:round/>
            <a:headEnd/>
            <a:tailEnd/>
          </a:ln>
          <a:effectLst/>
        </p:spPr>
        <p:txBody>
          <a:bodyPr/>
          <a:lstStyle/>
          <a:p>
            <a:pPr algn="ctr">
              <a:defRPr/>
            </a:pPr>
            <a:r>
              <a:rPr lang="en-US" sz="2800" b="1" dirty="0">
                <a:solidFill>
                  <a:srgbClr val="FFFF99"/>
                </a:solidFill>
                <a:effectLst>
                  <a:outerShdw blurRad="38100" dist="38100" dir="2700000" algn="tl">
                    <a:srgbClr val="000000"/>
                  </a:outerShdw>
                </a:effectLst>
                <a:latin typeface="Comic Sans MS" pitchFamily="66" charset="0"/>
                <a:ea typeface="ＭＳ Ｐゴシック" pitchFamily="2" charset="-128"/>
              </a:rPr>
              <a:t>Does not mean that you can plagiarize!!!</a:t>
            </a:r>
          </a:p>
        </p:txBody>
      </p:sp>
    </p:spTree>
    <p:extLst>
      <p:ext uri="{BB962C8B-B14F-4D97-AF65-F5344CB8AC3E}">
        <p14:creationId xmlns:p14="http://schemas.microsoft.com/office/powerpoint/2010/main" val="157463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0">
                                            <p:txEl>
                                              <p:pRg st="0" end="0"/>
                                            </p:txEl>
                                          </p:spTgt>
                                        </p:tgtEl>
                                        <p:attrNameLst>
                                          <p:attrName>style.visibility</p:attrName>
                                        </p:attrNameLst>
                                      </p:cBhvr>
                                      <p:to>
                                        <p:strVal val="visible"/>
                                      </p:to>
                                    </p:set>
                                    <p:anim calcmode="lin" valueType="num">
                                      <p:cBhvr additive="base">
                                        <p:cTn id="7" dur="500" fill="hold"/>
                                        <p:tgtEl>
                                          <p:spTgt spid="1229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29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290">
                                            <p:txEl>
                                              <p:pRg st="1" end="1"/>
                                            </p:txEl>
                                          </p:spTgt>
                                        </p:tgtEl>
                                        <p:attrNameLst>
                                          <p:attrName>style.visibility</p:attrName>
                                        </p:attrNameLst>
                                      </p:cBhvr>
                                      <p:to>
                                        <p:strVal val="visible"/>
                                      </p:to>
                                    </p:set>
                                    <p:anim calcmode="lin" valueType="num">
                                      <p:cBhvr additive="base">
                                        <p:cTn id="13" dur="500" fill="hold"/>
                                        <p:tgtEl>
                                          <p:spTgt spid="1229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29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8" presetClass="entr" presetSubtype="16" fill="hold" grpId="0" nodeType="clickEffect">
                                  <p:stCondLst>
                                    <p:cond delay="0"/>
                                  </p:stCondLst>
                                  <p:childTnLst>
                                    <p:set>
                                      <p:cBhvr>
                                        <p:cTn id="18" dur="1" fill="hold">
                                          <p:stCondLst>
                                            <p:cond delay="0"/>
                                          </p:stCondLst>
                                        </p:cTn>
                                        <p:tgtEl>
                                          <p:spTgt spid="12292"/>
                                        </p:tgtEl>
                                        <p:attrNameLst>
                                          <p:attrName>style.visibility</p:attrName>
                                        </p:attrNameLst>
                                      </p:cBhvr>
                                      <p:to>
                                        <p:strVal val="visible"/>
                                      </p:to>
                                    </p:set>
                                    <p:animEffect transition="in" filter="diamond(in)">
                                      <p:cBhvr>
                                        <p:cTn id="19" dur="500"/>
                                        <p:tgtEl>
                                          <p:spTgt spid="12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build="p"/>
      <p:bldP spid="12292"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3"/>
          <p:cNvSpPr>
            <a:spLocks noGrp="1" noChangeArrowheads="1"/>
          </p:cNvSpPr>
          <p:nvPr>
            <p:ph idx="1"/>
          </p:nvPr>
        </p:nvSpPr>
        <p:spPr>
          <a:xfrm>
            <a:off x="327025" y="2286000"/>
            <a:ext cx="8435975" cy="4114800"/>
          </a:xfrm>
        </p:spPr>
        <p:txBody>
          <a:bodyPr>
            <a:normAutofit/>
          </a:bodyPr>
          <a:lstStyle/>
          <a:p>
            <a:pPr marL="457200" indent="-457200" eaLnBrk="1" hangingPunct="1">
              <a:lnSpc>
                <a:spcPct val="110000"/>
              </a:lnSpc>
              <a:spcBef>
                <a:spcPct val="10000"/>
              </a:spcBef>
              <a:spcAft>
                <a:spcPct val="5000"/>
              </a:spcAft>
              <a:buFont typeface="Arial" panose="020B0604020202020204" pitchFamily="34" charset="0"/>
              <a:buChar char="•"/>
            </a:pPr>
            <a:r>
              <a:rPr lang="en-US" altLang="en-US" sz="3200" b="0" dirty="0">
                <a:solidFill>
                  <a:schemeClr val="tx1"/>
                </a:solidFill>
                <a:latin typeface="Arial Narrow" pitchFamily="34" charset="0"/>
              </a:rPr>
              <a:t>Plagiarism issues are not strictly related to copyright issues - though the two may overlap.    </a:t>
            </a:r>
          </a:p>
          <a:p>
            <a:pPr marL="457200" indent="-457200" eaLnBrk="1" hangingPunct="1">
              <a:lnSpc>
                <a:spcPct val="110000"/>
              </a:lnSpc>
              <a:spcBef>
                <a:spcPct val="10000"/>
              </a:spcBef>
              <a:spcAft>
                <a:spcPct val="5000"/>
              </a:spcAft>
              <a:buFont typeface="Arial" panose="020B0604020202020204" pitchFamily="34" charset="0"/>
              <a:buChar char="•"/>
            </a:pPr>
            <a:r>
              <a:rPr lang="en-US" altLang="en-US" sz="3200" b="0" dirty="0">
                <a:solidFill>
                  <a:schemeClr val="tx1"/>
                </a:solidFill>
                <a:latin typeface="Arial Narrow" pitchFamily="34" charset="0"/>
              </a:rPr>
              <a:t>Copyright is a legal concept; plagiarism is literary and more of an ethical issue.</a:t>
            </a:r>
          </a:p>
          <a:p>
            <a:pPr marL="457200" indent="-457200" eaLnBrk="1" hangingPunct="1">
              <a:lnSpc>
                <a:spcPct val="110000"/>
              </a:lnSpc>
              <a:spcBef>
                <a:spcPct val="10000"/>
              </a:spcBef>
              <a:spcAft>
                <a:spcPct val="5000"/>
              </a:spcAft>
              <a:buFont typeface="Arial" panose="020B0604020202020204" pitchFamily="34" charset="0"/>
              <a:buChar char="•"/>
            </a:pPr>
            <a:r>
              <a:rPr lang="en-US" altLang="en-US" sz="3200" b="0" dirty="0">
                <a:solidFill>
                  <a:schemeClr val="tx1"/>
                </a:solidFill>
                <a:latin typeface="Arial Narrow" pitchFamily="34" charset="0"/>
              </a:rPr>
              <a:t>Publishers are more worried about copyright violation. </a:t>
            </a:r>
          </a:p>
        </p:txBody>
      </p:sp>
      <p:sp>
        <p:nvSpPr>
          <p:cNvPr id="37890" name="Rectangle 2"/>
          <p:cNvSpPr>
            <a:spLocks noGrp="1" noChangeArrowheads="1"/>
          </p:cNvSpPr>
          <p:nvPr>
            <p:ph type="title"/>
          </p:nvPr>
        </p:nvSpPr>
        <p:spPr>
          <a:xfrm>
            <a:off x="2514600" y="457200"/>
            <a:ext cx="6629400" cy="811560"/>
          </a:xfrm>
        </p:spPr>
        <p:txBody>
          <a:bodyPr>
            <a:normAutofit fontScale="90000"/>
          </a:bodyPr>
          <a:lstStyle/>
          <a:p>
            <a:pPr>
              <a:lnSpc>
                <a:spcPct val="115000"/>
              </a:lnSpc>
              <a:defRPr/>
            </a:pPr>
            <a:r>
              <a:rPr lang="en-GB" altLang="en-US" sz="3200" b="1" dirty="0">
                <a:solidFill>
                  <a:schemeClr val="accent2"/>
                </a:solidFill>
                <a:effectLst>
                  <a:outerShdw blurRad="38100" dist="38100" dir="2700000" algn="tl">
                    <a:srgbClr val="000000"/>
                  </a:outerShdw>
                </a:effectLst>
                <a:latin typeface="Arial" charset="0"/>
              </a:rPr>
              <a:t>Copyright and plagiarism</a:t>
            </a:r>
            <a:endParaRPr lang="en-US" sz="3200" dirty="0"/>
          </a:p>
        </p:txBody>
      </p:sp>
      <p:sp>
        <p:nvSpPr>
          <p:cNvPr id="3" name="Slide Number Placeholder 2"/>
          <p:cNvSpPr>
            <a:spLocks noGrp="1"/>
          </p:cNvSpPr>
          <p:nvPr>
            <p:ph type="sldNum" sz="quarter" idx="12"/>
          </p:nvPr>
        </p:nvSpPr>
        <p:spPr/>
        <p:txBody>
          <a:bodyPr/>
          <a:lstStyle/>
          <a:p>
            <a:fld id="{77245E78-C62C-4650-B205-598406699489}" type="slidenum">
              <a:rPr lang="en-US" smtClean="0"/>
              <a:t>65</a:t>
            </a:fld>
            <a:endParaRPr lang="en-US"/>
          </a:p>
        </p:txBody>
      </p:sp>
      <p:sp>
        <p:nvSpPr>
          <p:cNvPr id="24581" name="Text Box 4"/>
          <p:cNvSpPr txBox="1">
            <a:spLocks noChangeArrowheads="1"/>
          </p:cNvSpPr>
          <p:nvPr/>
        </p:nvSpPr>
        <p:spPr bwMode="auto">
          <a:xfrm>
            <a:off x="2743200" y="6234195"/>
            <a:ext cx="6096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SzPct val="80000"/>
              <a:buFont typeface="Wingdings" pitchFamily="2" charset="2"/>
              <a:buChar char="v"/>
              <a:defRPr sz="3200">
                <a:solidFill>
                  <a:schemeClr val="bg1"/>
                </a:solidFill>
                <a:latin typeface="Arial" charset="0"/>
                <a:ea typeface="MS PGothic" pitchFamily="34" charset="-128"/>
              </a:defRPr>
            </a:lvl1pPr>
            <a:lvl2pPr marL="742950" indent="-285750">
              <a:spcBef>
                <a:spcPct val="20000"/>
              </a:spcBef>
              <a:buSzPct val="85000"/>
              <a:buFont typeface="Wingdings" pitchFamily="2" charset="2"/>
              <a:buChar char="Ø"/>
              <a:defRPr sz="2800">
                <a:solidFill>
                  <a:srgbClr val="FFFF99"/>
                </a:solidFill>
                <a:latin typeface="Arial" charset="0"/>
                <a:ea typeface="MS PGothic" pitchFamily="34" charset="-128"/>
              </a:defRPr>
            </a:lvl2pPr>
            <a:lvl3pPr marL="1143000" indent="-228600">
              <a:spcBef>
                <a:spcPct val="20000"/>
              </a:spcBef>
              <a:buChar char="•"/>
              <a:defRPr sz="2400">
                <a:solidFill>
                  <a:schemeClr val="tx1"/>
                </a:solidFill>
                <a:latin typeface="Arial" charset="0"/>
                <a:ea typeface="MS PGothic" pitchFamily="34" charset="-128"/>
              </a:defRPr>
            </a:lvl3pPr>
            <a:lvl4pPr marL="1600200" indent="-228600">
              <a:spcBef>
                <a:spcPct val="20000"/>
              </a:spcBef>
              <a:buChar char="–"/>
              <a:defRPr sz="2000">
                <a:solidFill>
                  <a:schemeClr val="tx1"/>
                </a:solidFill>
                <a:latin typeface="Arial" charset="0"/>
                <a:ea typeface="MS PGothic" pitchFamily="34" charset="-128"/>
              </a:defRPr>
            </a:lvl4pPr>
            <a:lvl5pPr marL="2057400" indent="-228600">
              <a:spcBef>
                <a:spcPct val="20000"/>
              </a:spcBef>
              <a:buChar char="»"/>
              <a:defRPr sz="2000">
                <a:solidFill>
                  <a:schemeClr val="tx1"/>
                </a:solidFill>
                <a:latin typeface="Arial" charset="0"/>
                <a:ea typeface="MS PGothic"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MS PGothic"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MS PGothic"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MS PGothic"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MS PGothic" pitchFamily="34" charset="-128"/>
              </a:defRPr>
            </a:lvl9pPr>
          </a:lstStyle>
          <a:p>
            <a:pPr algn="r">
              <a:spcBef>
                <a:spcPct val="50000"/>
              </a:spcBef>
              <a:buSzTx/>
              <a:buFontTx/>
              <a:buNone/>
            </a:pPr>
            <a:r>
              <a:rPr lang="en-US" altLang="en-US" sz="2000" dirty="0">
                <a:solidFill>
                  <a:schemeClr val="tx1"/>
                </a:solidFill>
              </a:rPr>
              <a:t>WAME discussion board</a:t>
            </a:r>
          </a:p>
        </p:txBody>
      </p:sp>
      <p:pic>
        <p:nvPicPr>
          <p:cNvPr id="24582"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128838"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37899"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514600" cy="188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37900" name="Text Box 12"/>
          <p:cNvSpPr txBox="1">
            <a:spLocks noChangeArrowheads="1"/>
          </p:cNvSpPr>
          <p:nvPr/>
        </p:nvSpPr>
        <p:spPr bwMode="auto">
          <a:xfrm>
            <a:off x="228600" y="1410508"/>
            <a:ext cx="2514600" cy="45720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SzPct val="80000"/>
              <a:buFont typeface="Wingdings" pitchFamily="2" charset="2"/>
              <a:buChar char="v"/>
              <a:defRPr sz="3200">
                <a:solidFill>
                  <a:schemeClr val="bg1"/>
                </a:solidFill>
                <a:latin typeface="Arial" charset="0"/>
                <a:ea typeface="MS PGothic" pitchFamily="34" charset="-128"/>
              </a:defRPr>
            </a:lvl1pPr>
            <a:lvl2pPr marL="742950" indent="-285750">
              <a:spcBef>
                <a:spcPct val="20000"/>
              </a:spcBef>
              <a:buSzPct val="85000"/>
              <a:buFont typeface="Wingdings" pitchFamily="2" charset="2"/>
              <a:buChar char="Ø"/>
              <a:defRPr sz="2800">
                <a:solidFill>
                  <a:srgbClr val="FFFF99"/>
                </a:solidFill>
                <a:latin typeface="Arial" charset="0"/>
                <a:ea typeface="MS PGothic" pitchFamily="34" charset="-128"/>
              </a:defRPr>
            </a:lvl2pPr>
            <a:lvl3pPr marL="1143000" indent="-228600">
              <a:spcBef>
                <a:spcPct val="20000"/>
              </a:spcBef>
              <a:buChar char="•"/>
              <a:defRPr sz="2400">
                <a:solidFill>
                  <a:schemeClr val="tx1"/>
                </a:solidFill>
                <a:latin typeface="Arial" charset="0"/>
                <a:ea typeface="MS PGothic" pitchFamily="34" charset="-128"/>
              </a:defRPr>
            </a:lvl3pPr>
            <a:lvl4pPr marL="1600200" indent="-228600">
              <a:spcBef>
                <a:spcPct val="20000"/>
              </a:spcBef>
              <a:buChar char="–"/>
              <a:defRPr sz="2000">
                <a:solidFill>
                  <a:schemeClr val="tx1"/>
                </a:solidFill>
                <a:latin typeface="Arial" charset="0"/>
                <a:ea typeface="MS PGothic" pitchFamily="34" charset="-128"/>
              </a:defRPr>
            </a:lvl4pPr>
            <a:lvl5pPr marL="2057400" indent="-228600">
              <a:spcBef>
                <a:spcPct val="20000"/>
              </a:spcBef>
              <a:buChar char="»"/>
              <a:defRPr sz="2000">
                <a:solidFill>
                  <a:schemeClr val="tx1"/>
                </a:solidFill>
                <a:latin typeface="Arial" charset="0"/>
                <a:ea typeface="MS PGothic" pitchFamily="34" charset="-128"/>
              </a:defRPr>
            </a:lvl5pPr>
            <a:lvl6pPr marL="2514600" indent="-228600" eaLnBrk="0" fontAlgn="base" hangingPunct="0">
              <a:spcBef>
                <a:spcPct val="20000"/>
              </a:spcBef>
              <a:spcAft>
                <a:spcPct val="0"/>
              </a:spcAft>
              <a:buChar char="»"/>
              <a:defRPr sz="2000">
                <a:solidFill>
                  <a:schemeClr val="tx1"/>
                </a:solidFill>
                <a:latin typeface="Arial" charset="0"/>
                <a:ea typeface="MS PGothic" pitchFamily="34" charset="-128"/>
              </a:defRPr>
            </a:lvl6pPr>
            <a:lvl7pPr marL="2971800" indent="-228600" eaLnBrk="0" fontAlgn="base" hangingPunct="0">
              <a:spcBef>
                <a:spcPct val="20000"/>
              </a:spcBef>
              <a:spcAft>
                <a:spcPct val="0"/>
              </a:spcAft>
              <a:buChar char="»"/>
              <a:defRPr sz="2000">
                <a:solidFill>
                  <a:schemeClr val="tx1"/>
                </a:solidFill>
                <a:latin typeface="Arial" charset="0"/>
                <a:ea typeface="MS PGothic" pitchFamily="34" charset="-128"/>
              </a:defRPr>
            </a:lvl7pPr>
            <a:lvl8pPr marL="3429000" indent="-228600" eaLnBrk="0" fontAlgn="base" hangingPunct="0">
              <a:spcBef>
                <a:spcPct val="20000"/>
              </a:spcBef>
              <a:spcAft>
                <a:spcPct val="0"/>
              </a:spcAft>
              <a:buChar char="»"/>
              <a:defRPr sz="2000">
                <a:solidFill>
                  <a:schemeClr val="tx1"/>
                </a:solidFill>
                <a:latin typeface="Arial" charset="0"/>
                <a:ea typeface="MS PGothic" pitchFamily="34" charset="-128"/>
              </a:defRPr>
            </a:lvl8pPr>
            <a:lvl9pPr marL="3886200" indent="-228600" eaLnBrk="0" fontAlgn="base" hangingPunct="0">
              <a:spcBef>
                <a:spcPct val="20000"/>
              </a:spcBef>
              <a:spcAft>
                <a:spcPct val="0"/>
              </a:spcAft>
              <a:buChar char="»"/>
              <a:defRPr sz="2000">
                <a:solidFill>
                  <a:schemeClr val="tx1"/>
                </a:solidFill>
                <a:latin typeface="Arial" charset="0"/>
                <a:ea typeface="MS PGothic" pitchFamily="34" charset="-128"/>
              </a:defRPr>
            </a:lvl9pPr>
          </a:lstStyle>
          <a:p>
            <a:pPr algn="ctr">
              <a:spcBef>
                <a:spcPct val="50000"/>
              </a:spcBef>
              <a:buSzTx/>
              <a:buFontTx/>
              <a:buNone/>
            </a:pPr>
            <a:r>
              <a:rPr lang="en-US" altLang="en-US" sz="2400" dirty="0">
                <a:solidFill>
                  <a:schemeClr val="tx1"/>
                </a:solidFill>
              </a:rPr>
              <a:t>12,500 USD</a:t>
            </a:r>
          </a:p>
        </p:txBody>
      </p:sp>
    </p:spTree>
    <p:extLst>
      <p:ext uri="{BB962C8B-B14F-4D97-AF65-F5344CB8AC3E}">
        <p14:creationId xmlns:p14="http://schemas.microsoft.com/office/powerpoint/2010/main" val="33753994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7899"/>
                                        </p:tgtEl>
                                        <p:attrNameLst>
                                          <p:attrName>style.visibility</p:attrName>
                                        </p:attrNameLst>
                                      </p:cBhvr>
                                      <p:to>
                                        <p:strVal val="visible"/>
                                      </p:to>
                                    </p:set>
                                    <p:animEffect transition="in" filter="dissolve">
                                      <p:cBhvr>
                                        <p:cTn id="7" dur="500"/>
                                        <p:tgtEl>
                                          <p:spTgt spid="37899"/>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7900"/>
                                        </p:tgtEl>
                                        <p:attrNameLst>
                                          <p:attrName>style.visibility</p:attrName>
                                        </p:attrNameLst>
                                      </p:cBhvr>
                                      <p:to>
                                        <p:strVal val="visible"/>
                                      </p:to>
                                    </p:set>
                                    <p:animEffect transition="in" filter="dissolve">
                                      <p:cBhvr>
                                        <p:cTn id="10" dur="500"/>
                                        <p:tgtEl>
                                          <p:spTgt spid="379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00"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52600"/>
            <a:ext cx="8147248" cy="4952681"/>
          </a:xfrm>
        </p:spPr>
        <p:txBody>
          <a:bodyPr>
            <a:noAutofit/>
          </a:bodyPr>
          <a:lstStyle/>
          <a:p>
            <a:r>
              <a:rPr lang="en-MY" sz="3200" dirty="0"/>
              <a:t>The Plagiarism Spectrum identifies 10 types of </a:t>
            </a:r>
            <a:r>
              <a:rPr lang="en-MY" sz="3200" dirty="0">
                <a:hlinkClick r:id="rId2" action="ppaction://hlinkfile"/>
              </a:rPr>
              <a:t>plagiarism </a:t>
            </a:r>
            <a:r>
              <a:rPr lang="en-MY" sz="3200" dirty="0"/>
              <a:t>based on findings from a worldwide survey of nearly 900 secondary and higher education instructors.</a:t>
            </a:r>
          </a:p>
          <a:p>
            <a:pPr marL="0" indent="0" algn="r">
              <a:buNone/>
            </a:pPr>
            <a:endParaRPr lang="en-MY" sz="2800" dirty="0"/>
          </a:p>
          <a:p>
            <a:pPr marL="0" indent="0" algn="r">
              <a:buNone/>
            </a:pPr>
            <a:endParaRPr lang="en-MY" sz="2800" dirty="0"/>
          </a:p>
          <a:p>
            <a:pPr marL="0" indent="0" algn="r">
              <a:buNone/>
            </a:pPr>
            <a:r>
              <a:rPr lang="en-MY" sz="1800" dirty="0"/>
              <a:t>© </a:t>
            </a:r>
            <a:r>
              <a:rPr lang="en-MY" sz="1800" dirty="0" err="1"/>
              <a:t>Turnitin</a:t>
            </a:r>
            <a:r>
              <a:rPr lang="en-MY" sz="1800" dirty="0"/>
              <a:t> 2016. All stats: </a:t>
            </a:r>
            <a:r>
              <a:rPr lang="en-MY" sz="1800" dirty="0" err="1"/>
              <a:t>Turnitin</a:t>
            </a:r>
            <a:r>
              <a:rPr lang="en-MY" sz="1800" dirty="0"/>
              <a:t> White Paper The Plagiarism Spectrum: Instructor Insights into the 10 Types of Plagiarism.</a:t>
            </a:r>
            <a:endParaRPr lang="en-US" sz="1800" dirty="0"/>
          </a:p>
        </p:txBody>
      </p:sp>
      <p:sp>
        <p:nvSpPr>
          <p:cNvPr id="2" name="Title 1"/>
          <p:cNvSpPr>
            <a:spLocks noGrp="1"/>
          </p:cNvSpPr>
          <p:nvPr>
            <p:ph type="title"/>
          </p:nvPr>
        </p:nvSpPr>
        <p:spPr>
          <a:xfrm>
            <a:off x="457200" y="152718"/>
            <a:ext cx="7427168" cy="1371600"/>
          </a:xfrm>
        </p:spPr>
        <p:txBody>
          <a:bodyPr/>
          <a:lstStyle/>
          <a:p>
            <a:r>
              <a:rPr lang="en-MY" sz="4800" b="1" dirty="0">
                <a:solidFill>
                  <a:srgbClr val="C00000"/>
                </a:solidFill>
              </a:rPr>
              <a:t>10 </a:t>
            </a:r>
            <a:r>
              <a:rPr lang="en-MY" b="1" dirty="0"/>
              <a:t>types of plagiarism</a:t>
            </a:r>
            <a:endParaRPr lang="en-US" b="1" dirty="0"/>
          </a:p>
        </p:txBody>
      </p:sp>
      <p:sp>
        <p:nvSpPr>
          <p:cNvPr id="5" name="Slide Number Placeholder 4"/>
          <p:cNvSpPr>
            <a:spLocks noGrp="1"/>
          </p:cNvSpPr>
          <p:nvPr>
            <p:ph type="sldNum" sz="quarter" idx="12"/>
          </p:nvPr>
        </p:nvSpPr>
        <p:spPr/>
        <p:txBody>
          <a:bodyPr/>
          <a:lstStyle/>
          <a:p>
            <a:fld id="{77245E78-C62C-4650-B205-598406699489}" type="slidenum">
              <a:rPr lang="en-US" smtClean="0"/>
              <a:t>66</a:t>
            </a:fld>
            <a:endParaRPr lang="en-US"/>
          </a:p>
        </p:txBody>
      </p:sp>
    </p:spTree>
    <p:extLst>
      <p:ext uri="{BB962C8B-B14F-4D97-AF65-F5344CB8AC3E}">
        <p14:creationId xmlns:p14="http://schemas.microsoft.com/office/powerpoint/2010/main" val="23825225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Content Placeholder 5"/>
          <p:cNvSpPr>
            <a:spLocks noGrp="1"/>
          </p:cNvSpPr>
          <p:nvPr>
            <p:ph idx="1"/>
          </p:nvPr>
        </p:nvSpPr>
        <p:spPr/>
        <p:txBody>
          <a:bodyPr>
            <a:normAutofit/>
          </a:bodyPr>
          <a:lstStyle/>
          <a:p>
            <a:pPr marL="571500" indent="-571500">
              <a:buFont typeface="Arial" panose="020B0604020202020204" pitchFamily="34" charset="0"/>
              <a:buChar char="•"/>
            </a:pPr>
            <a:r>
              <a:rPr lang="en-US" altLang="en-US" sz="3900" b="1" dirty="0" err="1"/>
              <a:t>BibMe</a:t>
            </a:r>
            <a:endParaRPr lang="en-US" altLang="en-US" sz="3900" dirty="0"/>
          </a:p>
          <a:p>
            <a:pPr marL="571500" indent="-571500">
              <a:buFont typeface="Arial" panose="020B0604020202020204" pitchFamily="34" charset="0"/>
              <a:buChar char="•"/>
            </a:pPr>
            <a:r>
              <a:rPr lang="en-US" altLang="en-US" sz="3900" b="1" dirty="0"/>
              <a:t>Citation Maker</a:t>
            </a:r>
            <a:endParaRPr lang="en-US" altLang="en-US" sz="3900" dirty="0"/>
          </a:p>
          <a:p>
            <a:pPr marL="571500" indent="-571500">
              <a:buFont typeface="Arial" panose="020B0604020202020204" pitchFamily="34" charset="0"/>
              <a:buChar char="•"/>
            </a:pPr>
            <a:r>
              <a:rPr lang="en-US" altLang="en-US" sz="3900" b="1" dirty="0"/>
              <a:t>Citation Machine</a:t>
            </a:r>
          </a:p>
          <a:p>
            <a:pPr marL="571500" indent="-571500">
              <a:buFont typeface="Arial" panose="020B0604020202020204" pitchFamily="34" charset="0"/>
              <a:buChar char="•"/>
            </a:pPr>
            <a:r>
              <a:rPr lang="en-US" altLang="en-US" sz="3900" b="1" dirty="0" err="1"/>
              <a:t>KnightCite</a:t>
            </a:r>
            <a:endParaRPr lang="en-US" altLang="en-US" sz="3900" b="1" dirty="0"/>
          </a:p>
        </p:txBody>
      </p:sp>
      <p:sp>
        <p:nvSpPr>
          <p:cNvPr id="28674" name="Rectangle 2"/>
          <p:cNvSpPr>
            <a:spLocks noGrp="1" noChangeArrowheads="1"/>
          </p:cNvSpPr>
          <p:nvPr>
            <p:ph type="title"/>
          </p:nvPr>
        </p:nvSpPr>
        <p:spPr>
          <a:xfrm>
            <a:off x="981075" y="228600"/>
            <a:ext cx="7239000" cy="680120"/>
          </a:xfrm>
        </p:spPr>
        <p:txBody>
          <a:bodyPr>
            <a:noAutofit/>
          </a:bodyPr>
          <a:lstStyle/>
          <a:p>
            <a:r>
              <a:rPr lang="en-US" altLang="en-US" sz="4400" b="1" dirty="0"/>
              <a:t>Citing Sources </a:t>
            </a:r>
            <a:endParaRPr lang="en-US" altLang="en-US" sz="4800" dirty="0"/>
          </a:p>
        </p:txBody>
      </p:sp>
      <p:sp>
        <p:nvSpPr>
          <p:cNvPr id="3" name="Slide Number Placeholder 2"/>
          <p:cNvSpPr>
            <a:spLocks noGrp="1"/>
          </p:cNvSpPr>
          <p:nvPr>
            <p:ph type="sldNum" sz="quarter" idx="12"/>
          </p:nvPr>
        </p:nvSpPr>
        <p:spPr/>
        <p:txBody>
          <a:bodyPr/>
          <a:lstStyle/>
          <a:p>
            <a:fld id="{77245E78-C62C-4650-B205-598406699489}" type="slidenum">
              <a:rPr lang="en-US" smtClean="0"/>
              <a:t>67</a:t>
            </a:fld>
            <a:endParaRPr lang="en-US"/>
          </a:p>
        </p:txBody>
      </p:sp>
      <p:sp>
        <p:nvSpPr>
          <p:cNvPr id="28675" name="Text Box 4"/>
          <p:cNvSpPr txBox="1">
            <a:spLocks noChangeArrowheads="1"/>
          </p:cNvSpPr>
          <p:nvPr/>
        </p:nvSpPr>
        <p:spPr bwMode="auto">
          <a:xfrm>
            <a:off x="1219200" y="6172200"/>
            <a:ext cx="7162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Times"/>
              <a:buChar char="•"/>
              <a:defRPr sz="3200">
                <a:solidFill>
                  <a:schemeClr val="tx1"/>
                </a:solidFill>
                <a:latin typeface="Arial" charset="0"/>
              </a:defRPr>
            </a:lvl1pPr>
            <a:lvl2pPr marL="742950" indent="-285750">
              <a:spcBef>
                <a:spcPct val="20000"/>
              </a:spcBef>
              <a:buClr>
                <a:schemeClr val="folHlink"/>
              </a:buClr>
              <a:buFont typeface="Times"/>
              <a:buChar char="•"/>
              <a:defRPr sz="2800">
                <a:solidFill>
                  <a:schemeClr val="tx1"/>
                </a:solidFill>
                <a:latin typeface="Arial" charset="0"/>
              </a:defRPr>
            </a:lvl2pPr>
            <a:lvl3pPr marL="1143000" indent="-228600">
              <a:spcBef>
                <a:spcPct val="20000"/>
              </a:spcBef>
              <a:buClr>
                <a:schemeClr val="hlink"/>
              </a:buClr>
              <a:buFont typeface="Times"/>
              <a:buChar char="•"/>
              <a:defRPr sz="2400">
                <a:solidFill>
                  <a:schemeClr val="tx1"/>
                </a:solidFill>
                <a:latin typeface="Arial" charset="0"/>
              </a:defRPr>
            </a:lvl3pPr>
            <a:lvl4pPr marL="1600200" indent="-228600">
              <a:spcBef>
                <a:spcPct val="20000"/>
              </a:spcBef>
              <a:buClr>
                <a:schemeClr val="folHlink"/>
              </a:buClr>
              <a:buFont typeface="Times"/>
              <a:buChar char="•"/>
              <a:defRPr sz="2000">
                <a:solidFill>
                  <a:schemeClr val="tx1"/>
                </a:solidFill>
                <a:latin typeface="Arial" charset="0"/>
              </a:defRPr>
            </a:lvl4pPr>
            <a:lvl5pPr marL="2057400" indent="-228600">
              <a:spcBef>
                <a:spcPct val="20000"/>
              </a:spcBef>
              <a:buClr>
                <a:schemeClr val="hlink"/>
              </a:buClr>
              <a:buFont typeface="Times"/>
              <a:buChar char="•"/>
              <a:defRPr sz="2000">
                <a:solidFill>
                  <a:schemeClr val="tx1"/>
                </a:solidFill>
                <a:latin typeface="Arial" charset="0"/>
              </a:defRPr>
            </a:lvl5pPr>
            <a:lvl6pPr marL="25146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6pPr>
            <a:lvl7pPr marL="29718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7pPr>
            <a:lvl8pPr marL="34290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8pPr>
            <a:lvl9pPr marL="38862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9pPr>
          </a:lstStyle>
          <a:p>
            <a:pPr>
              <a:spcBef>
                <a:spcPct val="50000"/>
              </a:spcBef>
              <a:buClrTx/>
              <a:buFontTx/>
              <a:buNone/>
            </a:pPr>
            <a:endParaRPr lang="en-US" altLang="en-US" sz="1800">
              <a:latin typeface="Times"/>
            </a:endParaRPr>
          </a:p>
        </p:txBody>
      </p:sp>
      <p:sp>
        <p:nvSpPr>
          <p:cNvPr id="28676" name="Text Box 5"/>
          <p:cNvSpPr txBox="1">
            <a:spLocks noChangeArrowheads="1"/>
          </p:cNvSpPr>
          <p:nvPr/>
        </p:nvSpPr>
        <p:spPr bwMode="auto">
          <a:xfrm>
            <a:off x="457200" y="6248400"/>
            <a:ext cx="845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Times"/>
              <a:buChar char="•"/>
              <a:defRPr sz="3200">
                <a:solidFill>
                  <a:schemeClr val="tx1"/>
                </a:solidFill>
                <a:latin typeface="Arial" charset="0"/>
              </a:defRPr>
            </a:lvl1pPr>
            <a:lvl2pPr marL="742950" indent="-285750">
              <a:spcBef>
                <a:spcPct val="20000"/>
              </a:spcBef>
              <a:buClr>
                <a:schemeClr val="folHlink"/>
              </a:buClr>
              <a:buFont typeface="Times"/>
              <a:buChar char="•"/>
              <a:defRPr sz="2800">
                <a:solidFill>
                  <a:schemeClr val="tx1"/>
                </a:solidFill>
                <a:latin typeface="Arial" charset="0"/>
              </a:defRPr>
            </a:lvl2pPr>
            <a:lvl3pPr marL="1143000" indent="-228600">
              <a:spcBef>
                <a:spcPct val="20000"/>
              </a:spcBef>
              <a:buClr>
                <a:schemeClr val="hlink"/>
              </a:buClr>
              <a:buFont typeface="Times"/>
              <a:buChar char="•"/>
              <a:defRPr sz="2400">
                <a:solidFill>
                  <a:schemeClr val="tx1"/>
                </a:solidFill>
                <a:latin typeface="Arial" charset="0"/>
              </a:defRPr>
            </a:lvl3pPr>
            <a:lvl4pPr marL="1600200" indent="-228600">
              <a:spcBef>
                <a:spcPct val="20000"/>
              </a:spcBef>
              <a:buClr>
                <a:schemeClr val="folHlink"/>
              </a:buClr>
              <a:buFont typeface="Times"/>
              <a:buChar char="•"/>
              <a:defRPr sz="2000">
                <a:solidFill>
                  <a:schemeClr val="tx1"/>
                </a:solidFill>
                <a:latin typeface="Arial" charset="0"/>
              </a:defRPr>
            </a:lvl4pPr>
            <a:lvl5pPr marL="2057400" indent="-228600">
              <a:spcBef>
                <a:spcPct val="20000"/>
              </a:spcBef>
              <a:buClr>
                <a:schemeClr val="hlink"/>
              </a:buClr>
              <a:buFont typeface="Times"/>
              <a:buChar char="•"/>
              <a:defRPr sz="2000">
                <a:solidFill>
                  <a:schemeClr val="tx1"/>
                </a:solidFill>
                <a:latin typeface="Arial" charset="0"/>
              </a:defRPr>
            </a:lvl5pPr>
            <a:lvl6pPr marL="25146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6pPr>
            <a:lvl7pPr marL="29718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7pPr>
            <a:lvl8pPr marL="34290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8pPr>
            <a:lvl9pPr marL="3886200" indent="-228600" eaLnBrk="0" fontAlgn="base" hangingPunct="0">
              <a:spcBef>
                <a:spcPct val="20000"/>
              </a:spcBef>
              <a:spcAft>
                <a:spcPct val="0"/>
              </a:spcAft>
              <a:buClr>
                <a:schemeClr val="hlink"/>
              </a:buClr>
              <a:buFont typeface="Times"/>
              <a:buChar char="•"/>
              <a:defRPr sz="2000">
                <a:solidFill>
                  <a:schemeClr val="tx1"/>
                </a:solidFill>
                <a:latin typeface="Arial" charset="0"/>
              </a:defRPr>
            </a:lvl9pPr>
          </a:lstStyle>
          <a:p>
            <a:pPr>
              <a:spcBef>
                <a:spcPct val="50000"/>
              </a:spcBef>
              <a:buClrTx/>
              <a:buFontTx/>
              <a:buNone/>
            </a:pPr>
            <a:r>
              <a:rPr lang="en-US" altLang="en-US" sz="1800">
                <a:latin typeface="Comic Sans MS" pitchFamily="66" charset="0"/>
              </a:rPr>
              <a:t>.</a:t>
            </a:r>
          </a:p>
        </p:txBody>
      </p:sp>
    </p:spTree>
    <p:extLst>
      <p:ext uri="{BB962C8B-B14F-4D97-AF65-F5344CB8AC3E}">
        <p14:creationId xmlns:p14="http://schemas.microsoft.com/office/powerpoint/2010/main" val="16727180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457200" indent="-457200">
              <a:buFont typeface="Arial" panose="020B0604020202020204" pitchFamily="34" charset="0"/>
              <a:buChar char="•"/>
            </a:pPr>
            <a:r>
              <a:rPr lang="en-MY" sz="3200" dirty="0"/>
              <a:t>PLAGIARISM CHECKER</a:t>
            </a:r>
          </a:p>
          <a:p>
            <a:pPr marL="457200" indent="-457200">
              <a:buFont typeface="Arial" panose="020B0604020202020204" pitchFamily="34" charset="0"/>
              <a:buChar char="•"/>
            </a:pPr>
            <a:r>
              <a:rPr lang="en-US" sz="3200" dirty="0" err="1"/>
              <a:t>Quetext</a:t>
            </a:r>
            <a:endParaRPr lang="en-US" sz="3200" dirty="0"/>
          </a:p>
          <a:p>
            <a:pPr marL="457200" indent="-457200">
              <a:buFont typeface="Arial" panose="020B0604020202020204" pitchFamily="34" charset="0"/>
              <a:buChar char="•"/>
            </a:pPr>
            <a:r>
              <a:rPr lang="en-US" sz="3200" dirty="0" err="1"/>
              <a:t>BibMe</a:t>
            </a:r>
            <a:endParaRPr lang="en-US" sz="3200" dirty="0"/>
          </a:p>
          <a:p>
            <a:pPr marL="457200" indent="-457200">
              <a:buFont typeface="Arial" panose="020B0604020202020204" pitchFamily="34" charset="0"/>
              <a:buChar char="•"/>
            </a:pPr>
            <a:r>
              <a:rPr lang="en-US" sz="3200" dirty="0" err="1"/>
              <a:t>Plagramme</a:t>
            </a:r>
            <a:endParaRPr lang="en-US" sz="3200" dirty="0"/>
          </a:p>
          <a:p>
            <a:pPr marL="457200" indent="-457200">
              <a:buFont typeface="Arial" panose="020B0604020202020204" pitchFamily="34" charset="0"/>
              <a:buChar char="•"/>
            </a:pPr>
            <a:r>
              <a:rPr lang="en-US" sz="3200" dirty="0"/>
              <a:t>Paper Rater</a:t>
            </a:r>
          </a:p>
          <a:p>
            <a:pPr marL="457200" indent="-457200">
              <a:buFont typeface="Arial" panose="020B0604020202020204" pitchFamily="34" charset="0"/>
              <a:buChar char="•"/>
            </a:pPr>
            <a:r>
              <a:rPr lang="en-US" sz="3200" dirty="0" err="1"/>
              <a:t>TurnitIn</a:t>
            </a:r>
            <a:endParaRPr lang="en-US" sz="3200" dirty="0"/>
          </a:p>
        </p:txBody>
      </p:sp>
      <p:sp>
        <p:nvSpPr>
          <p:cNvPr id="2" name="Title 1"/>
          <p:cNvSpPr>
            <a:spLocks noGrp="1"/>
          </p:cNvSpPr>
          <p:nvPr>
            <p:ph type="title"/>
          </p:nvPr>
        </p:nvSpPr>
        <p:spPr>
          <a:xfrm>
            <a:off x="457200" y="152718"/>
            <a:ext cx="7355160" cy="1044034"/>
          </a:xfrm>
        </p:spPr>
        <p:txBody>
          <a:bodyPr>
            <a:normAutofit/>
          </a:bodyPr>
          <a:lstStyle/>
          <a:p>
            <a:r>
              <a:rPr lang="en-MY" sz="4000" b="1" dirty="0"/>
              <a:t>PLAGIARISM CHECKER</a:t>
            </a:r>
            <a:endParaRPr lang="en-US" sz="4000" dirty="0"/>
          </a:p>
        </p:txBody>
      </p:sp>
      <p:sp>
        <p:nvSpPr>
          <p:cNvPr id="5" name="Slide Number Placeholder 4"/>
          <p:cNvSpPr>
            <a:spLocks noGrp="1"/>
          </p:cNvSpPr>
          <p:nvPr>
            <p:ph type="sldNum" sz="quarter" idx="12"/>
          </p:nvPr>
        </p:nvSpPr>
        <p:spPr/>
        <p:txBody>
          <a:bodyPr/>
          <a:lstStyle/>
          <a:p>
            <a:fld id="{77245E78-C62C-4650-B205-598406699489}" type="slidenum">
              <a:rPr lang="en-US" smtClean="0"/>
              <a:t>68</a:t>
            </a:fld>
            <a:endParaRPr lang="en-US"/>
          </a:p>
        </p:txBody>
      </p:sp>
    </p:spTree>
    <p:extLst>
      <p:ext uri="{BB962C8B-B14F-4D97-AF65-F5344CB8AC3E}">
        <p14:creationId xmlns:p14="http://schemas.microsoft.com/office/powerpoint/2010/main" val="2646805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539552" y="2852936"/>
            <a:ext cx="8064896"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spcBef>
                <a:spcPct val="50000"/>
              </a:spcBef>
            </a:pPr>
            <a:r>
              <a:rPr lang="en-GB" altLang="en-US" sz="4000" b="1" dirty="0">
                <a:latin typeface="Arial Black" pitchFamily="34" charset="0"/>
              </a:rPr>
              <a:t>WHICH OF THE FOLLOWING FIVE CASES IS/ARE PLAGIARISM?</a:t>
            </a:r>
          </a:p>
        </p:txBody>
      </p:sp>
      <p:sp>
        <p:nvSpPr>
          <p:cNvPr id="3" name="Slide Number Placeholder 2"/>
          <p:cNvSpPr>
            <a:spLocks noGrp="1"/>
          </p:cNvSpPr>
          <p:nvPr>
            <p:ph type="sldNum" sz="quarter" idx="12"/>
          </p:nvPr>
        </p:nvSpPr>
        <p:spPr/>
        <p:txBody>
          <a:bodyPr/>
          <a:lstStyle/>
          <a:p>
            <a:fld id="{77245E78-C62C-4650-B205-598406699489}" type="slidenum">
              <a:rPr lang="en-US" smtClean="0"/>
              <a:t>69</a:t>
            </a:fld>
            <a:endParaRPr lang="en-US"/>
          </a:p>
        </p:txBody>
      </p:sp>
    </p:spTree>
    <p:extLst>
      <p:ext uri="{BB962C8B-B14F-4D97-AF65-F5344CB8AC3E}">
        <p14:creationId xmlns:p14="http://schemas.microsoft.com/office/powerpoint/2010/main" val="26937964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7410"/>
                                        </p:tgtEl>
                                        <p:attrNameLst>
                                          <p:attrName>style.visibility</p:attrName>
                                        </p:attrNameLst>
                                      </p:cBhvr>
                                      <p:to>
                                        <p:strVal val="visible"/>
                                      </p:to>
                                    </p:set>
                                    <p:anim calcmode="lin" valueType="num">
                                      <p:cBhvr additive="base">
                                        <p:cTn id="7" dur="500"/>
                                        <p:tgtEl>
                                          <p:spTgt spid="17410"/>
                                        </p:tgtEl>
                                        <p:attrNameLst>
                                          <p:attrName>ppt_y</p:attrName>
                                        </p:attrNameLst>
                                      </p:cBhvr>
                                      <p:tavLst>
                                        <p:tav tm="0">
                                          <p:val>
                                            <p:strVal val="#ppt_y+#ppt_h*1.125000"/>
                                          </p:val>
                                        </p:tav>
                                        <p:tav tm="100000">
                                          <p:val>
                                            <p:strVal val="#ppt_y"/>
                                          </p:val>
                                        </p:tav>
                                      </p:tavLst>
                                    </p:anim>
                                    <p:animEffect transition="in" filter="wipe(up)">
                                      <p:cBhvr>
                                        <p:cTn id="8" dur="500"/>
                                        <p:tgtEl>
                                          <p:spTgt spid="17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228600" y="3048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endParaRPr lang="en-US" altLang="en-US"/>
          </a:p>
        </p:txBody>
      </p:sp>
      <p:sp>
        <p:nvSpPr>
          <p:cNvPr id="15363" name="Text Box 3"/>
          <p:cNvSpPr txBox="1">
            <a:spLocks noChangeArrowheads="1"/>
          </p:cNvSpPr>
          <p:nvPr/>
        </p:nvSpPr>
        <p:spPr bwMode="auto">
          <a:xfrm>
            <a:off x="228600" y="381000"/>
            <a:ext cx="1905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GB" altLang="en-US" sz="4000" b="1">
                <a:latin typeface="Arial Black" pitchFamily="34" charset="0"/>
              </a:rPr>
              <a:t>1</a:t>
            </a:r>
          </a:p>
        </p:txBody>
      </p:sp>
      <p:pic>
        <p:nvPicPr>
          <p:cNvPr id="1843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447800"/>
            <a:ext cx="8534400" cy="427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77245E78-C62C-4650-B205-598406699489}" type="slidenum">
              <a:rPr lang="en-US" smtClean="0"/>
              <a:t>70</a:t>
            </a:fld>
            <a:endParaRPr lang="en-US"/>
          </a:p>
        </p:txBody>
      </p:sp>
    </p:spTree>
    <p:extLst>
      <p:ext uri="{BB962C8B-B14F-4D97-AF65-F5344CB8AC3E}">
        <p14:creationId xmlns:p14="http://schemas.microsoft.com/office/powerpoint/2010/main" val="29066546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8436"/>
                                        </p:tgtEl>
                                        <p:attrNameLst>
                                          <p:attrName>style.visibility</p:attrName>
                                        </p:attrNameLst>
                                      </p:cBhvr>
                                      <p:to>
                                        <p:strVal val="visible"/>
                                      </p:to>
                                    </p:set>
                                    <p:animEffect transition="in" filter="checkerboard(across)">
                                      <p:cBhvr>
                                        <p:cTn id="7" dur="500"/>
                                        <p:tgtEl>
                                          <p:spTgt spid="18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152400" y="381000"/>
            <a:ext cx="1981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GB" altLang="en-US" sz="4000">
                <a:latin typeface="Arial Black" pitchFamily="34" charset="0"/>
              </a:rPr>
              <a:t>2</a:t>
            </a:r>
          </a:p>
        </p:txBody>
      </p:sp>
      <p:pic>
        <p:nvPicPr>
          <p:cNvPr id="194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600200"/>
            <a:ext cx="8458200" cy="367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77245E78-C62C-4650-B205-598406699489}" type="slidenum">
              <a:rPr lang="en-US" smtClean="0"/>
              <a:t>71</a:t>
            </a:fld>
            <a:endParaRPr lang="en-US"/>
          </a:p>
        </p:txBody>
      </p:sp>
    </p:spTree>
    <p:extLst>
      <p:ext uri="{BB962C8B-B14F-4D97-AF65-F5344CB8AC3E}">
        <p14:creationId xmlns:p14="http://schemas.microsoft.com/office/powerpoint/2010/main" val="20767486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9459"/>
                                        </p:tgtEl>
                                        <p:attrNameLst>
                                          <p:attrName>style.visibility</p:attrName>
                                        </p:attrNameLst>
                                      </p:cBhvr>
                                      <p:to>
                                        <p:strVal val="visible"/>
                                      </p:to>
                                    </p:set>
                                    <p:animEffect transition="in" filter="checkerboard(across)">
                                      <p:cBhvr>
                                        <p:cTn id="7" dur="500"/>
                                        <p:tgtEl>
                                          <p:spTgt spid="19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228600" y="381000"/>
            <a:ext cx="1828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GB" altLang="en-US" sz="4000" b="1">
                <a:latin typeface="Arial Black" pitchFamily="34" charset="0"/>
              </a:rPr>
              <a:t>3</a:t>
            </a:r>
          </a:p>
        </p:txBody>
      </p:sp>
      <p:pic>
        <p:nvPicPr>
          <p:cNvPr id="204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371600"/>
            <a:ext cx="83058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77245E78-C62C-4650-B205-598406699489}" type="slidenum">
              <a:rPr lang="en-US" smtClean="0"/>
              <a:t>72</a:t>
            </a:fld>
            <a:endParaRPr lang="en-US"/>
          </a:p>
        </p:txBody>
      </p:sp>
    </p:spTree>
    <p:extLst>
      <p:ext uri="{BB962C8B-B14F-4D97-AF65-F5344CB8AC3E}">
        <p14:creationId xmlns:p14="http://schemas.microsoft.com/office/powerpoint/2010/main" val="18278170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0483"/>
                                        </p:tgtEl>
                                        <p:attrNameLst>
                                          <p:attrName>style.visibility</p:attrName>
                                        </p:attrNameLst>
                                      </p:cBhvr>
                                      <p:to>
                                        <p:strVal val="visible"/>
                                      </p:to>
                                    </p:set>
                                    <p:animEffect transition="in" filter="checkerboard(across)">
                                      <p:cBhvr>
                                        <p:cTn id="7" dur="500"/>
                                        <p:tgtEl>
                                          <p:spTgt spid="204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152400" y="304800"/>
            <a:ext cx="1143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GB" altLang="en-US" sz="4000" b="1">
                <a:latin typeface="Arial Black" pitchFamily="34" charset="0"/>
              </a:rPr>
              <a:t>4</a:t>
            </a:r>
          </a:p>
        </p:txBody>
      </p:sp>
      <p:pic>
        <p:nvPicPr>
          <p:cNvPr id="2150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371600"/>
            <a:ext cx="81534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77245E78-C62C-4650-B205-598406699489}" type="slidenum">
              <a:rPr lang="en-US" smtClean="0"/>
              <a:t>73</a:t>
            </a:fld>
            <a:endParaRPr lang="en-US"/>
          </a:p>
        </p:txBody>
      </p:sp>
    </p:spTree>
    <p:extLst>
      <p:ext uri="{BB962C8B-B14F-4D97-AF65-F5344CB8AC3E}">
        <p14:creationId xmlns:p14="http://schemas.microsoft.com/office/powerpoint/2010/main" val="42916079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1507"/>
                                        </p:tgtEl>
                                        <p:attrNameLst>
                                          <p:attrName>style.visibility</p:attrName>
                                        </p:attrNameLst>
                                      </p:cBhvr>
                                      <p:to>
                                        <p:strVal val="visible"/>
                                      </p:to>
                                    </p:set>
                                    <p:animEffect transition="in" filter="checkerboard(across)">
                                      <p:cBhvr>
                                        <p:cTn id="7" dur="500"/>
                                        <p:tgtEl>
                                          <p:spTgt spid="21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152400" y="381000"/>
            <a:ext cx="1219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GB" altLang="en-US" sz="4000" b="1">
                <a:latin typeface="Arial Black" pitchFamily="34" charset="0"/>
              </a:rPr>
              <a:t>5</a:t>
            </a:r>
          </a:p>
        </p:txBody>
      </p:sp>
      <p:pic>
        <p:nvPicPr>
          <p:cNvPr id="2253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600200"/>
            <a:ext cx="83058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77245E78-C62C-4650-B205-598406699489}" type="slidenum">
              <a:rPr lang="en-US" smtClean="0"/>
              <a:t>74</a:t>
            </a:fld>
            <a:endParaRPr lang="en-US"/>
          </a:p>
        </p:txBody>
      </p:sp>
    </p:spTree>
    <p:extLst>
      <p:ext uri="{BB962C8B-B14F-4D97-AF65-F5344CB8AC3E}">
        <p14:creationId xmlns:p14="http://schemas.microsoft.com/office/powerpoint/2010/main" val="7344650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2531"/>
                                        </p:tgtEl>
                                        <p:attrNameLst>
                                          <p:attrName>style.visibility</p:attrName>
                                        </p:attrNameLst>
                                      </p:cBhvr>
                                      <p:to>
                                        <p:strVal val="visible"/>
                                      </p:to>
                                    </p:set>
                                    <p:animEffect transition="in" filter="checkerboard(across)">
                                      <p:cBhvr>
                                        <p:cTn id="7" dur="500"/>
                                        <p:tgtEl>
                                          <p:spTgt spid="22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idx="1"/>
          </p:nvPr>
        </p:nvSpPr>
        <p:spPr>
          <a:xfrm>
            <a:off x="327025" y="1676400"/>
            <a:ext cx="8424936" cy="5334000"/>
          </a:xfrm>
        </p:spPr>
        <p:txBody>
          <a:bodyPr>
            <a:noAutofit/>
          </a:bodyPr>
          <a:lstStyle/>
          <a:p>
            <a:pPr eaLnBrk="1" hangingPunct="1">
              <a:lnSpc>
                <a:spcPct val="90000"/>
              </a:lnSpc>
            </a:pPr>
            <a:r>
              <a:rPr lang="en-US" altLang="en-US" sz="1800" b="0" dirty="0">
                <a:latin typeface="Abadi" panose="020B0604020104020204" pitchFamily="34" charset="0"/>
              </a:rPr>
              <a:t>“Boston Columnist Resigns Amid New Plagiarism Charges.”  </a:t>
            </a:r>
            <a:r>
              <a:rPr lang="en-US" altLang="en-US" sz="1800" b="0" i="1" dirty="0">
                <a:latin typeface="Abadi" panose="020B0604020104020204" pitchFamily="34" charset="0"/>
              </a:rPr>
              <a:t>CNN.com</a:t>
            </a:r>
            <a:r>
              <a:rPr lang="en-US" altLang="en-US" sz="1800" b="0" dirty="0">
                <a:latin typeface="Abadi" panose="020B0604020104020204" pitchFamily="34" charset="0"/>
              </a:rPr>
              <a:t> 19 Aug. 1998</a:t>
            </a:r>
            <a:r>
              <a:rPr lang="en-US" altLang="en-US" sz="1800" b="0" dirty="0">
                <a:solidFill>
                  <a:srgbClr val="000000"/>
                </a:solidFill>
                <a:latin typeface="Abadi" panose="020B0604020104020204" pitchFamily="34" charset="0"/>
              </a:rPr>
              <a:t>   </a:t>
            </a:r>
            <a:r>
              <a:rPr lang="en-US" altLang="en-US" sz="1800" b="0" dirty="0">
                <a:latin typeface="Abadi" panose="020B0604020104020204" pitchFamily="34" charset="0"/>
              </a:rPr>
              <a:t>3 March 2003</a:t>
            </a:r>
            <a:r>
              <a:rPr lang="en-US" altLang="en-US" sz="1800" b="0" dirty="0">
                <a:solidFill>
                  <a:srgbClr val="000000"/>
                </a:solidFill>
                <a:latin typeface="Abadi" panose="020B0604020104020204" pitchFamily="34" charset="0"/>
              </a:rPr>
              <a:t> </a:t>
            </a:r>
            <a:r>
              <a:rPr lang="en-US" altLang="en-US" sz="1800" b="0" dirty="0">
                <a:latin typeface="Abadi" panose="020B0604020104020204" pitchFamily="34" charset="0"/>
              </a:rPr>
              <a:t>&lt;http://www.cnn.com/US/9808/19/barnicle/&gt;</a:t>
            </a:r>
          </a:p>
          <a:p>
            <a:pPr eaLnBrk="1" hangingPunct="1">
              <a:lnSpc>
                <a:spcPct val="90000"/>
              </a:lnSpc>
            </a:pPr>
            <a:r>
              <a:rPr lang="en-US" altLang="en-US" sz="1800" b="0" dirty="0">
                <a:latin typeface="Abadi" panose="020B0604020104020204" pitchFamily="34" charset="0"/>
              </a:rPr>
              <a:t>Fain, Margaret. “Internet Paper Mills.”  </a:t>
            </a:r>
            <a:r>
              <a:rPr lang="en-US" altLang="en-US" sz="1800" b="0" dirty="0" err="1">
                <a:latin typeface="Abadi" panose="020B0604020104020204" pitchFamily="34" charset="0"/>
              </a:rPr>
              <a:t>Kimbal</a:t>
            </a:r>
            <a:r>
              <a:rPr lang="en-US" altLang="en-US" sz="1800" b="0" dirty="0">
                <a:latin typeface="Abadi" panose="020B0604020104020204" pitchFamily="34" charset="0"/>
              </a:rPr>
              <a:t> Library.  12 Feb. 2003. &lt;http://www.coastal.edu/library/mills2.htm&gt;</a:t>
            </a:r>
          </a:p>
          <a:p>
            <a:pPr eaLnBrk="1" hangingPunct="1">
              <a:lnSpc>
                <a:spcPct val="90000"/>
              </a:lnSpc>
            </a:pPr>
            <a:r>
              <a:rPr lang="en-US" altLang="en-US" sz="1800" b="0" dirty="0">
                <a:latin typeface="Abadi" panose="020B0604020104020204" pitchFamily="34" charset="0"/>
              </a:rPr>
              <a:t>Lathrop, Ann and Kathleen Foss.  </a:t>
            </a:r>
            <a:r>
              <a:rPr lang="en-US" altLang="en-US" sz="1800" b="0" i="1" dirty="0">
                <a:latin typeface="Abadi" panose="020B0604020104020204" pitchFamily="34" charset="0"/>
              </a:rPr>
              <a:t>Student Cheating and Plagiarism in the Internet Era.</a:t>
            </a:r>
            <a:r>
              <a:rPr lang="en-US" altLang="en-US" sz="1800" b="0" dirty="0">
                <a:latin typeface="Abadi" panose="020B0604020104020204" pitchFamily="34" charset="0"/>
              </a:rPr>
              <a:t>  Englewood, CO: Libraries Unlimited, 2000.</a:t>
            </a:r>
          </a:p>
          <a:p>
            <a:pPr eaLnBrk="1" hangingPunct="1">
              <a:lnSpc>
                <a:spcPct val="90000"/>
              </a:lnSpc>
            </a:pPr>
            <a:r>
              <a:rPr lang="en-US" altLang="en-US" sz="1800" b="0" dirty="0">
                <a:latin typeface="Abadi" panose="020B0604020104020204" pitchFamily="34" charset="0"/>
              </a:rPr>
              <a:t>Lewis, Mark. “Doris Kearns Goodwin And The Credibility Gap.”  </a:t>
            </a:r>
            <a:r>
              <a:rPr lang="en-US" altLang="en-US" sz="1800" b="0" i="1" dirty="0">
                <a:latin typeface="Abadi" panose="020B0604020104020204" pitchFamily="34" charset="0"/>
              </a:rPr>
              <a:t>Forbes.com 2 Feb. 2002. &lt;</a:t>
            </a:r>
            <a:r>
              <a:rPr lang="en-US" altLang="en-US" sz="1800" b="0" dirty="0">
                <a:latin typeface="Abadi" panose="020B0604020104020204" pitchFamily="34" charset="0"/>
              </a:rPr>
              <a:t>http://www.forbes.com/2002/02/27/0227goodwin.html&gt;</a:t>
            </a:r>
          </a:p>
          <a:p>
            <a:pPr eaLnBrk="1" hangingPunct="1">
              <a:lnSpc>
                <a:spcPct val="90000"/>
              </a:lnSpc>
            </a:pPr>
            <a:r>
              <a:rPr lang="en-US" altLang="en-US" b="0" dirty="0">
                <a:latin typeface="Abadi" panose="020B0604020104020204" pitchFamily="34" charset="0"/>
              </a:rPr>
              <a:t>“</a:t>
            </a:r>
            <a:r>
              <a:rPr lang="en-US" altLang="en-US" sz="1800" b="0" dirty="0">
                <a:latin typeface="Abadi" panose="020B0604020104020204" pitchFamily="34" charset="0"/>
              </a:rPr>
              <a:t>New York Times Exposes Fraud of own Reporter.”  ABC News Online. 12 May, 2003.</a:t>
            </a:r>
          </a:p>
          <a:p>
            <a:pPr eaLnBrk="1" hangingPunct="1">
              <a:lnSpc>
                <a:spcPct val="90000"/>
              </a:lnSpc>
              <a:buFont typeface="Times"/>
              <a:buNone/>
            </a:pPr>
            <a:r>
              <a:rPr lang="en-US" altLang="en-US" sz="1800" b="0" dirty="0">
                <a:latin typeface="Abadi" panose="020B0604020104020204" pitchFamily="34" charset="0"/>
              </a:rPr>
              <a:t>&lt;http://www.pbs.org/newshour/newshour_index.html&gt;</a:t>
            </a:r>
          </a:p>
          <a:p>
            <a:pPr eaLnBrk="1" hangingPunct="1">
              <a:lnSpc>
                <a:spcPct val="90000"/>
              </a:lnSpc>
            </a:pPr>
            <a:r>
              <a:rPr lang="en-US" altLang="en-US" sz="1800" b="0" dirty="0" err="1">
                <a:latin typeface="Abadi" panose="020B0604020104020204" pitchFamily="34" charset="0"/>
              </a:rPr>
              <a:t>Sabato</a:t>
            </a:r>
            <a:r>
              <a:rPr lang="en-US" altLang="en-US" sz="1800" b="0" dirty="0">
                <a:latin typeface="Abadi" panose="020B0604020104020204" pitchFamily="34" charset="0"/>
              </a:rPr>
              <a:t>, Larry J.  “Joseph Biden's Plagiarism; Michael Dukakis's 'Attack Video' – 1988.” </a:t>
            </a:r>
            <a:r>
              <a:rPr lang="en-US" altLang="en-US" sz="1800" b="0" i="1" dirty="0">
                <a:latin typeface="Abadi" panose="020B0604020104020204" pitchFamily="34" charset="0"/>
              </a:rPr>
              <a:t>Washington Post Online</a:t>
            </a:r>
            <a:r>
              <a:rPr lang="en-US" altLang="en-US" sz="1800" b="0" dirty="0">
                <a:latin typeface="Abadi" panose="020B0604020104020204" pitchFamily="34" charset="0"/>
              </a:rPr>
              <a:t>. 1998. 3 March 2002. </a:t>
            </a:r>
            <a:r>
              <a:rPr lang="en-US" altLang="en-US" sz="1600" b="0" dirty="0">
                <a:latin typeface="Abadi" panose="020B0604020104020204" pitchFamily="34" charset="0"/>
              </a:rPr>
              <a:t>&lt;http://www.washingtonpost.com/wpsrv/politics/special/clinton/frenzy/biden.htm&gt;</a:t>
            </a:r>
          </a:p>
        </p:txBody>
      </p:sp>
      <p:sp>
        <p:nvSpPr>
          <p:cNvPr id="29698" name="Rectangle 2"/>
          <p:cNvSpPr>
            <a:spLocks noGrp="1" noChangeArrowheads="1"/>
          </p:cNvSpPr>
          <p:nvPr>
            <p:ph type="title"/>
          </p:nvPr>
        </p:nvSpPr>
        <p:spPr>
          <a:xfrm>
            <a:off x="316681" y="529873"/>
            <a:ext cx="8435280" cy="756002"/>
          </a:xfrm>
        </p:spPr>
        <p:txBody>
          <a:bodyPr>
            <a:normAutofit/>
          </a:bodyPr>
          <a:lstStyle/>
          <a:p>
            <a:r>
              <a:rPr lang="en-GB" altLang="en-US" sz="4000" b="1" dirty="0">
                <a:solidFill>
                  <a:schemeClr val="accent5">
                    <a:lumMod val="60000"/>
                    <a:lumOff val="40000"/>
                  </a:schemeClr>
                </a:solidFill>
                <a:effectLst>
                  <a:outerShdw blurRad="38100" dist="38100" dir="2700000" algn="tl">
                    <a:srgbClr val="000000"/>
                  </a:outerShdw>
                </a:effectLst>
                <a:latin typeface="Arial" charset="0"/>
              </a:rPr>
              <a:t>references and citation</a:t>
            </a:r>
            <a:endParaRPr lang="en-US" altLang="en-US" sz="4000" dirty="0">
              <a:solidFill>
                <a:schemeClr val="accent5">
                  <a:lumMod val="60000"/>
                  <a:lumOff val="40000"/>
                </a:schemeClr>
              </a:solidFill>
            </a:endParaRPr>
          </a:p>
        </p:txBody>
      </p:sp>
      <p:sp>
        <p:nvSpPr>
          <p:cNvPr id="3" name="Slide Number Placeholder 2"/>
          <p:cNvSpPr>
            <a:spLocks noGrp="1"/>
          </p:cNvSpPr>
          <p:nvPr>
            <p:ph type="sldNum" sz="quarter" idx="12"/>
          </p:nvPr>
        </p:nvSpPr>
        <p:spPr/>
        <p:txBody>
          <a:bodyPr/>
          <a:lstStyle/>
          <a:p>
            <a:fld id="{77245E78-C62C-4650-B205-598406699489}" type="slidenum">
              <a:rPr lang="en-US" smtClean="0"/>
              <a:t>75</a:t>
            </a:fld>
            <a:endParaRPr lang="en-US"/>
          </a:p>
        </p:txBody>
      </p:sp>
    </p:spTree>
    <p:extLst>
      <p:ext uri="{BB962C8B-B14F-4D97-AF65-F5344CB8AC3E}">
        <p14:creationId xmlns:p14="http://schemas.microsoft.com/office/powerpoint/2010/main" val="39497973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idx="1"/>
          </p:nvPr>
        </p:nvSpPr>
        <p:spPr>
          <a:xfrm>
            <a:off x="327025" y="1752600"/>
            <a:ext cx="8712968" cy="5334000"/>
          </a:xfrm>
        </p:spPr>
        <p:txBody>
          <a:bodyPr>
            <a:normAutofit/>
          </a:bodyPr>
          <a:lstStyle/>
          <a:p>
            <a:r>
              <a:rPr lang="en-GB" altLang="en-US" sz="2400" b="0" dirty="0">
                <a:latin typeface="Abadi" panose="020B0604020104020204" pitchFamily="34" charset="0"/>
              </a:rPr>
              <a:t>http://owl.english.purdue.edu/handouts/research/r_plagiar.html</a:t>
            </a:r>
          </a:p>
          <a:p>
            <a:r>
              <a:rPr lang="en-GB" altLang="en-US" sz="2400" b="0" dirty="0">
                <a:latin typeface="Abadi" panose="020B0604020104020204" pitchFamily="34" charset="0"/>
              </a:rPr>
              <a:t>http://www.virtualsalt.com/antiplag.htm</a:t>
            </a:r>
          </a:p>
          <a:p>
            <a:r>
              <a:rPr lang="en-GB" altLang="en-US" sz="2400" b="0" dirty="0">
                <a:latin typeface="Abadi" panose="020B0604020104020204" pitchFamily="34" charset="0"/>
              </a:rPr>
              <a:t>http://www.psa.ac.uk/psanews/0403/plagiarism.htm</a:t>
            </a:r>
          </a:p>
          <a:p>
            <a:r>
              <a:rPr lang="en-GB" altLang="en-US" sz="2400" b="0" dirty="0">
                <a:latin typeface="Abadi" panose="020B0604020104020204" pitchFamily="34" charset="0"/>
              </a:rPr>
              <a:t>http://www.hamilton.edu/academics/resource/wc/usingsources.html?CFID=1415438&amp;CFTOKEN=46586906</a:t>
            </a:r>
          </a:p>
          <a:p>
            <a:r>
              <a:rPr lang="en-US" altLang="en-US" sz="2400" b="0" dirty="0">
                <a:latin typeface="Abadi" panose="020B0604020104020204" pitchFamily="34" charset="0"/>
              </a:rPr>
              <a:t>www.centralia.edu/academics/writingcenter/</a:t>
            </a:r>
          </a:p>
          <a:p>
            <a:r>
              <a:rPr lang="en-US" altLang="en-US" sz="2400" b="0" dirty="0">
                <a:latin typeface="Abadi" panose="020B0604020104020204" pitchFamily="34" charset="0"/>
              </a:rPr>
              <a:t>http://owl.waol.org/</a:t>
            </a:r>
          </a:p>
          <a:p>
            <a:r>
              <a:rPr lang="en-US" altLang="en-US" sz="2400" b="0" dirty="0">
                <a:latin typeface="Abadi" panose="020B0604020104020204" pitchFamily="34" charset="0"/>
              </a:rPr>
              <a:t>https://www.scribbr.com/plagiarism/types-of-plagiarism/</a:t>
            </a:r>
          </a:p>
          <a:p>
            <a:endParaRPr lang="en-GB" altLang="en-US" sz="2400" b="0" dirty="0">
              <a:solidFill>
                <a:srgbClr val="00B0F0"/>
              </a:solidFill>
              <a:latin typeface="Abadi" panose="020B0604020104020204" pitchFamily="34" charset="0"/>
            </a:endParaRPr>
          </a:p>
        </p:txBody>
      </p:sp>
      <p:sp>
        <p:nvSpPr>
          <p:cNvPr id="29698" name="Rectangle 2"/>
          <p:cNvSpPr>
            <a:spLocks noGrp="1" noChangeArrowheads="1"/>
          </p:cNvSpPr>
          <p:nvPr>
            <p:ph type="title"/>
          </p:nvPr>
        </p:nvSpPr>
        <p:spPr>
          <a:xfrm>
            <a:off x="381695" y="457200"/>
            <a:ext cx="8435280" cy="756002"/>
          </a:xfrm>
        </p:spPr>
        <p:txBody>
          <a:bodyPr>
            <a:normAutofit/>
          </a:bodyPr>
          <a:lstStyle/>
          <a:p>
            <a:r>
              <a:rPr lang="en-GB" altLang="en-US" sz="4000" b="1" dirty="0">
                <a:solidFill>
                  <a:schemeClr val="accent5">
                    <a:lumMod val="60000"/>
                    <a:lumOff val="40000"/>
                  </a:schemeClr>
                </a:solidFill>
                <a:effectLst>
                  <a:outerShdw blurRad="38100" dist="38100" dir="2700000" algn="tl">
                    <a:srgbClr val="000000"/>
                  </a:outerShdw>
                </a:effectLst>
                <a:latin typeface="Arial" charset="0"/>
              </a:rPr>
              <a:t>references and citation</a:t>
            </a:r>
            <a:endParaRPr lang="en-US" altLang="en-US" sz="4000" dirty="0">
              <a:solidFill>
                <a:schemeClr val="accent5">
                  <a:lumMod val="60000"/>
                  <a:lumOff val="40000"/>
                </a:schemeClr>
              </a:solidFill>
            </a:endParaRPr>
          </a:p>
        </p:txBody>
      </p:sp>
      <p:sp>
        <p:nvSpPr>
          <p:cNvPr id="3" name="Slide Number Placeholder 2"/>
          <p:cNvSpPr>
            <a:spLocks noGrp="1"/>
          </p:cNvSpPr>
          <p:nvPr>
            <p:ph type="sldNum" sz="quarter" idx="12"/>
          </p:nvPr>
        </p:nvSpPr>
        <p:spPr/>
        <p:txBody>
          <a:bodyPr/>
          <a:lstStyle/>
          <a:p>
            <a:fld id="{77245E78-C62C-4650-B205-598406699489}" type="slidenum">
              <a:rPr lang="en-US" smtClean="0"/>
              <a:t>76</a:t>
            </a:fld>
            <a:endParaRPr lang="en-US"/>
          </a:p>
        </p:txBody>
      </p:sp>
    </p:spTree>
    <p:extLst>
      <p:ext uri="{BB962C8B-B14F-4D97-AF65-F5344CB8AC3E}">
        <p14:creationId xmlns:p14="http://schemas.microsoft.com/office/powerpoint/2010/main" val="11295094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Grid">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Grid">
      <a:fillStyleLst>
        <a:solidFill>
          <a:schemeClr val="phClr"/>
        </a:solidFill>
        <a:solidFill>
          <a:schemeClr val="phClr">
            <a:tint val="50000"/>
          </a:schemeClr>
        </a:solidFill>
        <a:gradFill rotWithShape="1">
          <a:gsLst>
            <a:gs pos="0">
              <a:schemeClr val="phClr"/>
            </a:gs>
            <a:gs pos="90000">
              <a:schemeClr val="phClr">
                <a:shade val="100000"/>
              </a:schemeClr>
            </a:gs>
            <a:gs pos="100000">
              <a:schemeClr val="phClr">
                <a:shade val="85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effectStyle>
        <a:effectStyle>
          <a:effectLst>
            <a:outerShdw blurRad="31750" dist="25400" dir="5400000" rotWithShape="0">
              <a:srgbClr val="000000">
                <a:alpha val="50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30000"/>
              </a:schemeClr>
            </a:contourClr>
          </a:sp3d>
        </a:effectStyle>
      </a:effectStyleLst>
      <a:bgFillStyleLst>
        <a:solidFill>
          <a:schemeClr val="phClr"/>
        </a:solidFill>
        <a:solidFill>
          <a:schemeClr val="phClr">
            <a:tint val="90000"/>
            <a:shade val="93000"/>
            <a:satMod val="150000"/>
          </a:schemeClr>
        </a:solidFill>
        <a:blipFill rotWithShape="1">
          <a:blip xmlns:r="http://schemas.openxmlformats.org/officeDocument/2006/relationships" r:embed="rId1">
            <a:duotone>
              <a:schemeClr val="phClr">
                <a:tint val="95000"/>
              </a:schemeClr>
              <a:schemeClr val="phClr">
                <a:shade val="93000"/>
                <a:satMod val="11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1603</TotalTime>
  <Words>4694</Words>
  <Application>Microsoft Macintosh PowerPoint</Application>
  <PresentationFormat>On-screen Show (4:3)</PresentationFormat>
  <Paragraphs>524</Paragraphs>
  <Slides>76</Slides>
  <Notes>16</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76</vt:i4>
      </vt:variant>
    </vt:vector>
  </HeadingPairs>
  <TitlesOfParts>
    <vt:vector size="90" baseType="lpstr">
      <vt:lpstr>Abadi</vt:lpstr>
      <vt:lpstr>Arial</vt:lpstr>
      <vt:lpstr>Arial Black</vt:lpstr>
      <vt:lpstr>Arial Narrow</vt:lpstr>
      <vt:lpstr>Comic Sans MS</vt:lpstr>
      <vt:lpstr>Franklin Gothic Heavy</vt:lpstr>
      <vt:lpstr>Franklin Gothic Medium</vt:lpstr>
      <vt:lpstr>Papyrus</vt:lpstr>
      <vt:lpstr>Times</vt:lpstr>
      <vt:lpstr>Times New Roman</vt:lpstr>
      <vt:lpstr>Wingdings</vt:lpstr>
      <vt:lpstr>Wingdings 2</vt:lpstr>
      <vt:lpstr>Theme1</vt:lpstr>
      <vt:lpstr>Clip</vt:lpstr>
      <vt:lpstr>CHAPTER 4 (PART II): PLAGIARISM</vt:lpstr>
      <vt:lpstr>         What is  plagiarism?</vt:lpstr>
      <vt:lpstr>Did you Know?</vt:lpstr>
      <vt:lpstr>plagiarism</vt:lpstr>
      <vt:lpstr>plagiarism</vt:lpstr>
      <vt:lpstr>plagiarism</vt:lpstr>
      <vt:lpstr>plagiarism</vt:lpstr>
      <vt:lpstr>PowerPoint Presentation</vt:lpstr>
      <vt:lpstr>   plagiarism   </vt:lpstr>
      <vt:lpstr>PowerPoint Presentation</vt:lpstr>
      <vt:lpstr>Cyber-plagiarism?</vt:lpstr>
      <vt:lpstr>PowerPoint Presentation</vt:lpstr>
      <vt:lpstr>PowerPoint Presentation</vt:lpstr>
      <vt:lpstr>Images, audio, music, videos?</vt:lpstr>
      <vt:lpstr>PowerPoint Presentation</vt:lpstr>
      <vt:lpstr>PowerPoint Presentation</vt:lpstr>
      <vt:lpstr>PowerPoint Presentation</vt:lpstr>
      <vt:lpstr>PowerPoint Presentation</vt:lpstr>
      <vt:lpstr>What happens to plagiarists?</vt:lpstr>
      <vt:lpstr>What happens to plagiarists?</vt:lpstr>
      <vt:lpstr>What happens to plagiarists?</vt:lpstr>
      <vt:lpstr>PowerPoint Presentation</vt:lpstr>
      <vt:lpstr>What happens to plagiarists?</vt:lpstr>
      <vt:lpstr>What happens to plagiarists?</vt:lpstr>
      <vt:lpstr>What happens to plagiarists?</vt:lpstr>
      <vt:lpstr>What happens to plagiarists?</vt:lpstr>
      <vt:lpstr>WHY DO PEOPLE PLAGIARIZE?</vt:lpstr>
      <vt:lpstr>WHY DO PEOPLE PLAGIARIZE?</vt:lpstr>
      <vt:lpstr> A Plagiarist is: </vt:lpstr>
      <vt:lpstr>Preventing plagiarism</vt:lpstr>
      <vt:lpstr>PowerPoint Presentation</vt:lpstr>
      <vt:lpstr>Answer:  YES!!</vt:lpstr>
      <vt:lpstr>What’s the big deal?</vt:lpstr>
      <vt:lpstr>Avoiding plagiarism</vt:lpstr>
      <vt:lpstr>Use these three strategies</vt:lpstr>
      <vt:lpstr>Quoting</vt:lpstr>
      <vt:lpstr>When quoting directly</vt:lpstr>
      <vt:lpstr>When quoting indirectly </vt:lpstr>
      <vt:lpstr>WHEN Paraphrasing</vt:lpstr>
      <vt:lpstr>Paraphrasing</vt:lpstr>
      <vt:lpstr>Paraphrasing</vt:lpstr>
      <vt:lpstr>Paraphrasing</vt:lpstr>
      <vt:lpstr>Citing paraphrasing</vt:lpstr>
      <vt:lpstr>Paraphrasing</vt:lpstr>
      <vt:lpstr>Paraphrasing</vt:lpstr>
      <vt:lpstr>Paraphrasing</vt:lpstr>
      <vt:lpstr>When paraphrasing and summarizing </vt:lpstr>
      <vt:lpstr>Effective Paraphrasing</vt:lpstr>
      <vt:lpstr>Effective Paraphrasing</vt:lpstr>
      <vt:lpstr>As you take notes:</vt:lpstr>
      <vt:lpstr>As you take notes:</vt:lpstr>
      <vt:lpstr> DON’T </vt:lpstr>
      <vt:lpstr>  You can prevent plagiarism  (stealing words and ideas)   </vt:lpstr>
      <vt:lpstr>types of plagiarism:</vt:lpstr>
      <vt:lpstr>Unintentional Plagiarism</vt:lpstr>
      <vt:lpstr>Intentional Plagiarism</vt:lpstr>
      <vt:lpstr>Types of plagiarism</vt:lpstr>
      <vt:lpstr>Types of plagiarism</vt:lpstr>
      <vt:lpstr>Types of plagiarism</vt:lpstr>
      <vt:lpstr>Types of plagiarism</vt:lpstr>
      <vt:lpstr>Types of plagiarism</vt:lpstr>
      <vt:lpstr>TypeS of plagiarism</vt:lpstr>
      <vt:lpstr>self-plagiarism</vt:lpstr>
      <vt:lpstr>Fair use of intellectual property</vt:lpstr>
      <vt:lpstr>Copyright and plagiarism</vt:lpstr>
      <vt:lpstr>10 types of plagiarism</vt:lpstr>
      <vt:lpstr>Citing Sources </vt:lpstr>
      <vt:lpstr>PLAGIARISM CHECKER</vt:lpstr>
      <vt:lpstr>PowerPoint Presentation</vt:lpstr>
      <vt:lpstr>PowerPoint Presentation</vt:lpstr>
      <vt:lpstr>PowerPoint Presentation</vt:lpstr>
      <vt:lpstr>PowerPoint Presentation</vt:lpstr>
      <vt:lpstr>PowerPoint Presentation</vt:lpstr>
      <vt:lpstr>PowerPoint Presentation</vt:lpstr>
      <vt:lpstr>references and citation</vt:lpstr>
      <vt:lpstr>references and citation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INTELLECTUAL PROPERTY</dc:title>
  <dc:creator>ROZI</dc:creator>
  <cp:lastModifiedBy>ROZI NOR HAIZAN BINTI NOR</cp:lastModifiedBy>
  <cp:revision>73</cp:revision>
  <dcterms:modified xsi:type="dcterms:W3CDTF">2025-03-20T13:40:49Z</dcterms:modified>
</cp:coreProperties>
</file>